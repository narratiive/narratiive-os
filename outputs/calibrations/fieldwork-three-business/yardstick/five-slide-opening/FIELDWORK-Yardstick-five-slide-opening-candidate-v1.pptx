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708cf0fe2141fc" /><Relationship Type="http://schemas.openxmlformats.org/officeDocument/2006/relationships/extended-properties" Target="/docProps/app.xml" Id="Rd2d0a4059c364f45" /><Relationship Type="http://schemas.openxmlformats.org/officeDocument/2006/relationships/officeDocument" Target="/ppt/presentation.xml" Id="Ra05fbc7a146442d5" /></Relationships>
</file>

<file path=ppt/presentation.xml><?xml version="1.0" encoding="utf-8"?>
<p:presentation xmlns:p="http://schemas.openxmlformats.org/presentationml/2006/main">
  <p:sldMasterIdLst>
    <p:sldMasterId xmlns:r="http://schemas.openxmlformats.org/officeDocument/2006/relationships" id="2147483648" r:id="R695973a97f354336"/>
  </p:sldMasterIdLst>
  <p:notesMasterIdLst>
    <p:notesMasterId xmlns:r="http://schemas.openxmlformats.org/officeDocument/2006/relationships" r:id="R6296fced04604bfb"/>
  </p:notesMasterIdLst>
  <p:sldIdLst>
    <p:sldId xmlns:r="http://schemas.openxmlformats.org/officeDocument/2006/relationships" id="256" r:id="Rf28d55e12cca47a7"/>
    <p:sldId xmlns:r="http://schemas.openxmlformats.org/officeDocument/2006/relationships" id="257" r:id="Rd997177aa9b74b0f"/>
    <p:sldId xmlns:r="http://schemas.openxmlformats.org/officeDocument/2006/relationships" id="258" r:id="R441458d5ede84db1"/>
    <p:sldId xmlns:r="http://schemas.openxmlformats.org/officeDocument/2006/relationships" id="259" r:id="R505fc0b2f6904a98"/>
    <p:sldId xmlns:r="http://schemas.openxmlformats.org/officeDocument/2006/relationships" id="260" r:id="Ra5e545b844c2413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5cfeaf60384c2e" /><Relationship Type="http://schemas.openxmlformats.org/officeDocument/2006/relationships/slideMaster" Target="/ppt/slideMasters/slideMaster1.xml" Id="R695973a97f354336" /><Relationship Type="http://schemas.openxmlformats.org/officeDocument/2006/relationships/notesMaster" Target="/ppt/notesMasters/notesMaster1.xml" Id="R6296fced04604bfb" /><Relationship Type="http://schemas.openxmlformats.org/officeDocument/2006/relationships/presProps" Target="/ppt/presProps.xml" Id="Rf22ea30dbc4c4f6c" /><Relationship Type="http://schemas.openxmlformats.org/officeDocument/2006/relationships/tableStyles" Target="/ppt/tableStyles.xml" Id="Rdad19d4117554b43" /><Relationship Type="http://schemas.openxmlformats.org/officeDocument/2006/relationships/slide" Target="/ppt/slides/slide1.xml" Id="Rf28d55e12cca47a7" /><Relationship Type="http://schemas.openxmlformats.org/officeDocument/2006/relationships/slide" Target="/ppt/slides/slide2.xml" Id="Rd997177aa9b74b0f" /><Relationship Type="http://schemas.openxmlformats.org/officeDocument/2006/relationships/slide" Target="/ppt/slides/slide3.xml" Id="R441458d5ede84db1" /><Relationship Type="http://schemas.openxmlformats.org/officeDocument/2006/relationships/slide" Target="/ppt/slides/slide4.xml" Id="R505fc0b2f6904a98" /><Relationship Type="http://schemas.openxmlformats.org/officeDocument/2006/relationships/slide" Target="/ppt/slides/slide5.xml" Id="Ra5e545b844c241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5af51d248a43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704ac4f08c4bbf" /><Relationship Type="http://schemas.openxmlformats.org/officeDocument/2006/relationships/notesMaster" Target="/ppt/notesMasters/notesMaster1.xml" Id="R85e5a46e294749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a8440d7648648a9" /><Relationship Type="http://schemas.openxmlformats.org/officeDocument/2006/relationships/notesMaster" Target="/ppt/notesMasters/notesMaster1.xml" Id="Rcd011093962a4c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9c0ce1aa1b74a07" /><Relationship Type="http://schemas.openxmlformats.org/officeDocument/2006/relationships/notesMaster" Target="/ppt/notesMasters/notesMaster1.xml" Id="R4c7b981a8c514c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027e92b4ba4b1b" /><Relationship Type="http://schemas.openxmlformats.org/officeDocument/2006/relationships/notesMaster" Target="/ppt/notesMasters/notesMaster1.xml" Id="R26ccc8ff010b4f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074be0822c4a20" /><Relationship Type="http://schemas.openxmlformats.org/officeDocument/2006/relationships/notesMaster" Target="/ppt/notesMasters/notesMaster1.xml" Id="R171b0df7d5864d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Internal unsolicited calibration. Not client-approved. Provider message: msg_011CgAPra1AchtFmGkSzvecn.</a:t>
            </a:r>
          </a:p>
          <a:p xmlns:a="http://schemas.openxmlformats.org/drawingml/2006/main">
            <a:r>
              <a:t>Evidence references:</a:t>
            </a:r>
          </a:p>
          <a:p xmlns:a="http://schemas.openxmlformats.org/drawingml/2006/main">
            <a:r>
              <a:t>Y1 [VERIFIED EXTERNAL]: Companies House lists The Yardstick Agency Ltd as active, incorporated in 2016 and filing total-exemption accounts to 31 December 2025. Phillip Bray remains an active director and the company website identifies him as founder. Revenue, margin, utilisation, client concentration and pipeline are unavailable. Sources: https://find-and-update.company-information.service.gov.uk/company/10380464, https://find-and-update.company-information.service.gov.uk/company/10380464/officers, https://theyardstickagency.co.uk/about-us/phil</a:t>
            </a:r>
          </a:p>
          <a:p xmlns:a="http://schemas.openxmlformats.org/drawingml/2006/main">
            <a:r>
              <a:t>Y2 [VERIFIED EXTERNAL]: Yardstick publicly offers bespoke websites, recurring content membership, a Made Simple offer for new firms, Pick and Mix services and marketing strategy for financial advisers and related firms. This verifies a broad service portfolio, not its revenue mix or profitability. Sources: https://theyardstickagency.co.uk/, https://theyardstickagency.co.uk/services</a:t>
            </a:r>
          </a:p>
          <a:p xmlns:a="http://schemas.openxmlformats.org/drawingml/2006/main">
            <a:r>
              <a:t>Y3 [VERIFIED EXTERNAL]: Yardstick said in August 2025 that it had grown from three people in 2017 to 49 specialists. The same company article cites selected client outcomes including enquiry uplift, new clients and website ROI. These are company-selected examples and cannot establish typical performance. Sources: https://theyardstickagency.co.uk/blog/from-websites-to-workshops-your-complete-guide-to-our-marketing-services</a:t>
            </a:r>
          </a:p>
          <a:p xmlns:a="http://schemas.openxmlformats.org/drawingml/2006/main">
            <a:r>
              <a:t>No external action or presentation handoff was triggered by the commissioning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Internal unsolicited calibration. Not client-approved. Provider message: msg_011CgAPra1AchtFmGkSzvecn.</a:t>
            </a:r>
          </a:p>
          <a:p xmlns:a="http://schemas.openxmlformats.org/drawingml/2006/main">
            <a:r>
              <a:t>Evidence references:</a:t>
            </a:r>
          </a:p>
          <a:p xmlns:a="http://schemas.openxmlformats.org/drawingml/2006/main">
            <a:r>
              <a:t>Y5 [VERIFIED EXTERNAL]: Yardstick publishes ungated checklists, guides and templates and has a current press footprint around adviser growth, conversion, referrals and strategy before tactics. This verifies authority-building activity, not how it converts into qualified commercial demand. Sources: https://theyardstickagency.co.uk/checklists-guides-templates, https://theyardstickagency.co.uk/press</a:t>
            </a:r>
          </a:p>
          <a:p xmlns:a="http://schemas.openxmlformats.org/drawingml/2006/main">
            <a:r>
              <a:t>Y6 [VERIFIED EXTERNAL]: The FCA's 2025 advice-firm survey covers more than 4,100 firms and reports about 5,500 advice firms, 31,000 advisers, 4.1 million retail clients and £1 trillion assets under advice. Firm count is down 15% since 2021 while adviser numbers are stable, indicating consolidation rather than simple category expansion. Sources: https://www.fca.org.uk/data/understanding-financial-advice-market</a:t>
            </a:r>
          </a:p>
          <a:p xmlns:a="http://schemas.openxmlformats.org/drawingml/2006/main">
            <a:r>
              <a:t>Y9 [ASSUMPTION]: A diagnostic-led offer that connects a business transition to strategy, proof, website and recurring communications could improve qualification, project scope and retention. No first-party conversion, utilisation, price or contribution baselines are available, so this remains a mechanism rather than a forecast. Sources: Y2, Y4, Y5, Y8</a:t>
            </a:r>
          </a:p>
          <a:p xmlns:a="http://schemas.openxmlformats.org/drawingml/2006/main">
            <a:r>
              <a:t>No external action or presentation handoff was triggered by the commissioning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Internal unsolicited calibration. Not client-approved. Provider message: msg_011CgAPra1AchtFmGkSzvecn.</a:t>
            </a:r>
          </a:p>
          <a:p xmlns:a="http://schemas.openxmlformats.org/drawingml/2006/main">
            <a:r>
              <a:t>Evidence references:</a:t>
            </a:r>
          </a:p>
          <a:p xmlns:a="http://schemas.openxmlformats.org/drawingml/2006/main">
            <a:r>
              <a:t>Y8 [ASSUMPTION]: The most commercially useful Yardstick audience may be established multi-adviser firms entering a change point such as succession, acquisition, recruitment or a more selective client strategy. No Yardstick pipeline, win-loss or client-segmentation evidence is available to verify this priority. Sources: Y2, Y3, Y6, Y7</a:t>
            </a:r>
          </a:p>
          <a:p xmlns:a="http://schemas.openxmlformats.org/drawingml/2006/main">
            <a:r>
              <a:t>Y9 [ASSUMPTION]: A diagnostic-led offer that connects a business transition to strategy, proof, website and recurring communications could improve qualification, project scope and retention. No first-party conversion, utilisation, price or contribution baselines are available, so this remains a mechanism rather than a forecast. Sources: Y2, Y4, Y5, Y8</a:t>
            </a:r>
          </a:p>
          <a:p xmlns:a="http://schemas.openxmlformats.org/drawingml/2006/main">
            <a:r>
              <a:t>No external action or presentation handoff was triggered by the commissioning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Internal unsolicited calibration. Not client-approved. Provider message: msg_011CgAPra1AchtFmGkSzvecn.</a:t>
            </a:r>
          </a:p>
          <a:p xmlns:a="http://schemas.openxmlformats.org/drawingml/2006/main">
            <a:r>
              <a:t>Evidence references:</a:t>
            </a:r>
          </a:p>
          <a:p xmlns:a="http://schemas.openxmlformats.org/drawingml/2006/main">
            <a:r>
              <a:t>Y6 [VERIFIED EXTERNAL]: The FCA's 2025 advice-firm survey covers more than 4,100 firms and reports about 5,500 advice firms, 31,000 advisers, 4.1 million retail clients and £1 trillion assets under advice. Firm count is down 15% since 2021 while adviser numbers are stable, indicating consolidation rather than simple category expansion. Sources: https://www.fca.org.uk/data/understanding-financial-advice-market</a:t>
            </a:r>
          </a:p>
          <a:p xmlns:a="http://schemas.openxmlformats.org/drawingml/2006/main">
            <a:r>
              <a:t>Y8 [ASSUMPTION]: The most commercially useful Yardstick audience may be established multi-adviser firms entering a change point such as succession, acquisition, recruitment or a more selective client strategy. No Yardstick pipeline, win-loss or client-segmentation evidence is available to verify this priority. Sources: Y2, Y3, Y6, Y7</a:t>
            </a:r>
          </a:p>
          <a:p xmlns:a="http://schemas.openxmlformats.org/drawingml/2006/main">
            <a:r>
              <a:t>No external action or presentation handoff was triggered by the commissioning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Internal unsolicited calibration. Not client-approved. Provider message: msg_011CgAPra1AchtFmGkSzvecn.</a:t>
            </a:r>
          </a:p>
          <a:p xmlns:a="http://schemas.openxmlformats.org/drawingml/2006/main">
            <a:r>
              <a:t>Evidence references:</a:t>
            </a:r>
          </a:p>
          <a:p xmlns:a="http://schemas.openxmlformats.org/drawingml/2006/main">
            <a:r>
              <a:t>Y2 [VERIFIED EXTERNAL]: Yardstick publicly offers bespoke websites, recurring content membership, a Made Simple offer for new firms, Pick and Mix services and marketing strategy for financial advisers and related firms. This verifies a broad service portfolio, not its revenue mix or profitability. Sources: https://theyardstickagency.co.uk/, https://theyardstickagency.co.uk/services</a:t>
            </a:r>
          </a:p>
          <a:p xmlns:a="http://schemas.openxmlformats.org/drawingml/2006/main">
            <a:r>
              <a:t>Y5 [VERIFIED EXTERNAL]: Yardstick publishes ungated checklists, guides and templates and has a current press footprint around adviser growth, conversion, referrals and strategy before tactics. This verifies authority-building activity, not how it converts into qualified commercial demand. Sources: https://theyardstickagency.co.uk/checklists-guides-templates, https://theyardstickagency.co.uk/press</a:t>
            </a:r>
          </a:p>
          <a:p xmlns:a="http://schemas.openxmlformats.org/drawingml/2006/main">
            <a:r>
              <a:t>Y8 [ASSUMPTION]: The most commercially useful Yardstick audience may be established multi-adviser firms entering a change point such as succession, acquisition, recruitment or a more selective client strategy. No Yardstick pipeline, win-loss or client-segmentation evidence is available to verify this priority. Sources: Y2, Y3, Y6, Y7</a:t>
            </a:r>
          </a:p>
          <a:p xmlns:a="http://schemas.openxmlformats.org/drawingml/2006/main">
            <a:r>
              <a:t>Y9 [ASSUMPTION]: A diagnostic-led offer that connects a business transition to strategy, proof, website and recurring communications could improve qualification, project scope and retention. No first-party conversion, utilisation, price or contribution baselines are available, so this remains a mechanism rather than a forecast. Sources: Y2, Y4, Y5, Y8</a:t>
            </a:r>
          </a:p>
          <a:p xmlns:a="http://schemas.openxmlformats.org/drawingml/2006/main">
            <a:r>
              <a:t>No external action or presentation handoff was triggered by the commissioning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ac56a931e8411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cdf97137d9b426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d3fe572a08e400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0f3c4fa84a3496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a54dcf1ef99452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f56fffc390742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7EBC7F-9E43-41B0-B961-C2B5E4D3062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ABE3EC7-D84A-4FC7-8E41-D37A9D6CFC3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6F0BFB9-AA58-467F-B9E8-C930EDFF883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50DAEC-C81E-461D-8682-3DB311F1E2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9B63560-E561-4427-8B71-422E73B32F1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60A2228-00EC-4144-A034-C8EB63B58F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294E190-9885-49FB-96CA-6BE3E7FC69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2E386A4-1821-4210-9C84-9F3C4C5A416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41ADBB-E815-4ACE-AECE-B165E57677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7E17E78-846B-4EB3-AA52-09E2282CA4B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e0ead5eb38433e" /><Relationship Type="http://schemas.openxmlformats.org/officeDocument/2006/relationships/slideLayout" Target="/ppt/slideLayouts/slideLayout1.xml" Id="R71160430c4134c24" /><Relationship Type="http://schemas.openxmlformats.org/officeDocument/2006/relationships/slideLayout" Target="/ppt/slideLayouts/slideLayout2.xml" Id="R987558ca64f84424" /><Relationship Type="http://schemas.openxmlformats.org/officeDocument/2006/relationships/slideLayout" Target="/ppt/slideLayouts/slideLayout3.xml" Id="R4167c98f3d484eb1" /><Relationship Type="http://schemas.openxmlformats.org/officeDocument/2006/relationships/slideLayout" Target="/ppt/slideLayouts/slideLayout4.xml" Id="R97e7f68cdf84495e" /><Relationship Type="http://schemas.openxmlformats.org/officeDocument/2006/relationships/slideLayout" Target="/ppt/slideLayouts/slideLayout5.xml" Id="R2b953e4d45d64c5c" /><Relationship Type="http://schemas.openxmlformats.org/officeDocument/2006/relationships/slideLayout" Target="/ppt/slideLayouts/slideLayout6.xml" Id="Rab18c502cc4e43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160430c4134c24"/>
    <p:sldLayoutId xmlns:r="http://schemas.openxmlformats.org/officeDocument/2006/relationships" id="2147483650" r:id="R987558ca64f84424"/>
    <p:sldLayoutId xmlns:r="http://schemas.openxmlformats.org/officeDocument/2006/relationships" id="2147483651" r:id="R4167c98f3d484eb1"/>
    <p:sldLayoutId xmlns:r="http://schemas.openxmlformats.org/officeDocument/2006/relationships" id="2147483652" r:id="R97e7f68cdf84495e"/>
    <p:sldLayoutId xmlns:r="http://schemas.openxmlformats.org/officeDocument/2006/relationships" id="2147483653" r:id="R2b953e4d45d64c5c"/>
    <p:sldLayoutId xmlns:r="http://schemas.openxmlformats.org/officeDocument/2006/relationships" id="2147483654" r:id="Rab18c502cc4e43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e1b155810ef4bf0" /><Relationship Type="http://schemas.openxmlformats.org/officeDocument/2006/relationships/notesSlide" Target="/ppt/notesSlides/notesSlide1.xml" Id="R2edbdfcc563148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309e75686644def" /><Relationship Type="http://schemas.openxmlformats.org/officeDocument/2006/relationships/notesSlide" Target="/ppt/notesSlides/notesSlide2.xml" Id="R955a96a4fa1a42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d53a00ac91d4c89" /><Relationship Type="http://schemas.openxmlformats.org/officeDocument/2006/relationships/notesSlide" Target="/ppt/notesSlides/notesSlide3.xml" Id="Rc77e3690cf0843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d1856e7ac4644ff" /><Relationship Type="http://schemas.openxmlformats.org/officeDocument/2006/relationships/notesSlide" Target="/ppt/notesSlides/notesSlide4.xml" Id="R3125b61dfe8649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e206e6316ba4444" /><Relationship Type="http://schemas.openxmlformats.org/officeDocument/2006/relationships/notesSlide" Target="/ppt/notesSlides/notesSlide5.xml" Id="Rd7a522bf0c344484" /></Relationships>
</file>

<file path=ppt/slides/slide1.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9356809-8C65-4FEE-A41B-6109FA579470}"/>
              </a:ext>
            </a:extLst>
          </p:cNvPr>
          <p:cNvSpPr>
            <a:spLocks xmlns:a="http://schemas.openxmlformats.org/drawingml/2006/main" noGrp="1"/>
          </p:cNvSpPr>
          <p:nvPr/>
        </p:nvSpPr>
        <p:spPr>
          <a:xfrm xmlns:a="http://schemas.openxmlformats.org/drawingml/2006/main">
            <a:off x="9667875" y="0"/>
            <a:ext cx="2524125" cy="6858000"/>
          </a:xfrm>
          <a:prstGeom xmlns:a="http://schemas.openxmlformats.org/drawingml/2006/main" prst="rect">
            <a:avLst/>
          </a:prstGeom>
          <a:solidFill xmlns:a="http://schemas.openxmlformats.org/drawingml/2006/main">
            <a:srgbClr val="F2B138">
              <a:alpha val="100000"/>
            </a:srgbClr>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3A87D2-A608-4C0E-8A0A-7A68A1BA350D}"/>
              </a:ext>
            </a:extLst>
          </p:cNvPr>
          <p:cNvSpPr>
            <a:spLocks xmlns:a="http://schemas.openxmlformats.org/drawingml/2006/main" noGrp="1"/>
          </p:cNvSpPr>
          <p:nvPr/>
        </p:nvSpPr>
        <p:spPr>
          <a:xfrm xmlns:a="http://schemas.openxmlformats.org/drawingml/2006/main">
            <a:off x="10334625" y="0"/>
            <a:ext cx="114300" cy="6858000"/>
          </a:xfrm>
          <a:prstGeom xmlns:a="http://schemas.openxmlformats.org/drawingml/2006/main" prst="rect">
            <a:avLst/>
          </a:prstGeom>
          <a:solidFill xmlns:a="http://schemas.openxmlformats.org/drawingml/2006/main">
            <a:srgbClr val="13263A">
              <a:alpha val="100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D61972A-3491-4022-95EF-D700D21F91ED}"/>
              </a:ext>
            </a:extLst>
          </p:cNvPr>
          <p:cNvSpPr>
            <a:spLocks xmlns:a="http://schemas.openxmlformats.org/drawingml/2006/main" noGrp="1"/>
          </p:cNvSpPr>
          <p:nvPr/>
        </p:nvSpPr>
        <p:spPr>
          <a:xfrm xmlns:a="http://schemas.openxmlformats.org/drawingml/2006/main">
            <a:off x="590550" y="40005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28736B"/>
                </a:solidFill>
                <a:latin typeface="Arial"/>
                <a:ea typeface="Arial"/>
                <a:cs typeface="Arial"/>
              </a:defRPr>
            </a:defPPr>
            <a:lvl1pPr algn="l">
              <a:defRPr sz="825" b="1" i="0">
                <a:solidFill>
                  <a:srgbClr val="28736B"/>
                </a:solidFill>
                <a:latin typeface="Arial"/>
                <a:ea typeface="Arial"/>
                <a:cs typeface="Arial"/>
              </a:defRPr>
            </a:lvl1pPr>
            <a:lvl2pPr algn="l">
              <a:defRPr sz="825" b="1" i="0">
                <a:solidFill>
                  <a:srgbClr val="28736B"/>
                </a:solidFill>
                <a:latin typeface="Arial"/>
                <a:ea typeface="Arial"/>
                <a:cs typeface="Arial"/>
              </a:defRPr>
            </a:lvl2pPr>
            <a:lvl3pPr algn="l">
              <a:defRPr sz="825" b="1" i="0">
                <a:solidFill>
                  <a:srgbClr val="28736B"/>
                </a:solidFill>
                <a:latin typeface="Arial"/>
                <a:ea typeface="Arial"/>
                <a:cs typeface="Arial"/>
              </a:defRPr>
            </a:lvl3pPr>
            <a:lvl4pPr algn="l">
              <a:defRPr sz="825" b="1" i="0">
                <a:solidFill>
                  <a:srgbClr val="28736B"/>
                </a:solidFill>
                <a:latin typeface="Arial"/>
                <a:ea typeface="Arial"/>
                <a:cs typeface="Arial"/>
              </a:defRPr>
            </a:lvl4pPr>
            <a:lvl5pPr algn="l">
              <a:defRPr sz="825" b="1" i="0">
                <a:solidFill>
                  <a:srgbClr val="28736B"/>
                </a:solidFill>
                <a:latin typeface="Arial"/>
                <a:ea typeface="Arial"/>
                <a:cs typeface="Arial"/>
              </a:defRPr>
            </a:lvl5pPr>
            <a:lvl6pPr algn="l">
              <a:defRPr sz="825" b="1" i="0">
                <a:solidFill>
                  <a:srgbClr val="28736B"/>
                </a:solidFill>
                <a:latin typeface="Arial"/>
                <a:ea typeface="Arial"/>
                <a:cs typeface="Arial"/>
              </a:defRPr>
            </a:lvl6pPr>
            <a:lvl7pPr algn="l">
              <a:defRPr sz="825" b="1" i="0">
                <a:solidFill>
                  <a:srgbClr val="28736B"/>
                </a:solidFill>
                <a:latin typeface="Arial"/>
                <a:ea typeface="Arial"/>
                <a:cs typeface="Arial"/>
              </a:defRPr>
            </a:lvl7pPr>
            <a:lvl8pPr algn="l">
              <a:defRPr sz="825" b="1" i="0">
                <a:solidFill>
                  <a:srgbClr val="28736B"/>
                </a:solidFill>
                <a:latin typeface="Arial"/>
                <a:ea typeface="Arial"/>
                <a:cs typeface="Arial"/>
              </a:defRPr>
            </a:lvl8pPr>
            <a:lvl9pPr algn="l">
              <a:defRPr sz="825" b="1" i="0">
                <a:solidFill>
                  <a:srgbClr val="28736B"/>
                </a:solidFill>
                <a:latin typeface="Arial"/>
                <a:ea typeface="Arial"/>
                <a:cs typeface="Arial"/>
              </a:defRPr>
            </a:lvl9pPr>
          </a:lstStyle>
          <a:p xmlns:a="http://schemas.openxmlformats.org/drawingml/2006/main">
            <a:pPr algn="l">
              <a:defRPr sz="825" b="1" i="0">
                <a:solidFill>
                  <a:srgbClr val="28736B"/>
                </a:solidFill>
                <a:latin typeface="Arial"/>
                <a:ea typeface="Arial"/>
                <a:cs typeface="Arial"/>
              </a:defRPr>
            </a:pPr>
            <a:r>
              <a:rPr sz="825" b="1" i="0">
                <a:solidFill>
                  <a:srgbClr val="28736B"/>
                </a:solidFill>
                <a:latin typeface="Arial"/>
                <a:ea typeface="Arial"/>
                <a:cs typeface="Arial"/>
              </a:rPr>
              <a:t>01 / THE FOUNDER'S CURRENT POSITION</a:t>
            </a:r>
          </a:p>
        </p:txBody>
      </p:sp>
      <p:sp>
        <p:nvSpPr>
          <p:cNvPr id="4" name="">
            <a:extLst xmlns:a="http://schemas.openxmlformats.org/drawingml/2006/main">
              <a:ext uri="{FF2B5EF4-FFF2-40B4-BE49-F238E27FC236}">
                <a16:creationId xmlns:a16="http://schemas.microsoft.com/office/drawing/2014/main" id="{29C1F105-3337-443B-A948-C35EA84A9137}"/>
              </a:ext>
            </a:extLst>
          </p:cNvPr>
          <p:cNvSpPr>
            <a:spLocks xmlns:a="http://schemas.openxmlformats.org/drawingml/2006/main" noGrp="1"/>
          </p:cNvSpPr>
          <p:nvPr/>
        </p:nvSpPr>
        <p:spPr>
          <a:xfrm xmlns:a="http://schemas.openxmlformats.org/drawingml/2006/main">
            <a:off x="590550" y="1066800"/>
            <a:ext cx="742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525" b="1" i="0">
                <a:solidFill>
                  <a:srgbClr val="13263A"/>
                </a:solidFill>
                <a:latin typeface="Arial"/>
                <a:ea typeface="Arial"/>
                <a:cs typeface="Arial"/>
              </a:defRPr>
            </a:defPPr>
            <a:lvl1pPr algn="l">
              <a:defRPr sz="3525" b="1" i="0">
                <a:solidFill>
                  <a:srgbClr val="13263A"/>
                </a:solidFill>
                <a:latin typeface="Arial"/>
                <a:ea typeface="Arial"/>
                <a:cs typeface="Arial"/>
              </a:defRPr>
            </a:lvl1pPr>
            <a:lvl2pPr algn="l">
              <a:defRPr sz="3525" b="1" i="0">
                <a:solidFill>
                  <a:srgbClr val="13263A"/>
                </a:solidFill>
                <a:latin typeface="Arial"/>
                <a:ea typeface="Arial"/>
                <a:cs typeface="Arial"/>
              </a:defRPr>
            </a:lvl2pPr>
            <a:lvl3pPr algn="l">
              <a:defRPr sz="3525" b="1" i="0">
                <a:solidFill>
                  <a:srgbClr val="13263A"/>
                </a:solidFill>
                <a:latin typeface="Arial"/>
                <a:ea typeface="Arial"/>
                <a:cs typeface="Arial"/>
              </a:defRPr>
            </a:lvl3pPr>
            <a:lvl4pPr algn="l">
              <a:defRPr sz="3525" b="1" i="0">
                <a:solidFill>
                  <a:srgbClr val="13263A"/>
                </a:solidFill>
                <a:latin typeface="Arial"/>
                <a:ea typeface="Arial"/>
                <a:cs typeface="Arial"/>
              </a:defRPr>
            </a:lvl4pPr>
            <a:lvl5pPr algn="l">
              <a:defRPr sz="3525" b="1" i="0">
                <a:solidFill>
                  <a:srgbClr val="13263A"/>
                </a:solidFill>
                <a:latin typeface="Arial"/>
                <a:ea typeface="Arial"/>
                <a:cs typeface="Arial"/>
              </a:defRPr>
            </a:lvl5pPr>
            <a:lvl6pPr algn="l">
              <a:defRPr sz="3525" b="1" i="0">
                <a:solidFill>
                  <a:srgbClr val="13263A"/>
                </a:solidFill>
                <a:latin typeface="Arial"/>
                <a:ea typeface="Arial"/>
                <a:cs typeface="Arial"/>
              </a:defRPr>
            </a:lvl6pPr>
            <a:lvl7pPr algn="l">
              <a:defRPr sz="3525" b="1" i="0">
                <a:solidFill>
                  <a:srgbClr val="13263A"/>
                </a:solidFill>
                <a:latin typeface="Arial"/>
                <a:ea typeface="Arial"/>
                <a:cs typeface="Arial"/>
              </a:defRPr>
            </a:lvl7pPr>
            <a:lvl8pPr algn="l">
              <a:defRPr sz="3525" b="1" i="0">
                <a:solidFill>
                  <a:srgbClr val="13263A"/>
                </a:solidFill>
                <a:latin typeface="Arial"/>
                <a:ea typeface="Arial"/>
                <a:cs typeface="Arial"/>
              </a:defRPr>
            </a:lvl8pPr>
            <a:lvl9pPr algn="l">
              <a:defRPr sz="3525" b="1" i="0">
                <a:solidFill>
                  <a:srgbClr val="13263A"/>
                </a:solidFill>
                <a:latin typeface="Arial"/>
                <a:ea typeface="Arial"/>
                <a:cs typeface="Arial"/>
              </a:defRPr>
            </a:lvl9pPr>
          </a:lstStyle>
          <a:p xmlns:a="http://schemas.openxmlformats.org/drawingml/2006/main">
            <a:pPr algn="l">
              <a:defRPr sz="3525" b="1" i="0">
                <a:solidFill>
                  <a:srgbClr val="13263A"/>
                </a:solidFill>
                <a:latin typeface="Arial"/>
                <a:ea typeface="Arial"/>
                <a:cs typeface="Arial"/>
              </a:defRPr>
            </a:pPr>
            <a:r>
              <a:rPr sz="3525" b="1" i="0">
                <a:solidFill>
                  <a:srgbClr val="13263A"/>
                </a:solidFill>
                <a:latin typeface="Arial"/>
                <a:ea typeface="Arial"/>
                <a:cs typeface="Arial"/>
              </a:rPr>
              <a:t>Category depth is obvious.</a:t>
            </a:r>
          </a:p>
        </p:txBody>
      </p:sp>
      <p:sp>
        <p:nvSpPr>
          <p:cNvPr id="5" name="">
            <a:extLst xmlns:a="http://schemas.openxmlformats.org/drawingml/2006/main">
              <a:ext uri="{FF2B5EF4-FFF2-40B4-BE49-F238E27FC236}">
                <a16:creationId xmlns:a16="http://schemas.microsoft.com/office/drawing/2014/main" id="{14946FDA-9D06-4D33-B6FF-EB782E091253}"/>
              </a:ext>
            </a:extLst>
          </p:cNvPr>
          <p:cNvSpPr>
            <a:spLocks xmlns:a="http://schemas.openxmlformats.org/drawingml/2006/main" noGrp="1"/>
          </p:cNvSpPr>
          <p:nvPr/>
        </p:nvSpPr>
        <p:spPr>
          <a:xfrm xmlns:a="http://schemas.openxmlformats.org/drawingml/2006/main">
            <a:off x="590550" y="1752600"/>
            <a:ext cx="742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525" b="1" i="0">
                <a:solidFill>
                  <a:srgbClr val="28736B"/>
                </a:solidFill>
                <a:latin typeface="Arial"/>
                <a:ea typeface="Arial"/>
                <a:cs typeface="Arial"/>
              </a:defRPr>
            </a:defPPr>
            <a:lvl1pPr algn="l">
              <a:defRPr sz="3525" b="1" i="0">
                <a:solidFill>
                  <a:srgbClr val="28736B"/>
                </a:solidFill>
                <a:latin typeface="Arial"/>
                <a:ea typeface="Arial"/>
                <a:cs typeface="Arial"/>
              </a:defRPr>
            </a:lvl1pPr>
            <a:lvl2pPr algn="l">
              <a:defRPr sz="3525" b="1" i="0">
                <a:solidFill>
                  <a:srgbClr val="28736B"/>
                </a:solidFill>
                <a:latin typeface="Arial"/>
                <a:ea typeface="Arial"/>
                <a:cs typeface="Arial"/>
              </a:defRPr>
            </a:lvl2pPr>
            <a:lvl3pPr algn="l">
              <a:defRPr sz="3525" b="1" i="0">
                <a:solidFill>
                  <a:srgbClr val="28736B"/>
                </a:solidFill>
                <a:latin typeface="Arial"/>
                <a:ea typeface="Arial"/>
                <a:cs typeface="Arial"/>
              </a:defRPr>
            </a:lvl3pPr>
            <a:lvl4pPr algn="l">
              <a:defRPr sz="3525" b="1" i="0">
                <a:solidFill>
                  <a:srgbClr val="28736B"/>
                </a:solidFill>
                <a:latin typeface="Arial"/>
                <a:ea typeface="Arial"/>
                <a:cs typeface="Arial"/>
              </a:defRPr>
            </a:lvl4pPr>
            <a:lvl5pPr algn="l">
              <a:defRPr sz="3525" b="1" i="0">
                <a:solidFill>
                  <a:srgbClr val="28736B"/>
                </a:solidFill>
                <a:latin typeface="Arial"/>
                <a:ea typeface="Arial"/>
                <a:cs typeface="Arial"/>
              </a:defRPr>
            </a:lvl5pPr>
            <a:lvl6pPr algn="l">
              <a:defRPr sz="3525" b="1" i="0">
                <a:solidFill>
                  <a:srgbClr val="28736B"/>
                </a:solidFill>
                <a:latin typeface="Arial"/>
                <a:ea typeface="Arial"/>
                <a:cs typeface="Arial"/>
              </a:defRPr>
            </a:lvl6pPr>
            <a:lvl7pPr algn="l">
              <a:defRPr sz="3525" b="1" i="0">
                <a:solidFill>
                  <a:srgbClr val="28736B"/>
                </a:solidFill>
                <a:latin typeface="Arial"/>
                <a:ea typeface="Arial"/>
                <a:cs typeface="Arial"/>
              </a:defRPr>
            </a:lvl7pPr>
            <a:lvl8pPr algn="l">
              <a:defRPr sz="3525" b="1" i="0">
                <a:solidFill>
                  <a:srgbClr val="28736B"/>
                </a:solidFill>
                <a:latin typeface="Arial"/>
                <a:ea typeface="Arial"/>
                <a:cs typeface="Arial"/>
              </a:defRPr>
            </a:lvl8pPr>
            <a:lvl9pPr algn="l">
              <a:defRPr sz="3525" b="1" i="0">
                <a:solidFill>
                  <a:srgbClr val="28736B"/>
                </a:solidFill>
                <a:latin typeface="Arial"/>
                <a:ea typeface="Arial"/>
                <a:cs typeface="Arial"/>
              </a:defRPr>
            </a:lvl9pPr>
          </a:lstStyle>
          <a:p xmlns:a="http://schemas.openxmlformats.org/drawingml/2006/main">
            <a:pPr algn="l">
              <a:defRPr sz="3525" b="1" i="0">
                <a:solidFill>
                  <a:srgbClr val="28736B"/>
                </a:solidFill>
                <a:latin typeface="Arial"/>
                <a:ea typeface="Arial"/>
                <a:cs typeface="Arial"/>
              </a:defRPr>
            </a:pPr>
            <a:r>
              <a:rPr sz="3525" b="1" i="0">
                <a:solidFill>
                  <a:srgbClr val="28736B"/>
                </a:solidFill>
                <a:latin typeface="Arial"/>
                <a:ea typeface="Arial"/>
                <a:cs typeface="Arial"/>
              </a:rPr>
              <a:t>The buying route is not.</a:t>
            </a:r>
          </a:p>
        </p:txBody>
      </p:sp>
      <p:sp>
        <p:nvSpPr>
          <p:cNvPr id="6" name="">
            <a:extLst xmlns:a="http://schemas.openxmlformats.org/drawingml/2006/main">
              <a:ext uri="{FF2B5EF4-FFF2-40B4-BE49-F238E27FC236}">
                <a16:creationId xmlns:a16="http://schemas.microsoft.com/office/drawing/2014/main" id="{C49B7FD5-D759-4824-8016-446F9A94B8DF}"/>
              </a:ext>
            </a:extLst>
          </p:cNvPr>
          <p:cNvSpPr>
            <a:spLocks xmlns:a="http://schemas.openxmlformats.org/drawingml/2006/main" noGrp="1"/>
          </p:cNvSpPr>
          <p:nvPr/>
        </p:nvSpPr>
        <p:spPr>
          <a:xfrm xmlns:a="http://schemas.openxmlformats.org/drawingml/2006/main">
            <a:off x="590550" y="3009900"/>
            <a:ext cx="619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0" i="0">
                <a:solidFill>
                  <a:srgbClr val="13263A"/>
                </a:solidFill>
                <a:latin typeface="Arial"/>
                <a:ea typeface="Arial"/>
                <a:cs typeface="Arial"/>
              </a:defRPr>
            </a:defPPr>
            <a:lvl1pPr algn="l">
              <a:defRPr sz="1725" b="0" i="0">
                <a:solidFill>
                  <a:srgbClr val="13263A"/>
                </a:solidFill>
                <a:latin typeface="Arial"/>
                <a:ea typeface="Arial"/>
                <a:cs typeface="Arial"/>
              </a:defRPr>
            </a:lvl1pPr>
            <a:lvl2pPr algn="l">
              <a:defRPr sz="1725" b="0" i="0">
                <a:solidFill>
                  <a:srgbClr val="13263A"/>
                </a:solidFill>
                <a:latin typeface="Arial"/>
                <a:ea typeface="Arial"/>
                <a:cs typeface="Arial"/>
              </a:defRPr>
            </a:lvl2pPr>
            <a:lvl3pPr algn="l">
              <a:defRPr sz="1725" b="0" i="0">
                <a:solidFill>
                  <a:srgbClr val="13263A"/>
                </a:solidFill>
                <a:latin typeface="Arial"/>
                <a:ea typeface="Arial"/>
                <a:cs typeface="Arial"/>
              </a:defRPr>
            </a:lvl3pPr>
            <a:lvl4pPr algn="l">
              <a:defRPr sz="1725" b="0" i="0">
                <a:solidFill>
                  <a:srgbClr val="13263A"/>
                </a:solidFill>
                <a:latin typeface="Arial"/>
                <a:ea typeface="Arial"/>
                <a:cs typeface="Arial"/>
              </a:defRPr>
            </a:lvl4pPr>
            <a:lvl5pPr algn="l">
              <a:defRPr sz="1725" b="0" i="0">
                <a:solidFill>
                  <a:srgbClr val="13263A"/>
                </a:solidFill>
                <a:latin typeface="Arial"/>
                <a:ea typeface="Arial"/>
                <a:cs typeface="Arial"/>
              </a:defRPr>
            </a:lvl5pPr>
            <a:lvl6pPr algn="l">
              <a:defRPr sz="1725" b="0" i="0">
                <a:solidFill>
                  <a:srgbClr val="13263A"/>
                </a:solidFill>
                <a:latin typeface="Arial"/>
                <a:ea typeface="Arial"/>
                <a:cs typeface="Arial"/>
              </a:defRPr>
            </a:lvl6pPr>
            <a:lvl7pPr algn="l">
              <a:defRPr sz="1725" b="0" i="0">
                <a:solidFill>
                  <a:srgbClr val="13263A"/>
                </a:solidFill>
                <a:latin typeface="Arial"/>
                <a:ea typeface="Arial"/>
                <a:cs typeface="Arial"/>
              </a:defRPr>
            </a:lvl7pPr>
            <a:lvl8pPr algn="l">
              <a:defRPr sz="1725" b="0" i="0">
                <a:solidFill>
                  <a:srgbClr val="13263A"/>
                </a:solidFill>
                <a:latin typeface="Arial"/>
                <a:ea typeface="Arial"/>
                <a:cs typeface="Arial"/>
              </a:defRPr>
            </a:lvl8pPr>
            <a:lvl9pPr algn="l">
              <a:defRPr sz="1725" b="0" i="0">
                <a:solidFill>
                  <a:srgbClr val="13263A"/>
                </a:solidFill>
                <a:latin typeface="Arial"/>
                <a:ea typeface="Arial"/>
                <a:cs typeface="Arial"/>
              </a:defRPr>
            </a:lvl9pPr>
          </a:lstStyle>
          <a:p xmlns:a="http://schemas.openxmlformats.org/drawingml/2006/main">
            <a:pPr algn="l">
              <a:defRPr sz="1725" b="0" i="0">
                <a:solidFill>
                  <a:srgbClr val="13263A"/>
                </a:solidFill>
                <a:latin typeface="Arial"/>
                <a:ea typeface="Arial"/>
                <a:cs typeface="Arial"/>
              </a:defRPr>
            </a:pPr>
            <a:r>
              <a:rPr sz="1725" b="0" i="0">
                <a:solidFill>
                  <a:srgbClr val="13263A"/>
                </a:solidFill>
                <a:latin typeface="Arial"/>
                <a:ea typeface="Arial"/>
                <a:cs typeface="Arial"/>
              </a:rPr>
              <a:t>Yardstick has a specialist team, recurring content, project services and visible authority. The public offer still reads as a menu for the whole advice profession.</a:t>
            </a:r>
          </a:p>
        </p:txBody>
      </p:sp>
      <p:sp>
        <p:nvSpPr>
          <p:cNvPr id="7" name="">
            <a:extLst xmlns:a="http://schemas.openxmlformats.org/drawingml/2006/main">
              <a:ext uri="{FF2B5EF4-FFF2-40B4-BE49-F238E27FC236}">
                <a16:creationId xmlns:a16="http://schemas.microsoft.com/office/drawing/2014/main" id="{38BD7AA9-D38A-4319-8CDA-EF41CE544692}"/>
              </a:ext>
            </a:extLst>
          </p:cNvPr>
          <p:cNvSpPr>
            <a:spLocks xmlns:a="http://schemas.openxmlformats.org/drawingml/2006/main" noGrp="1"/>
          </p:cNvSpPr>
          <p:nvPr/>
        </p:nvSpPr>
        <p:spPr>
          <a:xfrm xmlns:a="http://schemas.openxmlformats.org/drawingml/2006/main">
            <a:off x="590550" y="476250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28736B"/>
                </a:solidFill>
                <a:latin typeface="Arial"/>
                <a:ea typeface="Arial"/>
                <a:cs typeface="Arial"/>
              </a:defRPr>
            </a:defPPr>
            <a:lvl1pPr algn="l">
              <a:defRPr sz="825" b="1" i="0">
                <a:solidFill>
                  <a:srgbClr val="28736B"/>
                </a:solidFill>
                <a:latin typeface="Arial"/>
                <a:ea typeface="Arial"/>
                <a:cs typeface="Arial"/>
              </a:defRPr>
            </a:lvl1pPr>
            <a:lvl2pPr algn="l">
              <a:defRPr sz="825" b="1" i="0">
                <a:solidFill>
                  <a:srgbClr val="28736B"/>
                </a:solidFill>
                <a:latin typeface="Arial"/>
                <a:ea typeface="Arial"/>
                <a:cs typeface="Arial"/>
              </a:defRPr>
            </a:lvl2pPr>
            <a:lvl3pPr algn="l">
              <a:defRPr sz="825" b="1" i="0">
                <a:solidFill>
                  <a:srgbClr val="28736B"/>
                </a:solidFill>
                <a:latin typeface="Arial"/>
                <a:ea typeface="Arial"/>
                <a:cs typeface="Arial"/>
              </a:defRPr>
            </a:lvl3pPr>
            <a:lvl4pPr algn="l">
              <a:defRPr sz="825" b="1" i="0">
                <a:solidFill>
                  <a:srgbClr val="28736B"/>
                </a:solidFill>
                <a:latin typeface="Arial"/>
                <a:ea typeface="Arial"/>
                <a:cs typeface="Arial"/>
              </a:defRPr>
            </a:lvl4pPr>
            <a:lvl5pPr algn="l">
              <a:defRPr sz="825" b="1" i="0">
                <a:solidFill>
                  <a:srgbClr val="28736B"/>
                </a:solidFill>
                <a:latin typeface="Arial"/>
                <a:ea typeface="Arial"/>
                <a:cs typeface="Arial"/>
              </a:defRPr>
            </a:lvl5pPr>
            <a:lvl6pPr algn="l">
              <a:defRPr sz="825" b="1" i="0">
                <a:solidFill>
                  <a:srgbClr val="28736B"/>
                </a:solidFill>
                <a:latin typeface="Arial"/>
                <a:ea typeface="Arial"/>
                <a:cs typeface="Arial"/>
              </a:defRPr>
            </a:lvl6pPr>
            <a:lvl7pPr algn="l">
              <a:defRPr sz="825" b="1" i="0">
                <a:solidFill>
                  <a:srgbClr val="28736B"/>
                </a:solidFill>
                <a:latin typeface="Arial"/>
                <a:ea typeface="Arial"/>
                <a:cs typeface="Arial"/>
              </a:defRPr>
            </a:lvl7pPr>
            <a:lvl8pPr algn="l">
              <a:defRPr sz="825" b="1" i="0">
                <a:solidFill>
                  <a:srgbClr val="28736B"/>
                </a:solidFill>
                <a:latin typeface="Arial"/>
                <a:ea typeface="Arial"/>
                <a:cs typeface="Arial"/>
              </a:defRPr>
            </a:lvl8pPr>
            <a:lvl9pPr algn="l">
              <a:defRPr sz="825" b="1" i="0">
                <a:solidFill>
                  <a:srgbClr val="28736B"/>
                </a:solidFill>
                <a:latin typeface="Arial"/>
                <a:ea typeface="Arial"/>
                <a:cs typeface="Arial"/>
              </a:defRPr>
            </a:lvl9pPr>
          </a:lstStyle>
          <a:p xmlns:a="http://schemas.openxmlformats.org/drawingml/2006/main">
            <a:pPr algn="l">
              <a:defRPr sz="825" b="1" i="0">
                <a:solidFill>
                  <a:srgbClr val="28736B"/>
                </a:solidFill>
                <a:latin typeface="Arial"/>
                <a:ea typeface="Arial"/>
                <a:cs typeface="Arial"/>
              </a:defRPr>
            </a:pPr>
            <a:r>
              <a:rPr sz="825" b="1" i="0">
                <a:solidFill>
                  <a:srgbClr val="28736B"/>
                </a:solidFill>
                <a:latin typeface="Arial"/>
                <a:ea typeface="Arial"/>
                <a:cs typeface="Arial"/>
              </a:rPr>
              <a:t>FOUNDER DECISION</a:t>
            </a:r>
          </a:p>
        </p:txBody>
      </p:sp>
      <p:sp>
        <p:nvSpPr>
          <p:cNvPr id="8" name="">
            <a:extLst xmlns:a="http://schemas.openxmlformats.org/drawingml/2006/main">
              <a:ext uri="{FF2B5EF4-FFF2-40B4-BE49-F238E27FC236}">
                <a16:creationId xmlns:a16="http://schemas.microsoft.com/office/drawing/2014/main" id="{565498A2-A781-40B3-9C10-FBCC81DE3754}"/>
              </a:ext>
            </a:extLst>
          </p:cNvPr>
          <p:cNvSpPr>
            <a:spLocks xmlns:a="http://schemas.openxmlformats.org/drawingml/2006/main" noGrp="1"/>
          </p:cNvSpPr>
          <p:nvPr/>
        </p:nvSpPr>
        <p:spPr>
          <a:xfrm xmlns:a="http://schemas.openxmlformats.org/drawingml/2006/main">
            <a:off x="590550" y="51054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650" b="1" i="0">
                <a:solidFill>
                  <a:srgbClr val="13263A"/>
                </a:solidFill>
                <a:latin typeface="Arial"/>
                <a:ea typeface="Arial"/>
                <a:cs typeface="Arial"/>
              </a:defRPr>
            </a:defPPr>
            <a:lvl1pPr algn="l">
              <a:defRPr sz="1650" b="1" i="0">
                <a:solidFill>
                  <a:srgbClr val="13263A"/>
                </a:solidFill>
                <a:latin typeface="Arial"/>
                <a:ea typeface="Arial"/>
                <a:cs typeface="Arial"/>
              </a:defRPr>
            </a:lvl1pPr>
            <a:lvl2pPr algn="l">
              <a:defRPr sz="1650" b="1" i="0">
                <a:solidFill>
                  <a:srgbClr val="13263A"/>
                </a:solidFill>
                <a:latin typeface="Arial"/>
                <a:ea typeface="Arial"/>
                <a:cs typeface="Arial"/>
              </a:defRPr>
            </a:lvl2pPr>
            <a:lvl3pPr algn="l">
              <a:defRPr sz="1650" b="1" i="0">
                <a:solidFill>
                  <a:srgbClr val="13263A"/>
                </a:solidFill>
                <a:latin typeface="Arial"/>
                <a:ea typeface="Arial"/>
                <a:cs typeface="Arial"/>
              </a:defRPr>
            </a:lvl3pPr>
            <a:lvl4pPr algn="l">
              <a:defRPr sz="1650" b="1" i="0">
                <a:solidFill>
                  <a:srgbClr val="13263A"/>
                </a:solidFill>
                <a:latin typeface="Arial"/>
                <a:ea typeface="Arial"/>
                <a:cs typeface="Arial"/>
              </a:defRPr>
            </a:lvl4pPr>
            <a:lvl5pPr algn="l">
              <a:defRPr sz="1650" b="1" i="0">
                <a:solidFill>
                  <a:srgbClr val="13263A"/>
                </a:solidFill>
                <a:latin typeface="Arial"/>
                <a:ea typeface="Arial"/>
                <a:cs typeface="Arial"/>
              </a:defRPr>
            </a:lvl5pPr>
            <a:lvl6pPr algn="l">
              <a:defRPr sz="1650" b="1" i="0">
                <a:solidFill>
                  <a:srgbClr val="13263A"/>
                </a:solidFill>
                <a:latin typeface="Arial"/>
                <a:ea typeface="Arial"/>
                <a:cs typeface="Arial"/>
              </a:defRPr>
            </a:lvl6pPr>
            <a:lvl7pPr algn="l">
              <a:defRPr sz="1650" b="1" i="0">
                <a:solidFill>
                  <a:srgbClr val="13263A"/>
                </a:solidFill>
                <a:latin typeface="Arial"/>
                <a:ea typeface="Arial"/>
                <a:cs typeface="Arial"/>
              </a:defRPr>
            </a:lvl7pPr>
            <a:lvl8pPr algn="l">
              <a:defRPr sz="1650" b="1" i="0">
                <a:solidFill>
                  <a:srgbClr val="13263A"/>
                </a:solidFill>
                <a:latin typeface="Arial"/>
                <a:ea typeface="Arial"/>
                <a:cs typeface="Arial"/>
              </a:defRPr>
            </a:lvl8pPr>
            <a:lvl9pPr algn="l">
              <a:defRPr sz="1650" b="1" i="0">
                <a:solidFill>
                  <a:srgbClr val="13263A"/>
                </a:solidFill>
                <a:latin typeface="Arial"/>
                <a:ea typeface="Arial"/>
                <a:cs typeface="Arial"/>
              </a:defRPr>
            </a:lvl9pPr>
          </a:lstStyle>
          <a:p xmlns:a="http://schemas.openxmlformats.org/drawingml/2006/main">
            <a:pPr algn="l">
              <a:defRPr sz="1650" b="1" i="0">
                <a:solidFill>
                  <a:srgbClr val="13263A"/>
                </a:solidFill>
                <a:latin typeface="Arial"/>
                <a:ea typeface="Arial"/>
                <a:cs typeface="Arial"/>
              </a:defRPr>
            </a:pPr>
            <a:r>
              <a:rPr sz="1650" b="1" i="0">
                <a:solidFill>
                  <a:srgbClr val="13263A"/>
                </a:solidFill>
                <a:latin typeface="Arial"/>
                <a:ea typeface="Arial"/>
                <a:cs typeface="Arial"/>
              </a:rPr>
              <a:t>Check whether existing deal records show a pattern of single-service versus multi-service purchases before deciding this is a real constraint.</a:t>
            </a:r>
          </a:p>
        </p:txBody>
      </p:sp>
      <p:sp>
        <p:nvSpPr>
          <p:cNvPr id="9" name="">
            <a:extLst xmlns:a="http://schemas.openxmlformats.org/drawingml/2006/main">
              <a:ext uri="{FF2B5EF4-FFF2-40B4-BE49-F238E27FC236}">
                <a16:creationId xmlns:a16="http://schemas.microsoft.com/office/drawing/2014/main" id="{49CC6390-3A12-45EB-8355-F19CF3B15938}"/>
              </a:ext>
            </a:extLst>
          </p:cNvPr>
          <p:cNvSpPr>
            <a:spLocks xmlns:a="http://schemas.openxmlformats.org/drawingml/2006/main" noGrp="1"/>
          </p:cNvSpPr>
          <p:nvPr/>
        </p:nvSpPr>
        <p:spPr>
          <a:xfrm xmlns:a="http://schemas.openxmlformats.org/drawingml/2006/main">
            <a:off x="590550" y="6457950"/>
            <a:ext cx="7239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5A6872"/>
                </a:solidFill>
                <a:latin typeface="Arial"/>
                <a:ea typeface="Arial"/>
                <a:cs typeface="Arial"/>
              </a:defRPr>
            </a:defPPr>
            <a:lvl1pPr algn="l">
              <a:defRPr sz="675" b="1" i="0">
                <a:solidFill>
                  <a:srgbClr val="5A6872"/>
                </a:solidFill>
                <a:latin typeface="Arial"/>
                <a:ea typeface="Arial"/>
                <a:cs typeface="Arial"/>
              </a:defRPr>
            </a:lvl1pPr>
            <a:lvl2pPr algn="l">
              <a:defRPr sz="675" b="1" i="0">
                <a:solidFill>
                  <a:srgbClr val="5A6872"/>
                </a:solidFill>
                <a:latin typeface="Arial"/>
                <a:ea typeface="Arial"/>
                <a:cs typeface="Arial"/>
              </a:defRPr>
            </a:lvl2pPr>
            <a:lvl3pPr algn="l">
              <a:defRPr sz="675" b="1" i="0">
                <a:solidFill>
                  <a:srgbClr val="5A6872"/>
                </a:solidFill>
                <a:latin typeface="Arial"/>
                <a:ea typeface="Arial"/>
                <a:cs typeface="Arial"/>
              </a:defRPr>
            </a:lvl3pPr>
            <a:lvl4pPr algn="l">
              <a:defRPr sz="675" b="1" i="0">
                <a:solidFill>
                  <a:srgbClr val="5A6872"/>
                </a:solidFill>
                <a:latin typeface="Arial"/>
                <a:ea typeface="Arial"/>
                <a:cs typeface="Arial"/>
              </a:defRPr>
            </a:lvl4pPr>
            <a:lvl5pPr algn="l">
              <a:defRPr sz="675" b="1" i="0">
                <a:solidFill>
                  <a:srgbClr val="5A6872"/>
                </a:solidFill>
                <a:latin typeface="Arial"/>
                <a:ea typeface="Arial"/>
                <a:cs typeface="Arial"/>
              </a:defRPr>
            </a:lvl5pPr>
            <a:lvl6pPr algn="l">
              <a:defRPr sz="675" b="1" i="0">
                <a:solidFill>
                  <a:srgbClr val="5A6872"/>
                </a:solidFill>
                <a:latin typeface="Arial"/>
                <a:ea typeface="Arial"/>
                <a:cs typeface="Arial"/>
              </a:defRPr>
            </a:lvl6pPr>
            <a:lvl7pPr algn="l">
              <a:defRPr sz="675" b="1" i="0">
                <a:solidFill>
                  <a:srgbClr val="5A6872"/>
                </a:solidFill>
                <a:latin typeface="Arial"/>
                <a:ea typeface="Arial"/>
                <a:cs typeface="Arial"/>
              </a:defRPr>
            </a:lvl7pPr>
            <a:lvl8pPr algn="l">
              <a:defRPr sz="675" b="1" i="0">
                <a:solidFill>
                  <a:srgbClr val="5A6872"/>
                </a:solidFill>
                <a:latin typeface="Arial"/>
                <a:ea typeface="Arial"/>
                <a:cs typeface="Arial"/>
              </a:defRPr>
            </a:lvl8pPr>
            <a:lvl9pPr algn="l">
              <a:defRPr sz="675" b="1" i="0">
                <a:solidFill>
                  <a:srgbClr val="5A6872"/>
                </a:solidFill>
                <a:latin typeface="Arial"/>
                <a:ea typeface="Arial"/>
                <a:cs typeface="Arial"/>
              </a:defRPr>
            </a:lvl9pPr>
          </a:lstStyle>
          <a:p xmlns:a="http://schemas.openxmlformats.org/drawingml/2006/main">
            <a:pPr algn="l">
              <a:defRPr sz="675" b="1" i="0">
                <a:solidFill>
                  <a:srgbClr val="5A6872"/>
                </a:solidFill>
                <a:latin typeface="Arial"/>
                <a:ea typeface="Arial"/>
                <a:cs typeface="Arial"/>
              </a:defRPr>
            </a:pPr>
            <a:r>
              <a:rPr sz="675" b="1" i="0">
                <a:solidFill>
                  <a:srgbClr val="5A6872"/>
                </a:solidFill>
                <a:latin typeface="Arial"/>
                <a:ea typeface="Arial"/>
                <a:cs typeface="Arial"/>
              </a:rPr>
              <a:t>FIELDWORK / THE YARDSTICK AGENCY / INTERNAL CALIBRATION</a:t>
            </a:r>
          </a:p>
        </p:txBody>
      </p:sp>
      <p:sp>
        <p:nvSpPr>
          <p:cNvPr id="10" name="">
            <a:extLst xmlns:a="http://schemas.openxmlformats.org/drawingml/2006/main">
              <a:ext uri="{FF2B5EF4-FFF2-40B4-BE49-F238E27FC236}">
                <a16:creationId xmlns:a16="http://schemas.microsoft.com/office/drawing/2014/main" id="{2B7A62A3-294A-492C-A68E-358147B2D626}"/>
              </a:ext>
            </a:extLst>
          </p:cNvPr>
          <p:cNvSpPr>
            <a:spLocks xmlns:a="http://schemas.openxmlformats.org/drawingml/2006/main" noGrp="1"/>
          </p:cNvSpPr>
          <p:nvPr/>
        </p:nvSpPr>
        <p:spPr>
          <a:xfrm xmlns:a="http://schemas.openxmlformats.org/drawingml/2006/main">
            <a:off x="7953375" y="6457950"/>
            <a:ext cx="285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5A6872"/>
                </a:solidFill>
                <a:latin typeface="Arial"/>
                <a:ea typeface="Arial"/>
                <a:cs typeface="Arial"/>
              </a:defRPr>
            </a:defPPr>
            <a:lvl1pPr algn="r">
              <a:defRPr sz="675" b="1" i="0">
                <a:solidFill>
                  <a:srgbClr val="5A6872"/>
                </a:solidFill>
                <a:latin typeface="Arial"/>
                <a:ea typeface="Arial"/>
                <a:cs typeface="Arial"/>
              </a:defRPr>
            </a:lvl1pPr>
            <a:lvl2pPr algn="r">
              <a:defRPr sz="675" b="1" i="0">
                <a:solidFill>
                  <a:srgbClr val="5A6872"/>
                </a:solidFill>
                <a:latin typeface="Arial"/>
                <a:ea typeface="Arial"/>
                <a:cs typeface="Arial"/>
              </a:defRPr>
            </a:lvl2pPr>
            <a:lvl3pPr algn="r">
              <a:defRPr sz="675" b="1" i="0">
                <a:solidFill>
                  <a:srgbClr val="5A6872"/>
                </a:solidFill>
                <a:latin typeface="Arial"/>
                <a:ea typeface="Arial"/>
                <a:cs typeface="Arial"/>
              </a:defRPr>
            </a:lvl3pPr>
            <a:lvl4pPr algn="r">
              <a:defRPr sz="675" b="1" i="0">
                <a:solidFill>
                  <a:srgbClr val="5A6872"/>
                </a:solidFill>
                <a:latin typeface="Arial"/>
                <a:ea typeface="Arial"/>
                <a:cs typeface="Arial"/>
              </a:defRPr>
            </a:lvl4pPr>
            <a:lvl5pPr algn="r">
              <a:defRPr sz="675" b="1" i="0">
                <a:solidFill>
                  <a:srgbClr val="5A6872"/>
                </a:solidFill>
                <a:latin typeface="Arial"/>
                <a:ea typeface="Arial"/>
                <a:cs typeface="Arial"/>
              </a:defRPr>
            </a:lvl5pPr>
            <a:lvl6pPr algn="r">
              <a:defRPr sz="675" b="1" i="0">
                <a:solidFill>
                  <a:srgbClr val="5A6872"/>
                </a:solidFill>
                <a:latin typeface="Arial"/>
                <a:ea typeface="Arial"/>
                <a:cs typeface="Arial"/>
              </a:defRPr>
            </a:lvl6pPr>
            <a:lvl7pPr algn="r">
              <a:defRPr sz="675" b="1" i="0">
                <a:solidFill>
                  <a:srgbClr val="5A6872"/>
                </a:solidFill>
                <a:latin typeface="Arial"/>
                <a:ea typeface="Arial"/>
                <a:cs typeface="Arial"/>
              </a:defRPr>
            </a:lvl7pPr>
            <a:lvl8pPr algn="r">
              <a:defRPr sz="675" b="1" i="0">
                <a:solidFill>
                  <a:srgbClr val="5A6872"/>
                </a:solidFill>
                <a:latin typeface="Arial"/>
                <a:ea typeface="Arial"/>
                <a:cs typeface="Arial"/>
              </a:defRPr>
            </a:lvl8pPr>
            <a:lvl9pPr algn="r">
              <a:defRPr sz="675" b="1" i="0">
                <a:solidFill>
                  <a:srgbClr val="5A6872"/>
                </a:solidFill>
                <a:latin typeface="Arial"/>
                <a:ea typeface="Arial"/>
                <a:cs typeface="Arial"/>
              </a:defRPr>
            </a:lvl9pPr>
          </a:lstStyle>
          <a:p xmlns:a="http://schemas.openxmlformats.org/drawingml/2006/main">
            <a:pPr algn="r">
              <a:defRPr sz="675" b="1" i="0">
                <a:solidFill>
                  <a:srgbClr val="5A6872"/>
                </a:solidFill>
                <a:latin typeface="Arial"/>
                <a:ea typeface="Arial"/>
                <a:cs typeface="Arial"/>
              </a:defRPr>
            </a:pPr>
            <a:r>
              <a:rPr sz="675" b="1" i="0">
                <a:solidFill>
                  <a:srgbClr val="5A6872"/>
                </a:solidFill>
                <a:latin typeface="Arial"/>
                <a:ea typeface="Arial"/>
                <a:cs typeface="Arial"/>
              </a:rPr>
              <a:t>PUBLIC EVIDENCE + OPEN FIRST-PARTY INPUTS</a:t>
            </a:r>
          </a:p>
        </p:txBody>
      </p:sp>
      <p:sp>
        <p:nvSpPr>
          <p:cNvPr id="11" name="">
            <a:extLst xmlns:a="http://schemas.openxmlformats.org/drawingml/2006/main">
              <a:ext uri="{FF2B5EF4-FFF2-40B4-BE49-F238E27FC236}">
                <a16:creationId xmlns:a16="http://schemas.microsoft.com/office/drawing/2014/main" id="{534B83FC-0C82-4370-AF07-7A80F4AAF9CA}"/>
              </a:ext>
            </a:extLst>
          </p:cNvPr>
          <p:cNvSpPr>
            <a:spLocks xmlns:a="http://schemas.openxmlformats.org/drawingml/2006/main" noGrp="1"/>
          </p:cNvSpPr>
          <p:nvPr/>
        </p:nvSpPr>
        <p:spPr>
          <a:xfrm xmlns:a="http://schemas.openxmlformats.org/drawingml/2006/main">
            <a:off x="11029950" y="6457950"/>
            <a:ext cx="5905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5A6872"/>
                </a:solidFill>
                <a:latin typeface="Arial"/>
                <a:ea typeface="Arial"/>
                <a:cs typeface="Arial"/>
              </a:defRPr>
            </a:defPPr>
            <a:lvl1pPr algn="r">
              <a:defRPr sz="675" b="1" i="0">
                <a:solidFill>
                  <a:srgbClr val="5A6872"/>
                </a:solidFill>
                <a:latin typeface="Arial"/>
                <a:ea typeface="Arial"/>
                <a:cs typeface="Arial"/>
              </a:defRPr>
            </a:lvl1pPr>
            <a:lvl2pPr algn="r">
              <a:defRPr sz="675" b="1" i="0">
                <a:solidFill>
                  <a:srgbClr val="5A6872"/>
                </a:solidFill>
                <a:latin typeface="Arial"/>
                <a:ea typeface="Arial"/>
                <a:cs typeface="Arial"/>
              </a:defRPr>
            </a:lvl2pPr>
            <a:lvl3pPr algn="r">
              <a:defRPr sz="675" b="1" i="0">
                <a:solidFill>
                  <a:srgbClr val="5A6872"/>
                </a:solidFill>
                <a:latin typeface="Arial"/>
                <a:ea typeface="Arial"/>
                <a:cs typeface="Arial"/>
              </a:defRPr>
            </a:lvl3pPr>
            <a:lvl4pPr algn="r">
              <a:defRPr sz="675" b="1" i="0">
                <a:solidFill>
                  <a:srgbClr val="5A6872"/>
                </a:solidFill>
                <a:latin typeface="Arial"/>
                <a:ea typeface="Arial"/>
                <a:cs typeface="Arial"/>
              </a:defRPr>
            </a:lvl4pPr>
            <a:lvl5pPr algn="r">
              <a:defRPr sz="675" b="1" i="0">
                <a:solidFill>
                  <a:srgbClr val="5A6872"/>
                </a:solidFill>
                <a:latin typeface="Arial"/>
                <a:ea typeface="Arial"/>
                <a:cs typeface="Arial"/>
              </a:defRPr>
            </a:lvl5pPr>
            <a:lvl6pPr algn="r">
              <a:defRPr sz="675" b="1" i="0">
                <a:solidFill>
                  <a:srgbClr val="5A6872"/>
                </a:solidFill>
                <a:latin typeface="Arial"/>
                <a:ea typeface="Arial"/>
                <a:cs typeface="Arial"/>
              </a:defRPr>
            </a:lvl6pPr>
            <a:lvl7pPr algn="r">
              <a:defRPr sz="675" b="1" i="0">
                <a:solidFill>
                  <a:srgbClr val="5A6872"/>
                </a:solidFill>
                <a:latin typeface="Arial"/>
                <a:ea typeface="Arial"/>
                <a:cs typeface="Arial"/>
              </a:defRPr>
            </a:lvl7pPr>
            <a:lvl8pPr algn="r">
              <a:defRPr sz="675" b="1" i="0">
                <a:solidFill>
                  <a:srgbClr val="5A6872"/>
                </a:solidFill>
                <a:latin typeface="Arial"/>
                <a:ea typeface="Arial"/>
                <a:cs typeface="Arial"/>
              </a:defRPr>
            </a:lvl8pPr>
            <a:lvl9pPr algn="r">
              <a:defRPr sz="675" b="1" i="0">
                <a:solidFill>
                  <a:srgbClr val="5A6872"/>
                </a:solidFill>
                <a:latin typeface="Arial"/>
                <a:ea typeface="Arial"/>
                <a:cs typeface="Arial"/>
              </a:defRPr>
            </a:lvl9pPr>
          </a:lstStyle>
          <a:p xmlns:a="http://schemas.openxmlformats.org/drawingml/2006/main">
            <a:pPr algn="r">
              <a:defRPr sz="675" b="1" i="0">
                <a:solidFill>
                  <a:srgbClr val="5A6872"/>
                </a:solidFill>
                <a:latin typeface="Arial"/>
                <a:ea typeface="Arial"/>
                <a:cs typeface="Arial"/>
              </a:defRPr>
            </a:pPr>
            <a:r>
              <a:rPr sz="675" b="1" i="0">
                <a:solidFill>
                  <a:srgbClr val="5A6872"/>
                </a:solidFill>
                <a:latin typeface="Arial"/>
                <a:ea typeface="Arial"/>
                <a:cs typeface="Arial"/>
              </a:rPr>
              <a:t>01 / 05</a:t>
            </a:r>
          </a:p>
        </p:txBody>
      </p:sp>
    </p:spTree>
    <p:extLst>
      <p:ext uri="{BB962C8B-B14F-4D97-AF65-F5344CB8AC3E}">
        <p14:creationId xmlns:p14="http://schemas.microsoft.com/office/powerpoint/2010/main" val="343102302"/>
      </p:ext>
    </p:extLst>
  </p:cSld>
</p:sld>
</file>

<file path=ppt/slides/slide2.xml><?xml version="1.0" encoding="utf-8"?>
<p:sld xmlns:p="http://schemas.openxmlformats.org/presentationml/2006/main">
  <p:cSld>
    <p:bg>
      <p:bgPr>
        <a:solidFill xmlns:a="http://schemas.openxmlformats.org/drawingml/2006/main">
          <a:srgbClr val="13263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46B6FB0-5C95-467F-AEEB-4814004FE72E}"/>
              </a:ext>
            </a:extLst>
          </p:cNvPr>
          <p:cNvSpPr>
            <a:spLocks xmlns:a="http://schemas.openxmlformats.org/drawingml/2006/main" noGrp="1"/>
          </p:cNvSpPr>
          <p:nvPr/>
        </p:nvSpPr>
        <p:spPr>
          <a:xfrm xmlns:a="http://schemas.openxmlformats.org/drawingml/2006/main">
            <a:off x="590550" y="40005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F2B138"/>
                </a:solidFill>
                <a:latin typeface="Arial"/>
                <a:ea typeface="Arial"/>
                <a:cs typeface="Arial"/>
              </a:defRPr>
            </a:defPPr>
            <a:lvl1pPr algn="l">
              <a:defRPr sz="825" b="1" i="0">
                <a:solidFill>
                  <a:srgbClr val="F2B138"/>
                </a:solidFill>
                <a:latin typeface="Arial"/>
                <a:ea typeface="Arial"/>
                <a:cs typeface="Arial"/>
              </a:defRPr>
            </a:lvl1pPr>
            <a:lvl2pPr algn="l">
              <a:defRPr sz="825" b="1" i="0">
                <a:solidFill>
                  <a:srgbClr val="F2B138"/>
                </a:solidFill>
                <a:latin typeface="Arial"/>
                <a:ea typeface="Arial"/>
                <a:cs typeface="Arial"/>
              </a:defRPr>
            </a:lvl2pPr>
            <a:lvl3pPr algn="l">
              <a:defRPr sz="825" b="1" i="0">
                <a:solidFill>
                  <a:srgbClr val="F2B138"/>
                </a:solidFill>
                <a:latin typeface="Arial"/>
                <a:ea typeface="Arial"/>
                <a:cs typeface="Arial"/>
              </a:defRPr>
            </a:lvl3pPr>
            <a:lvl4pPr algn="l">
              <a:defRPr sz="825" b="1" i="0">
                <a:solidFill>
                  <a:srgbClr val="F2B138"/>
                </a:solidFill>
                <a:latin typeface="Arial"/>
                <a:ea typeface="Arial"/>
                <a:cs typeface="Arial"/>
              </a:defRPr>
            </a:lvl4pPr>
            <a:lvl5pPr algn="l">
              <a:defRPr sz="825" b="1" i="0">
                <a:solidFill>
                  <a:srgbClr val="F2B138"/>
                </a:solidFill>
                <a:latin typeface="Arial"/>
                <a:ea typeface="Arial"/>
                <a:cs typeface="Arial"/>
              </a:defRPr>
            </a:lvl5pPr>
            <a:lvl6pPr algn="l">
              <a:defRPr sz="825" b="1" i="0">
                <a:solidFill>
                  <a:srgbClr val="F2B138"/>
                </a:solidFill>
                <a:latin typeface="Arial"/>
                <a:ea typeface="Arial"/>
                <a:cs typeface="Arial"/>
              </a:defRPr>
            </a:lvl6pPr>
            <a:lvl7pPr algn="l">
              <a:defRPr sz="825" b="1" i="0">
                <a:solidFill>
                  <a:srgbClr val="F2B138"/>
                </a:solidFill>
                <a:latin typeface="Arial"/>
                <a:ea typeface="Arial"/>
                <a:cs typeface="Arial"/>
              </a:defRPr>
            </a:lvl7pPr>
            <a:lvl8pPr algn="l">
              <a:defRPr sz="825" b="1" i="0">
                <a:solidFill>
                  <a:srgbClr val="F2B138"/>
                </a:solidFill>
                <a:latin typeface="Arial"/>
                <a:ea typeface="Arial"/>
                <a:cs typeface="Arial"/>
              </a:defRPr>
            </a:lvl8pPr>
            <a:lvl9pPr algn="l">
              <a:defRPr sz="825" b="1" i="0">
                <a:solidFill>
                  <a:srgbClr val="F2B138"/>
                </a:solidFill>
                <a:latin typeface="Arial"/>
                <a:ea typeface="Arial"/>
                <a:cs typeface="Arial"/>
              </a:defRPr>
            </a:lvl9pPr>
          </a:lstStyle>
          <a:p xmlns:a="http://schemas.openxmlformats.org/drawingml/2006/main">
            <a:pPr algn="l">
              <a:defRPr sz="825" b="1" i="0">
                <a:solidFill>
                  <a:srgbClr val="F2B138"/>
                </a:solidFill>
                <a:latin typeface="Arial"/>
                <a:ea typeface="Arial"/>
                <a:cs typeface="Arial"/>
              </a:defRPr>
            </a:pPr>
            <a:r>
              <a:rPr sz="825" b="1" i="0">
                <a:solidFill>
                  <a:srgbClr val="F2B138"/>
                </a:solidFill>
                <a:latin typeface="Arial"/>
                <a:ea typeface="Arial"/>
                <a:cs typeface="Arial"/>
              </a:rPr>
              <a:t>02 / THE COMMERCIAL OPPORTUNITY</a:t>
            </a:r>
          </a:p>
        </p:txBody>
      </p:sp>
      <p:sp>
        <p:nvSpPr>
          <p:cNvPr id="2" name="">
            <a:extLst xmlns:a="http://schemas.openxmlformats.org/drawingml/2006/main">
              <a:ext uri="{FF2B5EF4-FFF2-40B4-BE49-F238E27FC236}">
                <a16:creationId xmlns:a16="http://schemas.microsoft.com/office/drawing/2014/main" id="{A6DB5677-E07F-4214-8942-6C3191B4DA8D}"/>
              </a:ext>
            </a:extLst>
          </p:cNvPr>
          <p:cNvSpPr>
            <a:spLocks xmlns:a="http://schemas.openxmlformats.org/drawingml/2006/main" noGrp="1"/>
          </p:cNvSpPr>
          <p:nvPr/>
        </p:nvSpPr>
        <p:spPr>
          <a:xfrm xmlns:a="http://schemas.openxmlformats.org/drawingml/2006/main">
            <a:off x="590550" y="933450"/>
            <a:ext cx="1028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150" b="1" i="0">
                <a:solidFill>
                  <a:srgbClr val="FFFFFF"/>
                </a:solidFill>
                <a:latin typeface="Arial"/>
                <a:ea typeface="Arial"/>
                <a:cs typeface="Arial"/>
              </a:defRPr>
            </a:defPPr>
            <a:lvl1pPr algn="l">
              <a:defRPr sz="3150" b="1" i="0">
                <a:solidFill>
                  <a:srgbClr val="FFFFFF"/>
                </a:solidFill>
                <a:latin typeface="Arial"/>
                <a:ea typeface="Arial"/>
                <a:cs typeface="Arial"/>
              </a:defRPr>
            </a:lvl1pPr>
            <a:lvl2pPr algn="l">
              <a:defRPr sz="3150" b="1" i="0">
                <a:solidFill>
                  <a:srgbClr val="FFFFFF"/>
                </a:solidFill>
                <a:latin typeface="Arial"/>
                <a:ea typeface="Arial"/>
                <a:cs typeface="Arial"/>
              </a:defRPr>
            </a:lvl2pPr>
            <a:lvl3pPr algn="l">
              <a:defRPr sz="3150" b="1" i="0">
                <a:solidFill>
                  <a:srgbClr val="FFFFFF"/>
                </a:solidFill>
                <a:latin typeface="Arial"/>
                <a:ea typeface="Arial"/>
                <a:cs typeface="Arial"/>
              </a:defRPr>
            </a:lvl3pPr>
            <a:lvl4pPr algn="l">
              <a:defRPr sz="3150" b="1" i="0">
                <a:solidFill>
                  <a:srgbClr val="FFFFFF"/>
                </a:solidFill>
                <a:latin typeface="Arial"/>
                <a:ea typeface="Arial"/>
                <a:cs typeface="Arial"/>
              </a:defRPr>
            </a:lvl4pPr>
            <a:lvl5pPr algn="l">
              <a:defRPr sz="3150" b="1" i="0">
                <a:solidFill>
                  <a:srgbClr val="FFFFFF"/>
                </a:solidFill>
                <a:latin typeface="Arial"/>
                <a:ea typeface="Arial"/>
                <a:cs typeface="Arial"/>
              </a:defRPr>
            </a:lvl5pPr>
            <a:lvl6pPr algn="l">
              <a:defRPr sz="3150" b="1" i="0">
                <a:solidFill>
                  <a:srgbClr val="FFFFFF"/>
                </a:solidFill>
                <a:latin typeface="Arial"/>
                <a:ea typeface="Arial"/>
                <a:cs typeface="Arial"/>
              </a:defRPr>
            </a:lvl6pPr>
            <a:lvl7pPr algn="l">
              <a:defRPr sz="3150" b="1" i="0">
                <a:solidFill>
                  <a:srgbClr val="FFFFFF"/>
                </a:solidFill>
                <a:latin typeface="Arial"/>
                <a:ea typeface="Arial"/>
                <a:cs typeface="Arial"/>
              </a:defRPr>
            </a:lvl7pPr>
            <a:lvl8pPr algn="l">
              <a:defRPr sz="3150" b="1" i="0">
                <a:solidFill>
                  <a:srgbClr val="FFFFFF"/>
                </a:solidFill>
                <a:latin typeface="Arial"/>
                <a:ea typeface="Arial"/>
                <a:cs typeface="Arial"/>
              </a:defRPr>
            </a:lvl8pPr>
            <a:lvl9pPr algn="l">
              <a:defRPr sz="3150" b="1" i="0">
                <a:solidFill>
                  <a:srgbClr val="FFFFFF"/>
                </a:solidFill>
                <a:latin typeface="Arial"/>
                <a:ea typeface="Arial"/>
                <a:cs typeface="Arial"/>
              </a:defRPr>
            </a:lvl9pPr>
          </a:lstStyle>
          <a:p xmlns:a="http://schemas.openxmlformats.org/drawingml/2006/main">
            <a:pPr algn="l">
              <a:defRPr sz="3150" b="1" i="0">
                <a:solidFill>
                  <a:srgbClr val="FFFFFF"/>
                </a:solidFill>
                <a:latin typeface="Arial"/>
                <a:ea typeface="Arial"/>
                <a:cs typeface="Arial"/>
              </a:defRPr>
            </a:pPr>
            <a:r>
              <a:rPr sz="3150" b="1" i="0">
                <a:solidFill>
                  <a:srgbClr val="FFFFFF"/>
                </a:solidFill>
                <a:latin typeface="Arial"/>
                <a:ea typeface="Arial"/>
                <a:cs typeface="Arial"/>
              </a:rPr>
              <a:t>Own the moments when an advice firm has to change.</a:t>
            </a:r>
          </a:p>
        </p:txBody>
      </p:sp>
      <p:sp>
        <p:nvSpPr>
          <p:cNvPr id="3" name="">
            <a:extLst xmlns:a="http://schemas.openxmlformats.org/drawingml/2006/main">
              <a:ext uri="{FF2B5EF4-FFF2-40B4-BE49-F238E27FC236}">
                <a16:creationId xmlns:a16="http://schemas.microsoft.com/office/drawing/2014/main" id="{123DB9D6-5793-45B4-8DBA-22FC53D2C33C}"/>
              </a:ext>
            </a:extLst>
          </p:cNvPr>
          <p:cNvSpPr>
            <a:spLocks xmlns:a="http://schemas.openxmlformats.org/drawingml/2006/main" noGrp="1"/>
          </p:cNvSpPr>
          <p:nvPr/>
        </p:nvSpPr>
        <p:spPr>
          <a:xfrm xmlns:a="http://schemas.openxmlformats.org/drawingml/2006/main">
            <a:off x="628650" y="264795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75" b="1" i="0">
                <a:solidFill>
                  <a:srgbClr val="F2B138"/>
                </a:solidFill>
                <a:latin typeface="Arial"/>
                <a:ea typeface="Arial"/>
                <a:cs typeface="Arial"/>
              </a:defRPr>
            </a:defPPr>
            <a:lvl1pPr algn="ctr">
              <a:defRPr sz="1275" b="1" i="0">
                <a:solidFill>
                  <a:srgbClr val="F2B138"/>
                </a:solidFill>
                <a:latin typeface="Arial"/>
                <a:ea typeface="Arial"/>
                <a:cs typeface="Arial"/>
              </a:defRPr>
            </a:lvl1pPr>
            <a:lvl2pPr algn="ctr">
              <a:defRPr sz="1275" b="1" i="0">
                <a:solidFill>
                  <a:srgbClr val="F2B138"/>
                </a:solidFill>
                <a:latin typeface="Arial"/>
                <a:ea typeface="Arial"/>
                <a:cs typeface="Arial"/>
              </a:defRPr>
            </a:lvl2pPr>
            <a:lvl3pPr algn="ctr">
              <a:defRPr sz="1275" b="1" i="0">
                <a:solidFill>
                  <a:srgbClr val="F2B138"/>
                </a:solidFill>
                <a:latin typeface="Arial"/>
                <a:ea typeface="Arial"/>
                <a:cs typeface="Arial"/>
              </a:defRPr>
            </a:lvl3pPr>
            <a:lvl4pPr algn="ctr">
              <a:defRPr sz="1275" b="1" i="0">
                <a:solidFill>
                  <a:srgbClr val="F2B138"/>
                </a:solidFill>
                <a:latin typeface="Arial"/>
                <a:ea typeface="Arial"/>
                <a:cs typeface="Arial"/>
              </a:defRPr>
            </a:lvl4pPr>
            <a:lvl5pPr algn="ctr">
              <a:defRPr sz="1275" b="1" i="0">
                <a:solidFill>
                  <a:srgbClr val="F2B138"/>
                </a:solidFill>
                <a:latin typeface="Arial"/>
                <a:ea typeface="Arial"/>
                <a:cs typeface="Arial"/>
              </a:defRPr>
            </a:lvl5pPr>
            <a:lvl6pPr algn="ctr">
              <a:defRPr sz="1275" b="1" i="0">
                <a:solidFill>
                  <a:srgbClr val="F2B138"/>
                </a:solidFill>
                <a:latin typeface="Arial"/>
                <a:ea typeface="Arial"/>
                <a:cs typeface="Arial"/>
              </a:defRPr>
            </a:lvl6pPr>
            <a:lvl7pPr algn="ctr">
              <a:defRPr sz="1275" b="1" i="0">
                <a:solidFill>
                  <a:srgbClr val="F2B138"/>
                </a:solidFill>
                <a:latin typeface="Arial"/>
                <a:ea typeface="Arial"/>
                <a:cs typeface="Arial"/>
              </a:defRPr>
            </a:lvl7pPr>
            <a:lvl8pPr algn="ctr">
              <a:defRPr sz="1275" b="1" i="0">
                <a:solidFill>
                  <a:srgbClr val="F2B138"/>
                </a:solidFill>
                <a:latin typeface="Arial"/>
                <a:ea typeface="Arial"/>
                <a:cs typeface="Arial"/>
              </a:defRPr>
            </a:lvl8pPr>
            <a:lvl9pPr algn="ctr">
              <a:defRPr sz="1275" b="1" i="0">
                <a:solidFill>
                  <a:srgbClr val="F2B138"/>
                </a:solidFill>
                <a:latin typeface="Arial"/>
                <a:ea typeface="Arial"/>
                <a:cs typeface="Arial"/>
              </a:defRPr>
            </a:lvl9pPr>
          </a:lstStyle>
          <a:p xmlns:a="http://schemas.openxmlformats.org/drawingml/2006/main">
            <a:pPr algn="ctr">
              <a:defRPr sz="1275" b="1" i="0">
                <a:solidFill>
                  <a:srgbClr val="F2B138"/>
                </a:solidFill>
                <a:latin typeface="Arial"/>
                <a:ea typeface="Arial"/>
                <a:cs typeface="Arial"/>
              </a:defRPr>
            </a:pPr>
            <a:r>
              <a:rPr sz="1275" b="1" i="0">
                <a:solidFill>
                  <a:srgbClr val="F2B138"/>
                </a:solidFill>
                <a:latin typeface="Arial"/>
                <a:ea typeface="Arial"/>
                <a:cs typeface="Arial"/>
              </a:rPr>
              <a:t>CHANGE-POINT DEMAND</a:t>
            </a:r>
          </a:p>
        </p:txBody>
      </p:sp>
      <p:sp>
        <p:nvSpPr>
          <p:cNvPr id="4" name="">
            <a:extLst xmlns:a="http://schemas.openxmlformats.org/drawingml/2006/main">
              <a:ext uri="{FF2B5EF4-FFF2-40B4-BE49-F238E27FC236}">
                <a16:creationId xmlns:a16="http://schemas.microsoft.com/office/drawing/2014/main" id="{7CF577DE-BA81-42DA-BB94-E645BC3AD688}"/>
              </a:ext>
            </a:extLst>
          </p:cNvPr>
          <p:cNvSpPr>
            <a:spLocks xmlns:a="http://schemas.openxmlformats.org/drawingml/2006/main" noGrp="1"/>
          </p:cNvSpPr>
          <p:nvPr/>
        </p:nvSpPr>
        <p:spPr>
          <a:xfrm xmlns:a="http://schemas.openxmlformats.org/drawingml/2006/main">
            <a:off x="2990850" y="269557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ctr">
              <a:defRPr sz="2250" b="1" i="0">
                <a:solidFill>
                  <a:srgbClr val="FFFFFF"/>
                </a:solidFill>
                <a:latin typeface="Arial"/>
                <a:ea typeface="Arial"/>
                <a:cs typeface="Arial"/>
              </a:defRPr>
            </a:defPPr>
            <a:lvl1pPr algn="ctr">
              <a:defRPr sz="2250" b="1" i="0">
                <a:solidFill>
                  <a:srgbClr val="FFFFFF"/>
                </a:solidFill>
                <a:latin typeface="Arial"/>
                <a:ea typeface="Arial"/>
                <a:cs typeface="Arial"/>
              </a:defRPr>
            </a:lvl1pPr>
            <a:lvl2pPr algn="ctr">
              <a:defRPr sz="2250" b="1" i="0">
                <a:solidFill>
                  <a:srgbClr val="FFFFFF"/>
                </a:solidFill>
                <a:latin typeface="Arial"/>
                <a:ea typeface="Arial"/>
                <a:cs typeface="Arial"/>
              </a:defRPr>
            </a:lvl2pPr>
            <a:lvl3pPr algn="ctr">
              <a:defRPr sz="2250" b="1" i="0">
                <a:solidFill>
                  <a:srgbClr val="FFFFFF"/>
                </a:solidFill>
                <a:latin typeface="Arial"/>
                <a:ea typeface="Arial"/>
                <a:cs typeface="Arial"/>
              </a:defRPr>
            </a:lvl3pPr>
            <a:lvl4pPr algn="ctr">
              <a:defRPr sz="2250" b="1" i="0">
                <a:solidFill>
                  <a:srgbClr val="FFFFFF"/>
                </a:solidFill>
                <a:latin typeface="Arial"/>
                <a:ea typeface="Arial"/>
                <a:cs typeface="Arial"/>
              </a:defRPr>
            </a:lvl4pPr>
            <a:lvl5pPr algn="ctr">
              <a:defRPr sz="2250" b="1" i="0">
                <a:solidFill>
                  <a:srgbClr val="FFFFFF"/>
                </a:solidFill>
                <a:latin typeface="Arial"/>
                <a:ea typeface="Arial"/>
                <a:cs typeface="Arial"/>
              </a:defRPr>
            </a:lvl5pPr>
            <a:lvl6pPr algn="ctr">
              <a:defRPr sz="2250" b="1" i="0">
                <a:solidFill>
                  <a:srgbClr val="FFFFFF"/>
                </a:solidFill>
                <a:latin typeface="Arial"/>
                <a:ea typeface="Arial"/>
                <a:cs typeface="Arial"/>
              </a:defRPr>
            </a:lvl6pPr>
            <a:lvl7pPr algn="ctr">
              <a:defRPr sz="2250" b="1" i="0">
                <a:solidFill>
                  <a:srgbClr val="FFFFFF"/>
                </a:solidFill>
                <a:latin typeface="Arial"/>
                <a:ea typeface="Arial"/>
                <a:cs typeface="Arial"/>
              </a:defRPr>
            </a:lvl7pPr>
            <a:lvl8pPr algn="ctr">
              <a:defRPr sz="2250" b="1" i="0">
                <a:solidFill>
                  <a:srgbClr val="FFFFFF"/>
                </a:solidFill>
                <a:latin typeface="Arial"/>
                <a:ea typeface="Arial"/>
                <a:cs typeface="Arial"/>
              </a:defRPr>
            </a:lvl8pPr>
            <a:lvl9pPr algn="ctr">
              <a:defRPr sz="2250" b="1" i="0">
                <a:solidFill>
                  <a:srgbClr val="FFFFFF"/>
                </a:solidFill>
                <a:latin typeface="Arial"/>
                <a:ea typeface="Arial"/>
                <a:cs typeface="Arial"/>
              </a:defRPr>
            </a:lvl9pPr>
          </a:lstStyle>
          <a:p xmlns:a="http://schemas.openxmlformats.org/drawingml/2006/main">
            <a:pPr algn="ctr">
              <a:defRPr sz="2250" b="1" i="0">
                <a:solidFill>
                  <a:srgbClr val="FFFFFF"/>
                </a:solidFill>
                <a:latin typeface="Arial"/>
                <a:ea typeface="Arial"/>
                <a:cs typeface="Arial"/>
              </a:defRPr>
            </a:pPr>
            <a:r>
              <a:rPr sz="2250" b="1" i="0">
                <a:solidFill>
                  <a:srgbClr val="FFFFFF"/>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A2B3B6D8-6EF2-4749-8D16-25E1E4EA0833}"/>
              </a:ext>
            </a:extLst>
          </p:cNvPr>
          <p:cNvSpPr>
            <a:spLocks xmlns:a="http://schemas.openxmlformats.org/drawingml/2006/main" noGrp="1"/>
          </p:cNvSpPr>
          <p:nvPr/>
        </p:nvSpPr>
        <p:spPr>
          <a:xfrm xmlns:a="http://schemas.openxmlformats.org/drawingml/2006/main">
            <a:off x="3352800" y="264795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75" b="1" i="0">
                <a:solidFill>
                  <a:srgbClr val="F2B138"/>
                </a:solidFill>
                <a:latin typeface="Arial"/>
                <a:ea typeface="Arial"/>
                <a:cs typeface="Arial"/>
              </a:defRPr>
            </a:defPPr>
            <a:lvl1pPr algn="ctr">
              <a:defRPr sz="1275" b="1" i="0">
                <a:solidFill>
                  <a:srgbClr val="F2B138"/>
                </a:solidFill>
                <a:latin typeface="Arial"/>
                <a:ea typeface="Arial"/>
                <a:cs typeface="Arial"/>
              </a:defRPr>
            </a:lvl1pPr>
            <a:lvl2pPr algn="ctr">
              <a:defRPr sz="1275" b="1" i="0">
                <a:solidFill>
                  <a:srgbClr val="F2B138"/>
                </a:solidFill>
                <a:latin typeface="Arial"/>
                <a:ea typeface="Arial"/>
                <a:cs typeface="Arial"/>
              </a:defRPr>
            </a:lvl2pPr>
            <a:lvl3pPr algn="ctr">
              <a:defRPr sz="1275" b="1" i="0">
                <a:solidFill>
                  <a:srgbClr val="F2B138"/>
                </a:solidFill>
                <a:latin typeface="Arial"/>
                <a:ea typeface="Arial"/>
                <a:cs typeface="Arial"/>
              </a:defRPr>
            </a:lvl3pPr>
            <a:lvl4pPr algn="ctr">
              <a:defRPr sz="1275" b="1" i="0">
                <a:solidFill>
                  <a:srgbClr val="F2B138"/>
                </a:solidFill>
                <a:latin typeface="Arial"/>
                <a:ea typeface="Arial"/>
                <a:cs typeface="Arial"/>
              </a:defRPr>
            </a:lvl4pPr>
            <a:lvl5pPr algn="ctr">
              <a:defRPr sz="1275" b="1" i="0">
                <a:solidFill>
                  <a:srgbClr val="F2B138"/>
                </a:solidFill>
                <a:latin typeface="Arial"/>
                <a:ea typeface="Arial"/>
                <a:cs typeface="Arial"/>
              </a:defRPr>
            </a:lvl5pPr>
            <a:lvl6pPr algn="ctr">
              <a:defRPr sz="1275" b="1" i="0">
                <a:solidFill>
                  <a:srgbClr val="F2B138"/>
                </a:solidFill>
                <a:latin typeface="Arial"/>
                <a:ea typeface="Arial"/>
                <a:cs typeface="Arial"/>
              </a:defRPr>
            </a:lvl6pPr>
            <a:lvl7pPr algn="ctr">
              <a:defRPr sz="1275" b="1" i="0">
                <a:solidFill>
                  <a:srgbClr val="F2B138"/>
                </a:solidFill>
                <a:latin typeface="Arial"/>
                <a:ea typeface="Arial"/>
                <a:cs typeface="Arial"/>
              </a:defRPr>
            </a:lvl7pPr>
            <a:lvl8pPr algn="ctr">
              <a:defRPr sz="1275" b="1" i="0">
                <a:solidFill>
                  <a:srgbClr val="F2B138"/>
                </a:solidFill>
                <a:latin typeface="Arial"/>
                <a:ea typeface="Arial"/>
                <a:cs typeface="Arial"/>
              </a:defRPr>
            </a:lvl8pPr>
            <a:lvl9pPr algn="ctr">
              <a:defRPr sz="1275" b="1" i="0">
                <a:solidFill>
                  <a:srgbClr val="F2B138"/>
                </a:solidFill>
                <a:latin typeface="Arial"/>
                <a:ea typeface="Arial"/>
                <a:cs typeface="Arial"/>
              </a:defRPr>
            </a:lvl9pPr>
          </a:lstStyle>
          <a:p xmlns:a="http://schemas.openxmlformats.org/drawingml/2006/main">
            <a:pPr algn="ctr">
              <a:defRPr sz="1275" b="1" i="0">
                <a:solidFill>
                  <a:srgbClr val="F2B138"/>
                </a:solidFill>
                <a:latin typeface="Arial"/>
                <a:ea typeface="Arial"/>
                <a:cs typeface="Arial"/>
              </a:defRPr>
            </a:pPr>
            <a:r>
              <a:rPr sz="1275" b="1" i="0">
                <a:solidFill>
                  <a:srgbClr val="F2B138"/>
                </a:solidFill>
                <a:latin typeface="Arial"/>
                <a:ea typeface="Arial"/>
                <a:cs typeface="Arial"/>
              </a:rPr>
              <a:t>DIAGNOSIS</a:t>
            </a:r>
          </a:p>
        </p:txBody>
      </p:sp>
      <p:sp>
        <p:nvSpPr>
          <p:cNvPr id="6" name="">
            <a:extLst xmlns:a="http://schemas.openxmlformats.org/drawingml/2006/main">
              <a:ext uri="{FF2B5EF4-FFF2-40B4-BE49-F238E27FC236}">
                <a16:creationId xmlns:a16="http://schemas.microsoft.com/office/drawing/2014/main" id="{C3D3BE82-AB29-4CE1-9E89-AFD705BF6AAA}"/>
              </a:ext>
            </a:extLst>
          </p:cNvPr>
          <p:cNvSpPr>
            <a:spLocks xmlns:a="http://schemas.openxmlformats.org/drawingml/2006/main" noGrp="1"/>
          </p:cNvSpPr>
          <p:nvPr/>
        </p:nvSpPr>
        <p:spPr>
          <a:xfrm xmlns:a="http://schemas.openxmlformats.org/drawingml/2006/main">
            <a:off x="5715000" y="269557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ctr">
              <a:defRPr sz="2250" b="1" i="0">
                <a:solidFill>
                  <a:srgbClr val="FFFFFF"/>
                </a:solidFill>
                <a:latin typeface="Arial"/>
                <a:ea typeface="Arial"/>
                <a:cs typeface="Arial"/>
              </a:defRPr>
            </a:defPPr>
            <a:lvl1pPr algn="ctr">
              <a:defRPr sz="2250" b="1" i="0">
                <a:solidFill>
                  <a:srgbClr val="FFFFFF"/>
                </a:solidFill>
                <a:latin typeface="Arial"/>
                <a:ea typeface="Arial"/>
                <a:cs typeface="Arial"/>
              </a:defRPr>
            </a:lvl1pPr>
            <a:lvl2pPr algn="ctr">
              <a:defRPr sz="2250" b="1" i="0">
                <a:solidFill>
                  <a:srgbClr val="FFFFFF"/>
                </a:solidFill>
                <a:latin typeface="Arial"/>
                <a:ea typeface="Arial"/>
                <a:cs typeface="Arial"/>
              </a:defRPr>
            </a:lvl2pPr>
            <a:lvl3pPr algn="ctr">
              <a:defRPr sz="2250" b="1" i="0">
                <a:solidFill>
                  <a:srgbClr val="FFFFFF"/>
                </a:solidFill>
                <a:latin typeface="Arial"/>
                <a:ea typeface="Arial"/>
                <a:cs typeface="Arial"/>
              </a:defRPr>
            </a:lvl3pPr>
            <a:lvl4pPr algn="ctr">
              <a:defRPr sz="2250" b="1" i="0">
                <a:solidFill>
                  <a:srgbClr val="FFFFFF"/>
                </a:solidFill>
                <a:latin typeface="Arial"/>
                <a:ea typeface="Arial"/>
                <a:cs typeface="Arial"/>
              </a:defRPr>
            </a:lvl4pPr>
            <a:lvl5pPr algn="ctr">
              <a:defRPr sz="2250" b="1" i="0">
                <a:solidFill>
                  <a:srgbClr val="FFFFFF"/>
                </a:solidFill>
                <a:latin typeface="Arial"/>
                <a:ea typeface="Arial"/>
                <a:cs typeface="Arial"/>
              </a:defRPr>
            </a:lvl5pPr>
            <a:lvl6pPr algn="ctr">
              <a:defRPr sz="2250" b="1" i="0">
                <a:solidFill>
                  <a:srgbClr val="FFFFFF"/>
                </a:solidFill>
                <a:latin typeface="Arial"/>
                <a:ea typeface="Arial"/>
                <a:cs typeface="Arial"/>
              </a:defRPr>
            </a:lvl6pPr>
            <a:lvl7pPr algn="ctr">
              <a:defRPr sz="2250" b="1" i="0">
                <a:solidFill>
                  <a:srgbClr val="FFFFFF"/>
                </a:solidFill>
                <a:latin typeface="Arial"/>
                <a:ea typeface="Arial"/>
                <a:cs typeface="Arial"/>
              </a:defRPr>
            </a:lvl7pPr>
            <a:lvl8pPr algn="ctr">
              <a:defRPr sz="2250" b="1" i="0">
                <a:solidFill>
                  <a:srgbClr val="FFFFFF"/>
                </a:solidFill>
                <a:latin typeface="Arial"/>
                <a:ea typeface="Arial"/>
                <a:cs typeface="Arial"/>
              </a:defRPr>
            </a:lvl8pPr>
            <a:lvl9pPr algn="ctr">
              <a:defRPr sz="2250" b="1" i="0">
                <a:solidFill>
                  <a:srgbClr val="FFFFFF"/>
                </a:solidFill>
                <a:latin typeface="Arial"/>
                <a:ea typeface="Arial"/>
                <a:cs typeface="Arial"/>
              </a:defRPr>
            </a:lvl9pPr>
          </a:lstStyle>
          <a:p xmlns:a="http://schemas.openxmlformats.org/drawingml/2006/main">
            <a:pPr algn="ctr">
              <a:defRPr sz="2250" b="1" i="0">
                <a:solidFill>
                  <a:srgbClr val="FFFFFF"/>
                </a:solidFill>
                <a:latin typeface="Arial"/>
                <a:ea typeface="Arial"/>
                <a:cs typeface="Arial"/>
              </a:defRPr>
            </a:pPr>
            <a:r>
              <a:rPr sz="2250" b="1" i="0">
                <a:solidFill>
                  <a:srgbClr val="FFFFFF"/>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3557553D-3A1C-494C-B92B-0F704264EA99}"/>
              </a:ext>
            </a:extLst>
          </p:cNvPr>
          <p:cNvSpPr>
            <a:spLocks xmlns:a="http://schemas.openxmlformats.org/drawingml/2006/main" noGrp="1"/>
          </p:cNvSpPr>
          <p:nvPr/>
        </p:nvSpPr>
        <p:spPr>
          <a:xfrm xmlns:a="http://schemas.openxmlformats.org/drawingml/2006/main">
            <a:off x="6076950" y="264795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75" b="1" i="0">
                <a:solidFill>
                  <a:srgbClr val="F2B138"/>
                </a:solidFill>
                <a:latin typeface="Arial"/>
                <a:ea typeface="Arial"/>
                <a:cs typeface="Arial"/>
              </a:defRPr>
            </a:defPPr>
            <a:lvl1pPr algn="ctr">
              <a:defRPr sz="1275" b="1" i="0">
                <a:solidFill>
                  <a:srgbClr val="F2B138"/>
                </a:solidFill>
                <a:latin typeface="Arial"/>
                <a:ea typeface="Arial"/>
                <a:cs typeface="Arial"/>
              </a:defRPr>
            </a:lvl1pPr>
            <a:lvl2pPr algn="ctr">
              <a:defRPr sz="1275" b="1" i="0">
                <a:solidFill>
                  <a:srgbClr val="F2B138"/>
                </a:solidFill>
                <a:latin typeface="Arial"/>
                <a:ea typeface="Arial"/>
                <a:cs typeface="Arial"/>
              </a:defRPr>
            </a:lvl2pPr>
            <a:lvl3pPr algn="ctr">
              <a:defRPr sz="1275" b="1" i="0">
                <a:solidFill>
                  <a:srgbClr val="F2B138"/>
                </a:solidFill>
                <a:latin typeface="Arial"/>
                <a:ea typeface="Arial"/>
                <a:cs typeface="Arial"/>
              </a:defRPr>
            </a:lvl3pPr>
            <a:lvl4pPr algn="ctr">
              <a:defRPr sz="1275" b="1" i="0">
                <a:solidFill>
                  <a:srgbClr val="F2B138"/>
                </a:solidFill>
                <a:latin typeface="Arial"/>
                <a:ea typeface="Arial"/>
                <a:cs typeface="Arial"/>
              </a:defRPr>
            </a:lvl4pPr>
            <a:lvl5pPr algn="ctr">
              <a:defRPr sz="1275" b="1" i="0">
                <a:solidFill>
                  <a:srgbClr val="F2B138"/>
                </a:solidFill>
                <a:latin typeface="Arial"/>
                <a:ea typeface="Arial"/>
                <a:cs typeface="Arial"/>
              </a:defRPr>
            </a:lvl5pPr>
            <a:lvl6pPr algn="ctr">
              <a:defRPr sz="1275" b="1" i="0">
                <a:solidFill>
                  <a:srgbClr val="F2B138"/>
                </a:solidFill>
                <a:latin typeface="Arial"/>
                <a:ea typeface="Arial"/>
                <a:cs typeface="Arial"/>
              </a:defRPr>
            </a:lvl6pPr>
            <a:lvl7pPr algn="ctr">
              <a:defRPr sz="1275" b="1" i="0">
                <a:solidFill>
                  <a:srgbClr val="F2B138"/>
                </a:solidFill>
                <a:latin typeface="Arial"/>
                <a:ea typeface="Arial"/>
                <a:cs typeface="Arial"/>
              </a:defRPr>
            </a:lvl7pPr>
            <a:lvl8pPr algn="ctr">
              <a:defRPr sz="1275" b="1" i="0">
                <a:solidFill>
                  <a:srgbClr val="F2B138"/>
                </a:solidFill>
                <a:latin typeface="Arial"/>
                <a:ea typeface="Arial"/>
                <a:cs typeface="Arial"/>
              </a:defRPr>
            </a:lvl8pPr>
            <a:lvl9pPr algn="ctr">
              <a:defRPr sz="1275" b="1" i="0">
                <a:solidFill>
                  <a:srgbClr val="F2B138"/>
                </a:solidFill>
                <a:latin typeface="Arial"/>
                <a:ea typeface="Arial"/>
                <a:cs typeface="Arial"/>
              </a:defRPr>
            </a:lvl9pPr>
          </a:lstStyle>
          <a:p xmlns:a="http://schemas.openxmlformats.org/drawingml/2006/main">
            <a:pPr algn="ctr">
              <a:defRPr sz="1275" b="1" i="0">
                <a:solidFill>
                  <a:srgbClr val="F2B138"/>
                </a:solidFill>
                <a:latin typeface="Arial"/>
                <a:ea typeface="Arial"/>
                <a:cs typeface="Arial"/>
              </a:defRPr>
            </a:pPr>
            <a:r>
              <a:rPr sz="1275" b="1" i="0">
                <a:solidFill>
                  <a:srgbClr val="F2B138"/>
                </a:solidFill>
                <a:latin typeface="Arial"/>
                <a:ea typeface="Arial"/>
                <a:cs typeface="Arial"/>
              </a:rPr>
              <a:t>SERVICE SEQUENCE</a:t>
            </a:r>
          </a:p>
        </p:txBody>
      </p:sp>
      <p:sp>
        <p:nvSpPr>
          <p:cNvPr id="8" name="">
            <a:extLst xmlns:a="http://schemas.openxmlformats.org/drawingml/2006/main">
              <a:ext uri="{FF2B5EF4-FFF2-40B4-BE49-F238E27FC236}">
                <a16:creationId xmlns:a16="http://schemas.microsoft.com/office/drawing/2014/main" id="{DD3AA9A2-9EFF-4B47-8B67-9FF6132C4A2A}"/>
              </a:ext>
            </a:extLst>
          </p:cNvPr>
          <p:cNvSpPr>
            <a:spLocks xmlns:a="http://schemas.openxmlformats.org/drawingml/2006/main" noGrp="1"/>
          </p:cNvSpPr>
          <p:nvPr/>
        </p:nvSpPr>
        <p:spPr>
          <a:xfrm xmlns:a="http://schemas.openxmlformats.org/drawingml/2006/main">
            <a:off x="8439150" y="269557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ctr">
              <a:defRPr sz="2250" b="1" i="0">
                <a:solidFill>
                  <a:srgbClr val="FFFFFF"/>
                </a:solidFill>
                <a:latin typeface="Arial"/>
                <a:ea typeface="Arial"/>
                <a:cs typeface="Arial"/>
              </a:defRPr>
            </a:defPPr>
            <a:lvl1pPr algn="ctr">
              <a:defRPr sz="2250" b="1" i="0">
                <a:solidFill>
                  <a:srgbClr val="FFFFFF"/>
                </a:solidFill>
                <a:latin typeface="Arial"/>
                <a:ea typeface="Arial"/>
                <a:cs typeface="Arial"/>
              </a:defRPr>
            </a:lvl1pPr>
            <a:lvl2pPr algn="ctr">
              <a:defRPr sz="2250" b="1" i="0">
                <a:solidFill>
                  <a:srgbClr val="FFFFFF"/>
                </a:solidFill>
                <a:latin typeface="Arial"/>
                <a:ea typeface="Arial"/>
                <a:cs typeface="Arial"/>
              </a:defRPr>
            </a:lvl2pPr>
            <a:lvl3pPr algn="ctr">
              <a:defRPr sz="2250" b="1" i="0">
                <a:solidFill>
                  <a:srgbClr val="FFFFFF"/>
                </a:solidFill>
                <a:latin typeface="Arial"/>
                <a:ea typeface="Arial"/>
                <a:cs typeface="Arial"/>
              </a:defRPr>
            </a:lvl3pPr>
            <a:lvl4pPr algn="ctr">
              <a:defRPr sz="2250" b="1" i="0">
                <a:solidFill>
                  <a:srgbClr val="FFFFFF"/>
                </a:solidFill>
                <a:latin typeface="Arial"/>
                <a:ea typeface="Arial"/>
                <a:cs typeface="Arial"/>
              </a:defRPr>
            </a:lvl4pPr>
            <a:lvl5pPr algn="ctr">
              <a:defRPr sz="2250" b="1" i="0">
                <a:solidFill>
                  <a:srgbClr val="FFFFFF"/>
                </a:solidFill>
                <a:latin typeface="Arial"/>
                <a:ea typeface="Arial"/>
                <a:cs typeface="Arial"/>
              </a:defRPr>
            </a:lvl5pPr>
            <a:lvl6pPr algn="ctr">
              <a:defRPr sz="2250" b="1" i="0">
                <a:solidFill>
                  <a:srgbClr val="FFFFFF"/>
                </a:solidFill>
                <a:latin typeface="Arial"/>
                <a:ea typeface="Arial"/>
                <a:cs typeface="Arial"/>
              </a:defRPr>
            </a:lvl6pPr>
            <a:lvl7pPr algn="ctr">
              <a:defRPr sz="2250" b="1" i="0">
                <a:solidFill>
                  <a:srgbClr val="FFFFFF"/>
                </a:solidFill>
                <a:latin typeface="Arial"/>
                <a:ea typeface="Arial"/>
                <a:cs typeface="Arial"/>
              </a:defRPr>
            </a:lvl7pPr>
            <a:lvl8pPr algn="ctr">
              <a:defRPr sz="2250" b="1" i="0">
                <a:solidFill>
                  <a:srgbClr val="FFFFFF"/>
                </a:solidFill>
                <a:latin typeface="Arial"/>
                <a:ea typeface="Arial"/>
                <a:cs typeface="Arial"/>
              </a:defRPr>
            </a:lvl8pPr>
            <a:lvl9pPr algn="ctr">
              <a:defRPr sz="2250" b="1" i="0">
                <a:solidFill>
                  <a:srgbClr val="FFFFFF"/>
                </a:solidFill>
                <a:latin typeface="Arial"/>
                <a:ea typeface="Arial"/>
                <a:cs typeface="Arial"/>
              </a:defRPr>
            </a:lvl9pPr>
          </a:lstStyle>
          <a:p xmlns:a="http://schemas.openxmlformats.org/drawingml/2006/main">
            <a:pPr algn="ctr">
              <a:defRPr sz="2250" b="1" i="0">
                <a:solidFill>
                  <a:srgbClr val="FFFFFF"/>
                </a:solidFill>
                <a:latin typeface="Arial"/>
                <a:ea typeface="Arial"/>
                <a:cs typeface="Arial"/>
              </a:defRPr>
            </a:pPr>
            <a:r>
              <a:rPr sz="2250" b="1" i="0">
                <a:solidFill>
                  <a:srgbClr val="FFFFFF"/>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6DF17F42-1401-4A29-999C-FEA8804F3C6C}"/>
              </a:ext>
            </a:extLst>
          </p:cNvPr>
          <p:cNvSpPr>
            <a:spLocks xmlns:a="http://schemas.openxmlformats.org/drawingml/2006/main" noGrp="1"/>
          </p:cNvSpPr>
          <p:nvPr/>
        </p:nvSpPr>
        <p:spPr>
          <a:xfrm xmlns:a="http://schemas.openxmlformats.org/drawingml/2006/main">
            <a:off x="8801100" y="264795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75" b="1" i="0">
                <a:solidFill>
                  <a:srgbClr val="F2B138"/>
                </a:solidFill>
                <a:latin typeface="Arial"/>
                <a:ea typeface="Arial"/>
                <a:cs typeface="Arial"/>
              </a:defRPr>
            </a:defPPr>
            <a:lvl1pPr algn="ctr">
              <a:defRPr sz="1275" b="1" i="0">
                <a:solidFill>
                  <a:srgbClr val="F2B138"/>
                </a:solidFill>
                <a:latin typeface="Arial"/>
                <a:ea typeface="Arial"/>
                <a:cs typeface="Arial"/>
              </a:defRPr>
            </a:lvl1pPr>
            <a:lvl2pPr algn="ctr">
              <a:defRPr sz="1275" b="1" i="0">
                <a:solidFill>
                  <a:srgbClr val="F2B138"/>
                </a:solidFill>
                <a:latin typeface="Arial"/>
                <a:ea typeface="Arial"/>
                <a:cs typeface="Arial"/>
              </a:defRPr>
            </a:lvl2pPr>
            <a:lvl3pPr algn="ctr">
              <a:defRPr sz="1275" b="1" i="0">
                <a:solidFill>
                  <a:srgbClr val="F2B138"/>
                </a:solidFill>
                <a:latin typeface="Arial"/>
                <a:ea typeface="Arial"/>
                <a:cs typeface="Arial"/>
              </a:defRPr>
            </a:lvl3pPr>
            <a:lvl4pPr algn="ctr">
              <a:defRPr sz="1275" b="1" i="0">
                <a:solidFill>
                  <a:srgbClr val="F2B138"/>
                </a:solidFill>
                <a:latin typeface="Arial"/>
                <a:ea typeface="Arial"/>
                <a:cs typeface="Arial"/>
              </a:defRPr>
            </a:lvl4pPr>
            <a:lvl5pPr algn="ctr">
              <a:defRPr sz="1275" b="1" i="0">
                <a:solidFill>
                  <a:srgbClr val="F2B138"/>
                </a:solidFill>
                <a:latin typeface="Arial"/>
                <a:ea typeface="Arial"/>
                <a:cs typeface="Arial"/>
              </a:defRPr>
            </a:lvl5pPr>
            <a:lvl6pPr algn="ctr">
              <a:defRPr sz="1275" b="1" i="0">
                <a:solidFill>
                  <a:srgbClr val="F2B138"/>
                </a:solidFill>
                <a:latin typeface="Arial"/>
                <a:ea typeface="Arial"/>
                <a:cs typeface="Arial"/>
              </a:defRPr>
            </a:lvl6pPr>
            <a:lvl7pPr algn="ctr">
              <a:defRPr sz="1275" b="1" i="0">
                <a:solidFill>
                  <a:srgbClr val="F2B138"/>
                </a:solidFill>
                <a:latin typeface="Arial"/>
                <a:ea typeface="Arial"/>
                <a:cs typeface="Arial"/>
              </a:defRPr>
            </a:lvl7pPr>
            <a:lvl8pPr algn="ctr">
              <a:defRPr sz="1275" b="1" i="0">
                <a:solidFill>
                  <a:srgbClr val="F2B138"/>
                </a:solidFill>
                <a:latin typeface="Arial"/>
                <a:ea typeface="Arial"/>
                <a:cs typeface="Arial"/>
              </a:defRPr>
            </a:lvl8pPr>
            <a:lvl9pPr algn="ctr">
              <a:defRPr sz="1275" b="1" i="0">
                <a:solidFill>
                  <a:srgbClr val="F2B138"/>
                </a:solidFill>
                <a:latin typeface="Arial"/>
                <a:ea typeface="Arial"/>
                <a:cs typeface="Arial"/>
              </a:defRPr>
            </a:lvl9pPr>
          </a:lstStyle>
          <a:p xmlns:a="http://schemas.openxmlformats.org/drawingml/2006/main">
            <a:pPr algn="ctr">
              <a:defRPr sz="1275" b="1" i="0">
                <a:solidFill>
                  <a:srgbClr val="F2B138"/>
                </a:solidFill>
                <a:latin typeface="Arial"/>
                <a:ea typeface="Arial"/>
                <a:cs typeface="Arial"/>
              </a:defRPr>
            </a:pPr>
            <a:r>
              <a:rPr sz="1275" b="1" i="0">
                <a:solidFill>
                  <a:srgbClr val="F2B138"/>
                </a:solidFill>
                <a:latin typeface="Arial"/>
                <a:ea typeface="Arial"/>
                <a:cs typeface="Arial"/>
              </a:rPr>
              <a:t>RETAINED PROOF</a:t>
            </a:r>
          </a:p>
        </p:txBody>
      </p:sp>
      <p:sp>
        <p:nvSpPr>
          <p:cNvPr id="10" name="">
            <a:extLst xmlns:a="http://schemas.openxmlformats.org/drawingml/2006/main">
              <a:ext uri="{FF2B5EF4-FFF2-40B4-BE49-F238E27FC236}">
                <a16:creationId xmlns:a16="http://schemas.microsoft.com/office/drawing/2014/main" id="{4B0E4564-9F58-4E11-BCC2-7C45F6BC63A5}"/>
              </a:ext>
            </a:extLst>
          </p:cNvPr>
          <p:cNvSpPr>
            <a:spLocks xmlns:a="http://schemas.openxmlformats.org/drawingml/2006/main" noGrp="1"/>
          </p:cNvSpPr>
          <p:nvPr/>
        </p:nvSpPr>
        <p:spPr>
          <a:xfrm xmlns:a="http://schemas.openxmlformats.org/drawingml/2006/main">
            <a:off x="628650" y="3619500"/>
            <a:ext cx="10287000" cy="66675"/>
          </a:xfrm>
          <a:prstGeom xmlns:a="http://schemas.openxmlformats.org/drawingml/2006/main" prst="rect">
            <a:avLst/>
          </a:prstGeom>
          <a:solidFill xmlns:a="http://schemas.openxmlformats.org/drawingml/2006/main">
            <a:srgbClr val="F2B138">
              <a:alpha val="100000"/>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89FCF75-9E86-4FB4-B762-5A9DBA77243F}"/>
              </a:ext>
            </a:extLst>
          </p:cNvPr>
          <p:cNvSpPr>
            <a:spLocks xmlns:a="http://schemas.openxmlformats.org/drawingml/2006/main" noGrp="1"/>
          </p:cNvSpPr>
          <p:nvPr/>
        </p:nvSpPr>
        <p:spPr>
          <a:xfrm xmlns:a="http://schemas.openxmlformats.org/drawingml/2006/main">
            <a:off x="628650" y="4095750"/>
            <a:ext cx="952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250" b="1" i="0">
                <a:solidFill>
                  <a:srgbClr val="FFFFFF"/>
                </a:solidFill>
                <a:latin typeface="Arial"/>
                <a:ea typeface="Arial"/>
                <a:cs typeface="Arial"/>
              </a:defRPr>
            </a:defPPr>
            <a:lvl1pPr algn="l">
              <a:defRPr sz="2250" b="1" i="0">
                <a:solidFill>
                  <a:srgbClr val="FFFFFF"/>
                </a:solidFill>
                <a:latin typeface="Arial"/>
                <a:ea typeface="Arial"/>
                <a:cs typeface="Arial"/>
              </a:defRPr>
            </a:lvl1pPr>
            <a:lvl2pPr algn="l">
              <a:defRPr sz="2250" b="1" i="0">
                <a:solidFill>
                  <a:srgbClr val="FFFFFF"/>
                </a:solidFill>
                <a:latin typeface="Arial"/>
                <a:ea typeface="Arial"/>
                <a:cs typeface="Arial"/>
              </a:defRPr>
            </a:lvl2pPr>
            <a:lvl3pPr algn="l">
              <a:defRPr sz="2250" b="1" i="0">
                <a:solidFill>
                  <a:srgbClr val="FFFFFF"/>
                </a:solidFill>
                <a:latin typeface="Arial"/>
                <a:ea typeface="Arial"/>
                <a:cs typeface="Arial"/>
              </a:defRPr>
            </a:lvl3pPr>
            <a:lvl4pPr algn="l">
              <a:defRPr sz="2250" b="1" i="0">
                <a:solidFill>
                  <a:srgbClr val="FFFFFF"/>
                </a:solidFill>
                <a:latin typeface="Arial"/>
                <a:ea typeface="Arial"/>
                <a:cs typeface="Arial"/>
              </a:defRPr>
            </a:lvl4pPr>
            <a:lvl5pPr algn="l">
              <a:defRPr sz="2250" b="1" i="0">
                <a:solidFill>
                  <a:srgbClr val="FFFFFF"/>
                </a:solidFill>
                <a:latin typeface="Arial"/>
                <a:ea typeface="Arial"/>
                <a:cs typeface="Arial"/>
              </a:defRPr>
            </a:lvl5pPr>
            <a:lvl6pPr algn="l">
              <a:defRPr sz="2250" b="1" i="0">
                <a:solidFill>
                  <a:srgbClr val="FFFFFF"/>
                </a:solidFill>
                <a:latin typeface="Arial"/>
                <a:ea typeface="Arial"/>
                <a:cs typeface="Arial"/>
              </a:defRPr>
            </a:lvl6pPr>
            <a:lvl7pPr algn="l">
              <a:defRPr sz="2250" b="1" i="0">
                <a:solidFill>
                  <a:srgbClr val="FFFFFF"/>
                </a:solidFill>
                <a:latin typeface="Arial"/>
                <a:ea typeface="Arial"/>
                <a:cs typeface="Arial"/>
              </a:defRPr>
            </a:lvl7pPr>
            <a:lvl8pPr algn="l">
              <a:defRPr sz="2250" b="1" i="0">
                <a:solidFill>
                  <a:srgbClr val="FFFFFF"/>
                </a:solidFill>
                <a:latin typeface="Arial"/>
                <a:ea typeface="Arial"/>
                <a:cs typeface="Arial"/>
              </a:defRPr>
            </a:lvl8pPr>
            <a:lvl9pPr algn="l">
              <a:defRPr sz="2250" b="1" i="0">
                <a:solidFill>
                  <a:srgbClr val="FFFFFF"/>
                </a:solidFill>
                <a:latin typeface="Arial"/>
                <a:ea typeface="Arial"/>
                <a:cs typeface="Arial"/>
              </a:defRPr>
            </a:lvl9pPr>
          </a:lstStyle>
          <a:p xmlns:a="http://schemas.openxmlformats.org/drawingml/2006/main">
            <a:pPr algn="l">
              <a:defRPr sz="2250" b="1" i="0">
                <a:solidFill>
                  <a:srgbClr val="FFFFFF"/>
                </a:solidFill>
                <a:latin typeface="Arial"/>
                <a:ea typeface="Arial"/>
                <a:cs typeface="Arial"/>
              </a:defRPr>
            </a:pPr>
            <a:r>
              <a:rPr sz="2250" b="1" i="0">
                <a:solidFill>
                  <a:srgbClr val="FFFFFF"/>
                </a:solidFill>
                <a:latin typeface="Arial"/>
                <a:ea typeface="Arial"/>
                <a:cs typeface="Arial"/>
              </a:rPr>
              <a:t>A measurable growth relationship — not a financial forecast.</a:t>
            </a:r>
          </a:p>
        </p:txBody>
      </p:sp>
      <p:sp>
        <p:nvSpPr>
          <p:cNvPr id="12" name="">
            <a:extLst xmlns:a="http://schemas.openxmlformats.org/drawingml/2006/main">
              <a:ext uri="{FF2B5EF4-FFF2-40B4-BE49-F238E27FC236}">
                <a16:creationId xmlns:a16="http://schemas.microsoft.com/office/drawing/2014/main" id="{E6F10EC2-32B7-4429-96C5-B277D8AD6992}"/>
              </a:ext>
            </a:extLst>
          </p:cNvPr>
          <p:cNvSpPr>
            <a:spLocks xmlns:a="http://schemas.openxmlformats.org/drawingml/2006/main" noGrp="1"/>
          </p:cNvSpPr>
          <p:nvPr/>
        </p:nvSpPr>
        <p:spPr>
          <a:xfrm xmlns:a="http://schemas.openxmlformats.org/drawingml/2006/main">
            <a:off x="628650" y="4953000"/>
            <a:ext cx="933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0" i="0">
                <a:solidFill>
                  <a:srgbClr val="FFFFFF"/>
                </a:solidFill>
                <a:latin typeface="Arial"/>
                <a:ea typeface="Arial"/>
                <a:cs typeface="Arial"/>
              </a:defRPr>
            </a:defPPr>
            <a:lvl1pPr algn="l">
              <a:defRPr sz="1575" b="0" i="0">
                <a:solidFill>
                  <a:srgbClr val="FFFFFF"/>
                </a:solidFill>
                <a:latin typeface="Arial"/>
                <a:ea typeface="Arial"/>
                <a:cs typeface="Arial"/>
              </a:defRPr>
            </a:lvl1pPr>
            <a:lvl2pPr algn="l">
              <a:defRPr sz="1575" b="0" i="0">
                <a:solidFill>
                  <a:srgbClr val="FFFFFF"/>
                </a:solidFill>
                <a:latin typeface="Arial"/>
                <a:ea typeface="Arial"/>
                <a:cs typeface="Arial"/>
              </a:defRPr>
            </a:lvl2pPr>
            <a:lvl3pPr algn="l">
              <a:defRPr sz="1575" b="0" i="0">
                <a:solidFill>
                  <a:srgbClr val="FFFFFF"/>
                </a:solidFill>
                <a:latin typeface="Arial"/>
                <a:ea typeface="Arial"/>
                <a:cs typeface="Arial"/>
              </a:defRPr>
            </a:lvl3pPr>
            <a:lvl4pPr algn="l">
              <a:defRPr sz="1575" b="0" i="0">
                <a:solidFill>
                  <a:srgbClr val="FFFFFF"/>
                </a:solidFill>
                <a:latin typeface="Arial"/>
                <a:ea typeface="Arial"/>
                <a:cs typeface="Arial"/>
              </a:defRPr>
            </a:lvl4pPr>
            <a:lvl5pPr algn="l">
              <a:defRPr sz="1575" b="0" i="0">
                <a:solidFill>
                  <a:srgbClr val="FFFFFF"/>
                </a:solidFill>
                <a:latin typeface="Arial"/>
                <a:ea typeface="Arial"/>
                <a:cs typeface="Arial"/>
              </a:defRPr>
            </a:lvl5pPr>
            <a:lvl6pPr algn="l">
              <a:defRPr sz="1575" b="0" i="0">
                <a:solidFill>
                  <a:srgbClr val="FFFFFF"/>
                </a:solidFill>
                <a:latin typeface="Arial"/>
                <a:ea typeface="Arial"/>
                <a:cs typeface="Arial"/>
              </a:defRPr>
            </a:lvl6pPr>
            <a:lvl7pPr algn="l">
              <a:defRPr sz="1575" b="0" i="0">
                <a:solidFill>
                  <a:srgbClr val="FFFFFF"/>
                </a:solidFill>
                <a:latin typeface="Arial"/>
                <a:ea typeface="Arial"/>
                <a:cs typeface="Arial"/>
              </a:defRPr>
            </a:lvl7pPr>
            <a:lvl8pPr algn="l">
              <a:defRPr sz="1575" b="0" i="0">
                <a:solidFill>
                  <a:srgbClr val="FFFFFF"/>
                </a:solidFill>
                <a:latin typeface="Arial"/>
                <a:ea typeface="Arial"/>
                <a:cs typeface="Arial"/>
              </a:defRPr>
            </a:lvl8pPr>
            <a:lvl9pPr algn="l">
              <a:defRPr sz="1575" b="0" i="0">
                <a:solidFill>
                  <a:srgbClr val="FFFFFF"/>
                </a:solidFill>
                <a:latin typeface="Arial"/>
                <a:ea typeface="Arial"/>
                <a:cs typeface="Arial"/>
              </a:defRPr>
            </a:lvl9pPr>
          </a:lstStyle>
          <a:p xmlns:a="http://schemas.openxmlformats.org/drawingml/2006/main">
            <a:pPr algn="l">
              <a:defRPr sz="1575" b="0" i="0">
                <a:solidFill>
                  <a:srgbClr val="FFFFFF"/>
                </a:solidFill>
                <a:latin typeface="Arial"/>
                <a:ea typeface="Arial"/>
                <a:cs typeface="Arial"/>
              </a:defRPr>
            </a:pPr>
            <a:r>
              <a:rPr sz="1575" b="0" i="0">
                <a:solidFill>
                  <a:srgbClr val="FFFFFF"/>
                </a:solidFill>
                <a:latin typeface="Arial"/>
                <a:ea typeface="Arial"/>
                <a:cs typeface="Arial"/>
              </a:rPr>
              <a:t>Replace every term with first-party baselines; test the sequence; scale only what improves durable customer value.</a:t>
            </a:r>
          </a:p>
        </p:txBody>
      </p:sp>
      <p:sp>
        <p:nvSpPr>
          <p:cNvPr id="13" name="">
            <a:extLst xmlns:a="http://schemas.openxmlformats.org/drawingml/2006/main">
              <a:ext uri="{FF2B5EF4-FFF2-40B4-BE49-F238E27FC236}">
                <a16:creationId xmlns:a16="http://schemas.microsoft.com/office/drawing/2014/main" id="{EBDBE160-76E7-4503-81DD-1C375CAFAA95}"/>
              </a:ext>
            </a:extLst>
          </p:cNvPr>
          <p:cNvSpPr>
            <a:spLocks xmlns:a="http://schemas.openxmlformats.org/drawingml/2006/main" noGrp="1"/>
          </p:cNvSpPr>
          <p:nvPr/>
        </p:nvSpPr>
        <p:spPr>
          <a:xfrm xmlns:a="http://schemas.openxmlformats.org/drawingml/2006/main">
            <a:off x="590550" y="6457950"/>
            <a:ext cx="7239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5A6872"/>
                </a:solidFill>
                <a:latin typeface="Arial"/>
                <a:ea typeface="Arial"/>
                <a:cs typeface="Arial"/>
              </a:defRPr>
            </a:defPPr>
            <a:lvl1pPr algn="l">
              <a:defRPr sz="675" b="1" i="0">
                <a:solidFill>
                  <a:srgbClr val="5A6872"/>
                </a:solidFill>
                <a:latin typeface="Arial"/>
                <a:ea typeface="Arial"/>
                <a:cs typeface="Arial"/>
              </a:defRPr>
            </a:lvl1pPr>
            <a:lvl2pPr algn="l">
              <a:defRPr sz="675" b="1" i="0">
                <a:solidFill>
                  <a:srgbClr val="5A6872"/>
                </a:solidFill>
                <a:latin typeface="Arial"/>
                <a:ea typeface="Arial"/>
                <a:cs typeface="Arial"/>
              </a:defRPr>
            </a:lvl2pPr>
            <a:lvl3pPr algn="l">
              <a:defRPr sz="675" b="1" i="0">
                <a:solidFill>
                  <a:srgbClr val="5A6872"/>
                </a:solidFill>
                <a:latin typeface="Arial"/>
                <a:ea typeface="Arial"/>
                <a:cs typeface="Arial"/>
              </a:defRPr>
            </a:lvl3pPr>
            <a:lvl4pPr algn="l">
              <a:defRPr sz="675" b="1" i="0">
                <a:solidFill>
                  <a:srgbClr val="5A6872"/>
                </a:solidFill>
                <a:latin typeface="Arial"/>
                <a:ea typeface="Arial"/>
                <a:cs typeface="Arial"/>
              </a:defRPr>
            </a:lvl4pPr>
            <a:lvl5pPr algn="l">
              <a:defRPr sz="675" b="1" i="0">
                <a:solidFill>
                  <a:srgbClr val="5A6872"/>
                </a:solidFill>
                <a:latin typeface="Arial"/>
                <a:ea typeface="Arial"/>
                <a:cs typeface="Arial"/>
              </a:defRPr>
            </a:lvl5pPr>
            <a:lvl6pPr algn="l">
              <a:defRPr sz="675" b="1" i="0">
                <a:solidFill>
                  <a:srgbClr val="5A6872"/>
                </a:solidFill>
                <a:latin typeface="Arial"/>
                <a:ea typeface="Arial"/>
                <a:cs typeface="Arial"/>
              </a:defRPr>
            </a:lvl6pPr>
            <a:lvl7pPr algn="l">
              <a:defRPr sz="675" b="1" i="0">
                <a:solidFill>
                  <a:srgbClr val="5A6872"/>
                </a:solidFill>
                <a:latin typeface="Arial"/>
                <a:ea typeface="Arial"/>
                <a:cs typeface="Arial"/>
              </a:defRPr>
            </a:lvl7pPr>
            <a:lvl8pPr algn="l">
              <a:defRPr sz="675" b="1" i="0">
                <a:solidFill>
                  <a:srgbClr val="5A6872"/>
                </a:solidFill>
                <a:latin typeface="Arial"/>
                <a:ea typeface="Arial"/>
                <a:cs typeface="Arial"/>
              </a:defRPr>
            </a:lvl8pPr>
            <a:lvl9pPr algn="l">
              <a:defRPr sz="675" b="1" i="0">
                <a:solidFill>
                  <a:srgbClr val="5A6872"/>
                </a:solidFill>
                <a:latin typeface="Arial"/>
                <a:ea typeface="Arial"/>
                <a:cs typeface="Arial"/>
              </a:defRPr>
            </a:lvl9pPr>
          </a:lstStyle>
          <a:p xmlns:a="http://schemas.openxmlformats.org/drawingml/2006/main">
            <a:pPr algn="l">
              <a:defRPr sz="675" b="1" i="0">
                <a:solidFill>
                  <a:srgbClr val="5A6872"/>
                </a:solidFill>
                <a:latin typeface="Arial"/>
                <a:ea typeface="Arial"/>
                <a:cs typeface="Arial"/>
              </a:defRPr>
            </a:pPr>
            <a:r>
              <a:rPr sz="675" b="1" i="0">
                <a:solidFill>
                  <a:srgbClr val="5A6872"/>
                </a:solidFill>
                <a:latin typeface="Arial"/>
                <a:ea typeface="Arial"/>
                <a:cs typeface="Arial"/>
              </a:rPr>
              <a:t>FIELDWORK / THE YARDSTICK AGENCY / INTERNAL CALIBRATION</a:t>
            </a:r>
          </a:p>
        </p:txBody>
      </p:sp>
      <p:sp>
        <p:nvSpPr>
          <p:cNvPr id="14" name="">
            <a:extLst xmlns:a="http://schemas.openxmlformats.org/drawingml/2006/main">
              <a:ext uri="{FF2B5EF4-FFF2-40B4-BE49-F238E27FC236}">
                <a16:creationId xmlns:a16="http://schemas.microsoft.com/office/drawing/2014/main" id="{F1BA8AD6-F1EC-47F2-9BF0-1FB7053DCD59}"/>
              </a:ext>
            </a:extLst>
          </p:cNvPr>
          <p:cNvSpPr>
            <a:spLocks xmlns:a="http://schemas.openxmlformats.org/drawingml/2006/main" noGrp="1"/>
          </p:cNvSpPr>
          <p:nvPr/>
        </p:nvSpPr>
        <p:spPr>
          <a:xfrm xmlns:a="http://schemas.openxmlformats.org/drawingml/2006/main">
            <a:off x="7953375" y="6457950"/>
            <a:ext cx="285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5A6872"/>
                </a:solidFill>
                <a:latin typeface="Arial"/>
                <a:ea typeface="Arial"/>
                <a:cs typeface="Arial"/>
              </a:defRPr>
            </a:defPPr>
            <a:lvl1pPr algn="r">
              <a:defRPr sz="675" b="1" i="0">
                <a:solidFill>
                  <a:srgbClr val="5A6872"/>
                </a:solidFill>
                <a:latin typeface="Arial"/>
                <a:ea typeface="Arial"/>
                <a:cs typeface="Arial"/>
              </a:defRPr>
            </a:lvl1pPr>
            <a:lvl2pPr algn="r">
              <a:defRPr sz="675" b="1" i="0">
                <a:solidFill>
                  <a:srgbClr val="5A6872"/>
                </a:solidFill>
                <a:latin typeface="Arial"/>
                <a:ea typeface="Arial"/>
                <a:cs typeface="Arial"/>
              </a:defRPr>
            </a:lvl2pPr>
            <a:lvl3pPr algn="r">
              <a:defRPr sz="675" b="1" i="0">
                <a:solidFill>
                  <a:srgbClr val="5A6872"/>
                </a:solidFill>
                <a:latin typeface="Arial"/>
                <a:ea typeface="Arial"/>
                <a:cs typeface="Arial"/>
              </a:defRPr>
            </a:lvl3pPr>
            <a:lvl4pPr algn="r">
              <a:defRPr sz="675" b="1" i="0">
                <a:solidFill>
                  <a:srgbClr val="5A6872"/>
                </a:solidFill>
                <a:latin typeface="Arial"/>
                <a:ea typeface="Arial"/>
                <a:cs typeface="Arial"/>
              </a:defRPr>
            </a:lvl4pPr>
            <a:lvl5pPr algn="r">
              <a:defRPr sz="675" b="1" i="0">
                <a:solidFill>
                  <a:srgbClr val="5A6872"/>
                </a:solidFill>
                <a:latin typeface="Arial"/>
                <a:ea typeface="Arial"/>
                <a:cs typeface="Arial"/>
              </a:defRPr>
            </a:lvl5pPr>
            <a:lvl6pPr algn="r">
              <a:defRPr sz="675" b="1" i="0">
                <a:solidFill>
                  <a:srgbClr val="5A6872"/>
                </a:solidFill>
                <a:latin typeface="Arial"/>
                <a:ea typeface="Arial"/>
                <a:cs typeface="Arial"/>
              </a:defRPr>
            </a:lvl6pPr>
            <a:lvl7pPr algn="r">
              <a:defRPr sz="675" b="1" i="0">
                <a:solidFill>
                  <a:srgbClr val="5A6872"/>
                </a:solidFill>
                <a:latin typeface="Arial"/>
                <a:ea typeface="Arial"/>
                <a:cs typeface="Arial"/>
              </a:defRPr>
            </a:lvl7pPr>
            <a:lvl8pPr algn="r">
              <a:defRPr sz="675" b="1" i="0">
                <a:solidFill>
                  <a:srgbClr val="5A6872"/>
                </a:solidFill>
                <a:latin typeface="Arial"/>
                <a:ea typeface="Arial"/>
                <a:cs typeface="Arial"/>
              </a:defRPr>
            </a:lvl8pPr>
            <a:lvl9pPr algn="r">
              <a:defRPr sz="675" b="1" i="0">
                <a:solidFill>
                  <a:srgbClr val="5A6872"/>
                </a:solidFill>
                <a:latin typeface="Arial"/>
                <a:ea typeface="Arial"/>
                <a:cs typeface="Arial"/>
              </a:defRPr>
            </a:lvl9pPr>
          </a:lstStyle>
          <a:p xmlns:a="http://schemas.openxmlformats.org/drawingml/2006/main">
            <a:pPr algn="r">
              <a:defRPr sz="675" b="1" i="0">
                <a:solidFill>
                  <a:srgbClr val="5A6872"/>
                </a:solidFill>
                <a:latin typeface="Arial"/>
                <a:ea typeface="Arial"/>
                <a:cs typeface="Arial"/>
              </a:defRPr>
            </a:pPr>
            <a:r>
              <a:rPr sz="675" b="1" i="0">
                <a:solidFill>
                  <a:srgbClr val="5A6872"/>
                </a:solidFill>
                <a:latin typeface="Arial"/>
                <a:ea typeface="Arial"/>
                <a:cs typeface="Arial"/>
              </a:rPr>
              <a:t>MODELLED MECHANISM / NO £ FORECAST</a:t>
            </a:r>
          </a:p>
        </p:txBody>
      </p:sp>
      <p:sp>
        <p:nvSpPr>
          <p:cNvPr id="15" name="">
            <a:extLst xmlns:a="http://schemas.openxmlformats.org/drawingml/2006/main">
              <a:ext uri="{FF2B5EF4-FFF2-40B4-BE49-F238E27FC236}">
                <a16:creationId xmlns:a16="http://schemas.microsoft.com/office/drawing/2014/main" id="{D4FDEAE8-B962-4E0A-A161-5F1C013A2A04}"/>
              </a:ext>
            </a:extLst>
          </p:cNvPr>
          <p:cNvSpPr>
            <a:spLocks xmlns:a="http://schemas.openxmlformats.org/drawingml/2006/main" noGrp="1"/>
          </p:cNvSpPr>
          <p:nvPr/>
        </p:nvSpPr>
        <p:spPr>
          <a:xfrm xmlns:a="http://schemas.openxmlformats.org/drawingml/2006/main">
            <a:off x="11029950" y="6457950"/>
            <a:ext cx="5905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5A6872"/>
                </a:solidFill>
                <a:latin typeface="Arial"/>
                <a:ea typeface="Arial"/>
                <a:cs typeface="Arial"/>
              </a:defRPr>
            </a:defPPr>
            <a:lvl1pPr algn="r">
              <a:defRPr sz="675" b="1" i="0">
                <a:solidFill>
                  <a:srgbClr val="5A6872"/>
                </a:solidFill>
                <a:latin typeface="Arial"/>
                <a:ea typeface="Arial"/>
                <a:cs typeface="Arial"/>
              </a:defRPr>
            </a:lvl1pPr>
            <a:lvl2pPr algn="r">
              <a:defRPr sz="675" b="1" i="0">
                <a:solidFill>
                  <a:srgbClr val="5A6872"/>
                </a:solidFill>
                <a:latin typeface="Arial"/>
                <a:ea typeface="Arial"/>
                <a:cs typeface="Arial"/>
              </a:defRPr>
            </a:lvl2pPr>
            <a:lvl3pPr algn="r">
              <a:defRPr sz="675" b="1" i="0">
                <a:solidFill>
                  <a:srgbClr val="5A6872"/>
                </a:solidFill>
                <a:latin typeface="Arial"/>
                <a:ea typeface="Arial"/>
                <a:cs typeface="Arial"/>
              </a:defRPr>
            </a:lvl3pPr>
            <a:lvl4pPr algn="r">
              <a:defRPr sz="675" b="1" i="0">
                <a:solidFill>
                  <a:srgbClr val="5A6872"/>
                </a:solidFill>
                <a:latin typeface="Arial"/>
                <a:ea typeface="Arial"/>
                <a:cs typeface="Arial"/>
              </a:defRPr>
            </a:lvl4pPr>
            <a:lvl5pPr algn="r">
              <a:defRPr sz="675" b="1" i="0">
                <a:solidFill>
                  <a:srgbClr val="5A6872"/>
                </a:solidFill>
                <a:latin typeface="Arial"/>
                <a:ea typeface="Arial"/>
                <a:cs typeface="Arial"/>
              </a:defRPr>
            </a:lvl5pPr>
            <a:lvl6pPr algn="r">
              <a:defRPr sz="675" b="1" i="0">
                <a:solidFill>
                  <a:srgbClr val="5A6872"/>
                </a:solidFill>
                <a:latin typeface="Arial"/>
                <a:ea typeface="Arial"/>
                <a:cs typeface="Arial"/>
              </a:defRPr>
            </a:lvl6pPr>
            <a:lvl7pPr algn="r">
              <a:defRPr sz="675" b="1" i="0">
                <a:solidFill>
                  <a:srgbClr val="5A6872"/>
                </a:solidFill>
                <a:latin typeface="Arial"/>
                <a:ea typeface="Arial"/>
                <a:cs typeface="Arial"/>
              </a:defRPr>
            </a:lvl7pPr>
            <a:lvl8pPr algn="r">
              <a:defRPr sz="675" b="1" i="0">
                <a:solidFill>
                  <a:srgbClr val="5A6872"/>
                </a:solidFill>
                <a:latin typeface="Arial"/>
                <a:ea typeface="Arial"/>
                <a:cs typeface="Arial"/>
              </a:defRPr>
            </a:lvl8pPr>
            <a:lvl9pPr algn="r">
              <a:defRPr sz="675" b="1" i="0">
                <a:solidFill>
                  <a:srgbClr val="5A6872"/>
                </a:solidFill>
                <a:latin typeface="Arial"/>
                <a:ea typeface="Arial"/>
                <a:cs typeface="Arial"/>
              </a:defRPr>
            </a:lvl9pPr>
          </a:lstStyle>
          <a:p xmlns:a="http://schemas.openxmlformats.org/drawingml/2006/main">
            <a:pPr algn="r">
              <a:defRPr sz="675" b="1" i="0">
                <a:solidFill>
                  <a:srgbClr val="5A6872"/>
                </a:solidFill>
                <a:latin typeface="Arial"/>
                <a:ea typeface="Arial"/>
                <a:cs typeface="Arial"/>
              </a:defRPr>
            </a:pPr>
            <a:r>
              <a:rPr sz="675" b="1" i="0">
                <a:solidFill>
                  <a:srgbClr val="5A6872"/>
                </a:solidFill>
                <a:latin typeface="Arial"/>
                <a:ea typeface="Arial"/>
                <a:cs typeface="Arial"/>
              </a:rPr>
              <a:t>02 / 05</a:t>
            </a:r>
          </a:p>
        </p:txBody>
      </p:sp>
    </p:spTree>
    <p:extLst>
      <p:ext uri="{BB962C8B-B14F-4D97-AF65-F5344CB8AC3E}">
        <p14:creationId xmlns:p14="http://schemas.microsoft.com/office/powerpoint/2010/main" val="81147659"/>
      </p:ext>
    </p:extLst>
  </p:cSld>
</p:sld>
</file>

<file path=ppt/slides/slide3.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AB8C4EC-9D98-420D-85F4-C893E16B5A9F}"/>
              </a:ext>
            </a:extLst>
          </p:cNvPr>
          <p:cNvSpPr>
            <a:spLocks xmlns:a="http://schemas.openxmlformats.org/drawingml/2006/main" noGrp="1"/>
          </p:cNvSpPr>
          <p:nvPr/>
        </p:nvSpPr>
        <p:spPr>
          <a:xfrm xmlns:a="http://schemas.openxmlformats.org/drawingml/2006/main">
            <a:off x="590550" y="40005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28736B"/>
                </a:solidFill>
                <a:latin typeface="Arial"/>
                <a:ea typeface="Arial"/>
                <a:cs typeface="Arial"/>
              </a:defRPr>
            </a:defPPr>
            <a:lvl1pPr algn="l">
              <a:defRPr sz="825" b="1" i="0">
                <a:solidFill>
                  <a:srgbClr val="28736B"/>
                </a:solidFill>
                <a:latin typeface="Arial"/>
                <a:ea typeface="Arial"/>
                <a:cs typeface="Arial"/>
              </a:defRPr>
            </a:lvl1pPr>
            <a:lvl2pPr algn="l">
              <a:defRPr sz="825" b="1" i="0">
                <a:solidFill>
                  <a:srgbClr val="28736B"/>
                </a:solidFill>
                <a:latin typeface="Arial"/>
                <a:ea typeface="Arial"/>
                <a:cs typeface="Arial"/>
              </a:defRPr>
            </a:lvl2pPr>
            <a:lvl3pPr algn="l">
              <a:defRPr sz="825" b="1" i="0">
                <a:solidFill>
                  <a:srgbClr val="28736B"/>
                </a:solidFill>
                <a:latin typeface="Arial"/>
                <a:ea typeface="Arial"/>
                <a:cs typeface="Arial"/>
              </a:defRPr>
            </a:lvl3pPr>
            <a:lvl4pPr algn="l">
              <a:defRPr sz="825" b="1" i="0">
                <a:solidFill>
                  <a:srgbClr val="28736B"/>
                </a:solidFill>
                <a:latin typeface="Arial"/>
                <a:ea typeface="Arial"/>
                <a:cs typeface="Arial"/>
              </a:defRPr>
            </a:lvl4pPr>
            <a:lvl5pPr algn="l">
              <a:defRPr sz="825" b="1" i="0">
                <a:solidFill>
                  <a:srgbClr val="28736B"/>
                </a:solidFill>
                <a:latin typeface="Arial"/>
                <a:ea typeface="Arial"/>
                <a:cs typeface="Arial"/>
              </a:defRPr>
            </a:lvl5pPr>
            <a:lvl6pPr algn="l">
              <a:defRPr sz="825" b="1" i="0">
                <a:solidFill>
                  <a:srgbClr val="28736B"/>
                </a:solidFill>
                <a:latin typeface="Arial"/>
                <a:ea typeface="Arial"/>
                <a:cs typeface="Arial"/>
              </a:defRPr>
            </a:lvl6pPr>
            <a:lvl7pPr algn="l">
              <a:defRPr sz="825" b="1" i="0">
                <a:solidFill>
                  <a:srgbClr val="28736B"/>
                </a:solidFill>
                <a:latin typeface="Arial"/>
                <a:ea typeface="Arial"/>
                <a:cs typeface="Arial"/>
              </a:defRPr>
            </a:lvl7pPr>
            <a:lvl8pPr algn="l">
              <a:defRPr sz="825" b="1" i="0">
                <a:solidFill>
                  <a:srgbClr val="28736B"/>
                </a:solidFill>
                <a:latin typeface="Arial"/>
                <a:ea typeface="Arial"/>
                <a:cs typeface="Arial"/>
              </a:defRPr>
            </a:lvl8pPr>
            <a:lvl9pPr algn="l">
              <a:defRPr sz="825" b="1" i="0">
                <a:solidFill>
                  <a:srgbClr val="28736B"/>
                </a:solidFill>
                <a:latin typeface="Arial"/>
                <a:ea typeface="Arial"/>
                <a:cs typeface="Arial"/>
              </a:defRPr>
            </a:lvl9pPr>
          </a:lstStyle>
          <a:p xmlns:a="http://schemas.openxmlformats.org/drawingml/2006/main">
            <a:pPr algn="l">
              <a:defRPr sz="825" b="1" i="0">
                <a:solidFill>
                  <a:srgbClr val="28736B"/>
                </a:solidFill>
                <a:latin typeface="Arial"/>
                <a:ea typeface="Arial"/>
                <a:cs typeface="Arial"/>
              </a:defRPr>
            </a:pPr>
            <a:r>
              <a:rPr sz="825" b="1" i="0">
                <a:solidFill>
                  <a:srgbClr val="28736B"/>
                </a:solidFill>
                <a:latin typeface="Arial"/>
                <a:ea typeface="Arial"/>
                <a:cs typeface="Arial"/>
              </a:rPr>
              <a:t>03 / THE GROWTH LEVERS</a:t>
            </a:r>
          </a:p>
        </p:txBody>
      </p:sp>
      <p:sp>
        <p:nvSpPr>
          <p:cNvPr id="2" name="">
            <a:extLst xmlns:a="http://schemas.openxmlformats.org/drawingml/2006/main">
              <a:ext uri="{FF2B5EF4-FFF2-40B4-BE49-F238E27FC236}">
                <a16:creationId xmlns:a16="http://schemas.microsoft.com/office/drawing/2014/main" id="{33222424-F341-4A63-A1F0-07A1FBBAA482}"/>
              </a:ext>
            </a:extLst>
          </p:cNvPr>
          <p:cNvSpPr>
            <a:spLocks xmlns:a="http://schemas.openxmlformats.org/drawingml/2006/main" noGrp="1"/>
          </p:cNvSpPr>
          <p:nvPr/>
        </p:nvSpPr>
        <p:spPr>
          <a:xfrm xmlns:a="http://schemas.openxmlformats.org/drawingml/2006/main">
            <a:off x="590550" y="876300"/>
            <a:ext cx="876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225" b="1" i="0">
                <a:solidFill>
                  <a:srgbClr val="13263A"/>
                </a:solidFill>
                <a:latin typeface="Arial"/>
                <a:ea typeface="Arial"/>
                <a:cs typeface="Arial"/>
              </a:defRPr>
            </a:defPPr>
            <a:lvl1pPr algn="l">
              <a:defRPr sz="3225" b="1" i="0">
                <a:solidFill>
                  <a:srgbClr val="13263A"/>
                </a:solidFill>
                <a:latin typeface="Arial"/>
                <a:ea typeface="Arial"/>
                <a:cs typeface="Arial"/>
              </a:defRPr>
            </a:lvl1pPr>
            <a:lvl2pPr algn="l">
              <a:defRPr sz="3225" b="1" i="0">
                <a:solidFill>
                  <a:srgbClr val="13263A"/>
                </a:solidFill>
                <a:latin typeface="Arial"/>
                <a:ea typeface="Arial"/>
                <a:cs typeface="Arial"/>
              </a:defRPr>
            </a:lvl2pPr>
            <a:lvl3pPr algn="l">
              <a:defRPr sz="3225" b="1" i="0">
                <a:solidFill>
                  <a:srgbClr val="13263A"/>
                </a:solidFill>
                <a:latin typeface="Arial"/>
                <a:ea typeface="Arial"/>
                <a:cs typeface="Arial"/>
              </a:defRPr>
            </a:lvl3pPr>
            <a:lvl4pPr algn="l">
              <a:defRPr sz="3225" b="1" i="0">
                <a:solidFill>
                  <a:srgbClr val="13263A"/>
                </a:solidFill>
                <a:latin typeface="Arial"/>
                <a:ea typeface="Arial"/>
                <a:cs typeface="Arial"/>
              </a:defRPr>
            </a:lvl4pPr>
            <a:lvl5pPr algn="l">
              <a:defRPr sz="3225" b="1" i="0">
                <a:solidFill>
                  <a:srgbClr val="13263A"/>
                </a:solidFill>
                <a:latin typeface="Arial"/>
                <a:ea typeface="Arial"/>
                <a:cs typeface="Arial"/>
              </a:defRPr>
            </a:lvl5pPr>
            <a:lvl6pPr algn="l">
              <a:defRPr sz="3225" b="1" i="0">
                <a:solidFill>
                  <a:srgbClr val="13263A"/>
                </a:solidFill>
                <a:latin typeface="Arial"/>
                <a:ea typeface="Arial"/>
                <a:cs typeface="Arial"/>
              </a:defRPr>
            </a:lvl6pPr>
            <a:lvl7pPr algn="l">
              <a:defRPr sz="3225" b="1" i="0">
                <a:solidFill>
                  <a:srgbClr val="13263A"/>
                </a:solidFill>
                <a:latin typeface="Arial"/>
                <a:ea typeface="Arial"/>
                <a:cs typeface="Arial"/>
              </a:defRPr>
            </a:lvl7pPr>
            <a:lvl8pPr algn="l">
              <a:defRPr sz="3225" b="1" i="0">
                <a:solidFill>
                  <a:srgbClr val="13263A"/>
                </a:solidFill>
                <a:latin typeface="Arial"/>
                <a:ea typeface="Arial"/>
                <a:cs typeface="Arial"/>
              </a:defRPr>
            </a:lvl8pPr>
            <a:lvl9pPr algn="l">
              <a:defRPr sz="3225" b="1" i="0">
                <a:solidFill>
                  <a:srgbClr val="13263A"/>
                </a:solidFill>
                <a:latin typeface="Arial"/>
                <a:ea typeface="Arial"/>
                <a:cs typeface="Arial"/>
              </a:defRPr>
            </a:lvl9pPr>
          </a:lstStyle>
          <a:p xmlns:a="http://schemas.openxmlformats.org/drawingml/2006/main">
            <a:pPr algn="l">
              <a:defRPr sz="3225" b="1" i="0">
                <a:solidFill>
                  <a:srgbClr val="13263A"/>
                </a:solidFill>
                <a:latin typeface="Arial"/>
                <a:ea typeface="Arial"/>
                <a:cs typeface="Arial"/>
              </a:defRPr>
            </a:pPr>
            <a:r>
              <a:rPr sz="3225" b="1" i="0">
                <a:solidFill>
                  <a:srgbClr val="13263A"/>
                </a:solidFill>
                <a:latin typeface="Arial"/>
                <a:ea typeface="Arial"/>
                <a:cs typeface="Arial"/>
              </a:rPr>
              <a:t>Four levers. One order of operations.</a:t>
            </a:r>
          </a:p>
        </p:txBody>
      </p:sp>
      <p:sp>
        <p:nvSpPr>
          <p:cNvPr id="3" name="">
            <a:extLst xmlns:a="http://schemas.openxmlformats.org/drawingml/2006/main">
              <a:ext uri="{FF2B5EF4-FFF2-40B4-BE49-F238E27FC236}">
                <a16:creationId xmlns:a16="http://schemas.microsoft.com/office/drawing/2014/main" id="{F0D37BFF-B5BB-460F-9E26-D964727EEDD3}"/>
              </a:ext>
            </a:extLst>
          </p:cNvPr>
          <p:cNvSpPr>
            <a:spLocks xmlns:a="http://schemas.openxmlformats.org/drawingml/2006/main" noGrp="1"/>
          </p:cNvSpPr>
          <p:nvPr/>
        </p:nvSpPr>
        <p:spPr>
          <a:xfrm xmlns:a="http://schemas.openxmlformats.org/drawingml/2006/main">
            <a:off x="590550" y="2000250"/>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1" i="0">
                <a:solidFill>
                  <a:srgbClr val="28736B"/>
                </a:solidFill>
                <a:latin typeface="Arial"/>
                <a:ea typeface="Arial"/>
                <a:cs typeface="Arial"/>
              </a:defRPr>
            </a:defPPr>
            <a:lvl1pPr algn="l">
              <a:defRPr sz="1275" b="1" i="0">
                <a:solidFill>
                  <a:srgbClr val="28736B"/>
                </a:solidFill>
                <a:latin typeface="Arial"/>
                <a:ea typeface="Arial"/>
                <a:cs typeface="Arial"/>
              </a:defRPr>
            </a:lvl1pPr>
            <a:lvl2pPr algn="l">
              <a:defRPr sz="1275" b="1" i="0">
                <a:solidFill>
                  <a:srgbClr val="28736B"/>
                </a:solidFill>
                <a:latin typeface="Arial"/>
                <a:ea typeface="Arial"/>
                <a:cs typeface="Arial"/>
              </a:defRPr>
            </a:lvl2pPr>
            <a:lvl3pPr algn="l">
              <a:defRPr sz="1275" b="1" i="0">
                <a:solidFill>
                  <a:srgbClr val="28736B"/>
                </a:solidFill>
                <a:latin typeface="Arial"/>
                <a:ea typeface="Arial"/>
                <a:cs typeface="Arial"/>
              </a:defRPr>
            </a:lvl3pPr>
            <a:lvl4pPr algn="l">
              <a:defRPr sz="1275" b="1" i="0">
                <a:solidFill>
                  <a:srgbClr val="28736B"/>
                </a:solidFill>
                <a:latin typeface="Arial"/>
                <a:ea typeface="Arial"/>
                <a:cs typeface="Arial"/>
              </a:defRPr>
            </a:lvl4pPr>
            <a:lvl5pPr algn="l">
              <a:defRPr sz="1275" b="1" i="0">
                <a:solidFill>
                  <a:srgbClr val="28736B"/>
                </a:solidFill>
                <a:latin typeface="Arial"/>
                <a:ea typeface="Arial"/>
                <a:cs typeface="Arial"/>
              </a:defRPr>
            </a:lvl5pPr>
            <a:lvl6pPr algn="l">
              <a:defRPr sz="1275" b="1" i="0">
                <a:solidFill>
                  <a:srgbClr val="28736B"/>
                </a:solidFill>
                <a:latin typeface="Arial"/>
                <a:ea typeface="Arial"/>
                <a:cs typeface="Arial"/>
              </a:defRPr>
            </a:lvl6pPr>
            <a:lvl7pPr algn="l">
              <a:defRPr sz="1275" b="1" i="0">
                <a:solidFill>
                  <a:srgbClr val="28736B"/>
                </a:solidFill>
                <a:latin typeface="Arial"/>
                <a:ea typeface="Arial"/>
                <a:cs typeface="Arial"/>
              </a:defRPr>
            </a:lvl7pPr>
            <a:lvl8pPr algn="l">
              <a:defRPr sz="1275" b="1" i="0">
                <a:solidFill>
                  <a:srgbClr val="28736B"/>
                </a:solidFill>
                <a:latin typeface="Arial"/>
                <a:ea typeface="Arial"/>
                <a:cs typeface="Arial"/>
              </a:defRPr>
            </a:lvl8pPr>
            <a:lvl9pPr algn="l">
              <a:defRPr sz="1275" b="1" i="0">
                <a:solidFill>
                  <a:srgbClr val="28736B"/>
                </a:solidFill>
                <a:latin typeface="Arial"/>
                <a:ea typeface="Arial"/>
                <a:cs typeface="Arial"/>
              </a:defRPr>
            </a:lvl9pPr>
          </a:lstStyle>
          <a:p xmlns:a="http://schemas.openxmlformats.org/drawingml/2006/main">
            <a:pPr algn="l">
              <a:defRPr sz="1275" b="1" i="0">
                <a:solidFill>
                  <a:srgbClr val="28736B"/>
                </a:solidFill>
                <a:latin typeface="Arial"/>
                <a:ea typeface="Arial"/>
                <a:cs typeface="Arial"/>
              </a:defRPr>
            </a:pPr>
            <a:r>
              <a:rPr sz="1275" b="1" i="0">
                <a:solidFill>
                  <a:srgbClr val="28736B"/>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74885E35-F76B-4507-8657-DAD47B0E174E}"/>
              </a:ext>
            </a:extLst>
          </p:cNvPr>
          <p:cNvSpPr>
            <a:spLocks xmlns:a="http://schemas.openxmlformats.org/drawingml/2006/main" noGrp="1"/>
          </p:cNvSpPr>
          <p:nvPr/>
        </p:nvSpPr>
        <p:spPr>
          <a:xfrm xmlns:a="http://schemas.openxmlformats.org/drawingml/2006/main">
            <a:off x="1352550" y="2000250"/>
            <a:ext cx="1666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1" i="0">
                <a:solidFill>
                  <a:srgbClr val="13263A"/>
                </a:solidFill>
                <a:latin typeface="Arial"/>
                <a:ea typeface="Arial"/>
                <a:cs typeface="Arial"/>
              </a:defRPr>
            </a:defPPr>
            <a:lvl1pPr algn="l">
              <a:defRPr sz="1275" b="1" i="0">
                <a:solidFill>
                  <a:srgbClr val="13263A"/>
                </a:solidFill>
                <a:latin typeface="Arial"/>
                <a:ea typeface="Arial"/>
                <a:cs typeface="Arial"/>
              </a:defRPr>
            </a:lvl1pPr>
            <a:lvl2pPr algn="l">
              <a:defRPr sz="1275" b="1" i="0">
                <a:solidFill>
                  <a:srgbClr val="13263A"/>
                </a:solidFill>
                <a:latin typeface="Arial"/>
                <a:ea typeface="Arial"/>
                <a:cs typeface="Arial"/>
              </a:defRPr>
            </a:lvl2pPr>
            <a:lvl3pPr algn="l">
              <a:defRPr sz="1275" b="1" i="0">
                <a:solidFill>
                  <a:srgbClr val="13263A"/>
                </a:solidFill>
                <a:latin typeface="Arial"/>
                <a:ea typeface="Arial"/>
                <a:cs typeface="Arial"/>
              </a:defRPr>
            </a:lvl3pPr>
            <a:lvl4pPr algn="l">
              <a:defRPr sz="1275" b="1" i="0">
                <a:solidFill>
                  <a:srgbClr val="13263A"/>
                </a:solidFill>
                <a:latin typeface="Arial"/>
                <a:ea typeface="Arial"/>
                <a:cs typeface="Arial"/>
              </a:defRPr>
            </a:lvl4pPr>
            <a:lvl5pPr algn="l">
              <a:defRPr sz="1275" b="1" i="0">
                <a:solidFill>
                  <a:srgbClr val="13263A"/>
                </a:solidFill>
                <a:latin typeface="Arial"/>
                <a:ea typeface="Arial"/>
                <a:cs typeface="Arial"/>
              </a:defRPr>
            </a:lvl5pPr>
            <a:lvl6pPr algn="l">
              <a:defRPr sz="1275" b="1" i="0">
                <a:solidFill>
                  <a:srgbClr val="13263A"/>
                </a:solidFill>
                <a:latin typeface="Arial"/>
                <a:ea typeface="Arial"/>
                <a:cs typeface="Arial"/>
              </a:defRPr>
            </a:lvl6pPr>
            <a:lvl7pPr algn="l">
              <a:defRPr sz="1275" b="1" i="0">
                <a:solidFill>
                  <a:srgbClr val="13263A"/>
                </a:solidFill>
                <a:latin typeface="Arial"/>
                <a:ea typeface="Arial"/>
                <a:cs typeface="Arial"/>
              </a:defRPr>
            </a:lvl7pPr>
            <a:lvl8pPr algn="l">
              <a:defRPr sz="1275" b="1" i="0">
                <a:solidFill>
                  <a:srgbClr val="13263A"/>
                </a:solidFill>
                <a:latin typeface="Arial"/>
                <a:ea typeface="Arial"/>
                <a:cs typeface="Arial"/>
              </a:defRPr>
            </a:lvl8pPr>
            <a:lvl9pPr algn="l">
              <a:defRPr sz="1275" b="1" i="0">
                <a:solidFill>
                  <a:srgbClr val="13263A"/>
                </a:solidFill>
                <a:latin typeface="Arial"/>
                <a:ea typeface="Arial"/>
                <a:cs typeface="Arial"/>
              </a:defRPr>
            </a:lvl9pPr>
          </a:lstStyle>
          <a:p xmlns:a="http://schemas.openxmlformats.org/drawingml/2006/main">
            <a:pPr algn="l">
              <a:defRPr sz="1275" b="1" i="0">
                <a:solidFill>
                  <a:srgbClr val="13263A"/>
                </a:solidFill>
                <a:latin typeface="Arial"/>
                <a:ea typeface="Arial"/>
                <a:cs typeface="Arial"/>
              </a:defRPr>
            </a:pPr>
            <a:r>
              <a:rPr sz="1275" b="1" i="0">
                <a:solidFill>
                  <a:srgbClr val="13263A"/>
                </a:solidFill>
                <a:latin typeface="Arial"/>
                <a:ea typeface="Arial"/>
                <a:cs typeface="Arial"/>
              </a:rPr>
              <a:t>NAME</a:t>
            </a:r>
          </a:p>
        </p:txBody>
      </p:sp>
      <p:sp>
        <p:nvSpPr>
          <p:cNvPr id="5" name="">
            <a:extLst xmlns:a="http://schemas.openxmlformats.org/drawingml/2006/main">
              <a:ext uri="{FF2B5EF4-FFF2-40B4-BE49-F238E27FC236}">
                <a16:creationId xmlns:a16="http://schemas.microsoft.com/office/drawing/2014/main" id="{F67093D5-5CDA-4D80-BD86-026099FADA82}"/>
              </a:ext>
            </a:extLst>
          </p:cNvPr>
          <p:cNvSpPr>
            <a:spLocks xmlns:a="http://schemas.openxmlformats.org/drawingml/2006/main" noGrp="1"/>
          </p:cNvSpPr>
          <p:nvPr/>
        </p:nvSpPr>
        <p:spPr>
          <a:xfrm xmlns:a="http://schemas.openxmlformats.org/drawingml/2006/main">
            <a:off x="3143250" y="1962150"/>
            <a:ext cx="781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0" i="0">
                <a:solidFill>
                  <a:srgbClr val="13263A"/>
                </a:solidFill>
                <a:latin typeface="Arial"/>
                <a:ea typeface="Arial"/>
                <a:cs typeface="Arial"/>
              </a:defRPr>
            </a:defPPr>
            <a:lvl1pPr algn="l">
              <a:defRPr sz="1575" b="0" i="0">
                <a:solidFill>
                  <a:srgbClr val="13263A"/>
                </a:solidFill>
                <a:latin typeface="Arial"/>
                <a:ea typeface="Arial"/>
                <a:cs typeface="Arial"/>
              </a:defRPr>
            </a:lvl1pPr>
            <a:lvl2pPr algn="l">
              <a:defRPr sz="1575" b="0" i="0">
                <a:solidFill>
                  <a:srgbClr val="13263A"/>
                </a:solidFill>
                <a:latin typeface="Arial"/>
                <a:ea typeface="Arial"/>
                <a:cs typeface="Arial"/>
              </a:defRPr>
            </a:lvl2pPr>
            <a:lvl3pPr algn="l">
              <a:defRPr sz="1575" b="0" i="0">
                <a:solidFill>
                  <a:srgbClr val="13263A"/>
                </a:solidFill>
                <a:latin typeface="Arial"/>
                <a:ea typeface="Arial"/>
                <a:cs typeface="Arial"/>
              </a:defRPr>
            </a:lvl3pPr>
            <a:lvl4pPr algn="l">
              <a:defRPr sz="1575" b="0" i="0">
                <a:solidFill>
                  <a:srgbClr val="13263A"/>
                </a:solidFill>
                <a:latin typeface="Arial"/>
                <a:ea typeface="Arial"/>
                <a:cs typeface="Arial"/>
              </a:defRPr>
            </a:lvl4pPr>
            <a:lvl5pPr algn="l">
              <a:defRPr sz="1575" b="0" i="0">
                <a:solidFill>
                  <a:srgbClr val="13263A"/>
                </a:solidFill>
                <a:latin typeface="Arial"/>
                <a:ea typeface="Arial"/>
                <a:cs typeface="Arial"/>
              </a:defRPr>
            </a:lvl5pPr>
            <a:lvl6pPr algn="l">
              <a:defRPr sz="1575" b="0" i="0">
                <a:solidFill>
                  <a:srgbClr val="13263A"/>
                </a:solidFill>
                <a:latin typeface="Arial"/>
                <a:ea typeface="Arial"/>
                <a:cs typeface="Arial"/>
              </a:defRPr>
            </a:lvl6pPr>
            <a:lvl7pPr algn="l">
              <a:defRPr sz="1575" b="0" i="0">
                <a:solidFill>
                  <a:srgbClr val="13263A"/>
                </a:solidFill>
                <a:latin typeface="Arial"/>
                <a:ea typeface="Arial"/>
                <a:cs typeface="Arial"/>
              </a:defRPr>
            </a:lvl7pPr>
            <a:lvl8pPr algn="l">
              <a:defRPr sz="1575" b="0" i="0">
                <a:solidFill>
                  <a:srgbClr val="13263A"/>
                </a:solidFill>
                <a:latin typeface="Arial"/>
                <a:ea typeface="Arial"/>
                <a:cs typeface="Arial"/>
              </a:defRPr>
            </a:lvl8pPr>
            <a:lvl9pPr algn="l">
              <a:defRPr sz="1575" b="0" i="0">
                <a:solidFill>
                  <a:srgbClr val="13263A"/>
                </a:solidFill>
                <a:latin typeface="Arial"/>
                <a:ea typeface="Arial"/>
                <a:cs typeface="Arial"/>
              </a:defRPr>
            </a:lvl9pPr>
          </a:lstStyle>
          <a:p xmlns:a="http://schemas.openxmlformats.org/drawingml/2006/main">
            <a:pPr algn="l">
              <a:defRPr sz="1575" b="0" i="0">
                <a:solidFill>
                  <a:srgbClr val="13263A"/>
                </a:solidFill>
                <a:latin typeface="Arial"/>
                <a:ea typeface="Arial"/>
                <a:cs typeface="Arial"/>
              </a:defRPr>
            </a:pPr>
            <a:r>
              <a:rPr sz="1575" b="0" i="0">
                <a:solidFill>
                  <a:srgbClr val="13263A"/>
                </a:solidFill>
                <a:latin typeface="Arial"/>
                <a:ea typeface="Arial"/>
                <a:cs typeface="Arial"/>
              </a:rPr>
              <a:t>Define the firm change points where specialist help becomes urgent.</a:t>
            </a:r>
          </a:p>
        </p:txBody>
      </p:sp>
      <p:sp>
        <p:nvSpPr>
          <p:cNvPr id="6" name="">
            <a:extLst xmlns:a="http://schemas.openxmlformats.org/drawingml/2006/main">
              <a:ext uri="{FF2B5EF4-FFF2-40B4-BE49-F238E27FC236}">
                <a16:creationId xmlns:a16="http://schemas.microsoft.com/office/drawing/2014/main" id="{B3BAD7FD-23B2-4ED9-8F21-EF7DFB95B7EF}"/>
              </a:ext>
            </a:extLst>
          </p:cNvPr>
          <p:cNvSpPr>
            <a:spLocks xmlns:a="http://schemas.openxmlformats.org/drawingml/2006/main" noGrp="1"/>
          </p:cNvSpPr>
          <p:nvPr/>
        </p:nvSpPr>
        <p:spPr>
          <a:xfrm xmlns:a="http://schemas.openxmlformats.org/drawingml/2006/main">
            <a:off x="590550" y="2933700"/>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1" i="0">
                <a:solidFill>
                  <a:srgbClr val="28736B"/>
                </a:solidFill>
                <a:latin typeface="Arial"/>
                <a:ea typeface="Arial"/>
                <a:cs typeface="Arial"/>
              </a:defRPr>
            </a:defPPr>
            <a:lvl1pPr algn="l">
              <a:defRPr sz="1275" b="1" i="0">
                <a:solidFill>
                  <a:srgbClr val="28736B"/>
                </a:solidFill>
                <a:latin typeface="Arial"/>
                <a:ea typeface="Arial"/>
                <a:cs typeface="Arial"/>
              </a:defRPr>
            </a:lvl1pPr>
            <a:lvl2pPr algn="l">
              <a:defRPr sz="1275" b="1" i="0">
                <a:solidFill>
                  <a:srgbClr val="28736B"/>
                </a:solidFill>
                <a:latin typeface="Arial"/>
                <a:ea typeface="Arial"/>
                <a:cs typeface="Arial"/>
              </a:defRPr>
            </a:lvl2pPr>
            <a:lvl3pPr algn="l">
              <a:defRPr sz="1275" b="1" i="0">
                <a:solidFill>
                  <a:srgbClr val="28736B"/>
                </a:solidFill>
                <a:latin typeface="Arial"/>
                <a:ea typeface="Arial"/>
                <a:cs typeface="Arial"/>
              </a:defRPr>
            </a:lvl3pPr>
            <a:lvl4pPr algn="l">
              <a:defRPr sz="1275" b="1" i="0">
                <a:solidFill>
                  <a:srgbClr val="28736B"/>
                </a:solidFill>
                <a:latin typeface="Arial"/>
                <a:ea typeface="Arial"/>
                <a:cs typeface="Arial"/>
              </a:defRPr>
            </a:lvl4pPr>
            <a:lvl5pPr algn="l">
              <a:defRPr sz="1275" b="1" i="0">
                <a:solidFill>
                  <a:srgbClr val="28736B"/>
                </a:solidFill>
                <a:latin typeface="Arial"/>
                <a:ea typeface="Arial"/>
                <a:cs typeface="Arial"/>
              </a:defRPr>
            </a:lvl5pPr>
            <a:lvl6pPr algn="l">
              <a:defRPr sz="1275" b="1" i="0">
                <a:solidFill>
                  <a:srgbClr val="28736B"/>
                </a:solidFill>
                <a:latin typeface="Arial"/>
                <a:ea typeface="Arial"/>
                <a:cs typeface="Arial"/>
              </a:defRPr>
            </a:lvl6pPr>
            <a:lvl7pPr algn="l">
              <a:defRPr sz="1275" b="1" i="0">
                <a:solidFill>
                  <a:srgbClr val="28736B"/>
                </a:solidFill>
                <a:latin typeface="Arial"/>
                <a:ea typeface="Arial"/>
                <a:cs typeface="Arial"/>
              </a:defRPr>
            </a:lvl7pPr>
            <a:lvl8pPr algn="l">
              <a:defRPr sz="1275" b="1" i="0">
                <a:solidFill>
                  <a:srgbClr val="28736B"/>
                </a:solidFill>
                <a:latin typeface="Arial"/>
                <a:ea typeface="Arial"/>
                <a:cs typeface="Arial"/>
              </a:defRPr>
            </a:lvl8pPr>
            <a:lvl9pPr algn="l">
              <a:defRPr sz="1275" b="1" i="0">
                <a:solidFill>
                  <a:srgbClr val="28736B"/>
                </a:solidFill>
                <a:latin typeface="Arial"/>
                <a:ea typeface="Arial"/>
                <a:cs typeface="Arial"/>
              </a:defRPr>
            </a:lvl9pPr>
          </a:lstStyle>
          <a:p xmlns:a="http://schemas.openxmlformats.org/drawingml/2006/main">
            <a:pPr algn="l">
              <a:defRPr sz="1275" b="1" i="0">
                <a:solidFill>
                  <a:srgbClr val="28736B"/>
                </a:solidFill>
                <a:latin typeface="Arial"/>
                <a:ea typeface="Arial"/>
                <a:cs typeface="Arial"/>
              </a:defRPr>
            </a:pPr>
            <a:r>
              <a:rPr sz="1275" b="1" i="0">
                <a:solidFill>
                  <a:srgbClr val="28736B"/>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6957AEDE-A21B-45B2-AC15-13CBD25B4DCB}"/>
              </a:ext>
            </a:extLst>
          </p:cNvPr>
          <p:cNvSpPr>
            <a:spLocks xmlns:a="http://schemas.openxmlformats.org/drawingml/2006/main" noGrp="1"/>
          </p:cNvSpPr>
          <p:nvPr/>
        </p:nvSpPr>
        <p:spPr>
          <a:xfrm xmlns:a="http://schemas.openxmlformats.org/drawingml/2006/main">
            <a:off x="1352550" y="2933700"/>
            <a:ext cx="1666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1" i="0">
                <a:solidFill>
                  <a:srgbClr val="13263A"/>
                </a:solidFill>
                <a:latin typeface="Arial"/>
                <a:ea typeface="Arial"/>
                <a:cs typeface="Arial"/>
              </a:defRPr>
            </a:defPPr>
            <a:lvl1pPr algn="l">
              <a:defRPr sz="1275" b="1" i="0">
                <a:solidFill>
                  <a:srgbClr val="13263A"/>
                </a:solidFill>
                <a:latin typeface="Arial"/>
                <a:ea typeface="Arial"/>
                <a:cs typeface="Arial"/>
              </a:defRPr>
            </a:lvl1pPr>
            <a:lvl2pPr algn="l">
              <a:defRPr sz="1275" b="1" i="0">
                <a:solidFill>
                  <a:srgbClr val="13263A"/>
                </a:solidFill>
                <a:latin typeface="Arial"/>
                <a:ea typeface="Arial"/>
                <a:cs typeface="Arial"/>
              </a:defRPr>
            </a:lvl2pPr>
            <a:lvl3pPr algn="l">
              <a:defRPr sz="1275" b="1" i="0">
                <a:solidFill>
                  <a:srgbClr val="13263A"/>
                </a:solidFill>
                <a:latin typeface="Arial"/>
                <a:ea typeface="Arial"/>
                <a:cs typeface="Arial"/>
              </a:defRPr>
            </a:lvl3pPr>
            <a:lvl4pPr algn="l">
              <a:defRPr sz="1275" b="1" i="0">
                <a:solidFill>
                  <a:srgbClr val="13263A"/>
                </a:solidFill>
                <a:latin typeface="Arial"/>
                <a:ea typeface="Arial"/>
                <a:cs typeface="Arial"/>
              </a:defRPr>
            </a:lvl4pPr>
            <a:lvl5pPr algn="l">
              <a:defRPr sz="1275" b="1" i="0">
                <a:solidFill>
                  <a:srgbClr val="13263A"/>
                </a:solidFill>
                <a:latin typeface="Arial"/>
                <a:ea typeface="Arial"/>
                <a:cs typeface="Arial"/>
              </a:defRPr>
            </a:lvl5pPr>
            <a:lvl6pPr algn="l">
              <a:defRPr sz="1275" b="1" i="0">
                <a:solidFill>
                  <a:srgbClr val="13263A"/>
                </a:solidFill>
                <a:latin typeface="Arial"/>
                <a:ea typeface="Arial"/>
                <a:cs typeface="Arial"/>
              </a:defRPr>
            </a:lvl6pPr>
            <a:lvl7pPr algn="l">
              <a:defRPr sz="1275" b="1" i="0">
                <a:solidFill>
                  <a:srgbClr val="13263A"/>
                </a:solidFill>
                <a:latin typeface="Arial"/>
                <a:ea typeface="Arial"/>
                <a:cs typeface="Arial"/>
              </a:defRPr>
            </a:lvl7pPr>
            <a:lvl8pPr algn="l">
              <a:defRPr sz="1275" b="1" i="0">
                <a:solidFill>
                  <a:srgbClr val="13263A"/>
                </a:solidFill>
                <a:latin typeface="Arial"/>
                <a:ea typeface="Arial"/>
                <a:cs typeface="Arial"/>
              </a:defRPr>
            </a:lvl8pPr>
            <a:lvl9pPr algn="l">
              <a:defRPr sz="1275" b="1" i="0">
                <a:solidFill>
                  <a:srgbClr val="13263A"/>
                </a:solidFill>
                <a:latin typeface="Arial"/>
                <a:ea typeface="Arial"/>
                <a:cs typeface="Arial"/>
              </a:defRPr>
            </a:lvl9pPr>
          </a:lstStyle>
          <a:p xmlns:a="http://schemas.openxmlformats.org/drawingml/2006/main">
            <a:pPr algn="l">
              <a:defRPr sz="1275" b="1" i="0">
                <a:solidFill>
                  <a:srgbClr val="13263A"/>
                </a:solidFill>
                <a:latin typeface="Arial"/>
                <a:ea typeface="Arial"/>
                <a:cs typeface="Arial"/>
              </a:defRPr>
            </a:pPr>
            <a:r>
              <a:rPr sz="1275" b="1" i="0">
                <a:solidFill>
                  <a:srgbClr val="13263A"/>
                </a:solidFill>
                <a:latin typeface="Arial"/>
                <a:ea typeface="Arial"/>
                <a:cs typeface="Arial"/>
              </a:rPr>
              <a:t>DIAGNOSE</a:t>
            </a:r>
          </a:p>
        </p:txBody>
      </p:sp>
      <p:sp>
        <p:nvSpPr>
          <p:cNvPr id="8" name="">
            <a:extLst xmlns:a="http://schemas.openxmlformats.org/drawingml/2006/main">
              <a:ext uri="{FF2B5EF4-FFF2-40B4-BE49-F238E27FC236}">
                <a16:creationId xmlns:a16="http://schemas.microsoft.com/office/drawing/2014/main" id="{BBE063EC-EABC-4A27-9081-958D95E4F204}"/>
              </a:ext>
            </a:extLst>
          </p:cNvPr>
          <p:cNvSpPr>
            <a:spLocks xmlns:a="http://schemas.openxmlformats.org/drawingml/2006/main" noGrp="1"/>
          </p:cNvSpPr>
          <p:nvPr/>
        </p:nvSpPr>
        <p:spPr>
          <a:xfrm xmlns:a="http://schemas.openxmlformats.org/drawingml/2006/main">
            <a:off x="3143250" y="2895600"/>
            <a:ext cx="781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0" i="0">
                <a:solidFill>
                  <a:srgbClr val="13263A"/>
                </a:solidFill>
                <a:latin typeface="Arial"/>
                <a:ea typeface="Arial"/>
                <a:cs typeface="Arial"/>
              </a:defRPr>
            </a:defPPr>
            <a:lvl1pPr algn="l">
              <a:defRPr sz="1575" b="0" i="0">
                <a:solidFill>
                  <a:srgbClr val="13263A"/>
                </a:solidFill>
                <a:latin typeface="Arial"/>
                <a:ea typeface="Arial"/>
                <a:cs typeface="Arial"/>
              </a:defRPr>
            </a:lvl1pPr>
            <a:lvl2pPr algn="l">
              <a:defRPr sz="1575" b="0" i="0">
                <a:solidFill>
                  <a:srgbClr val="13263A"/>
                </a:solidFill>
                <a:latin typeface="Arial"/>
                <a:ea typeface="Arial"/>
                <a:cs typeface="Arial"/>
              </a:defRPr>
            </a:lvl2pPr>
            <a:lvl3pPr algn="l">
              <a:defRPr sz="1575" b="0" i="0">
                <a:solidFill>
                  <a:srgbClr val="13263A"/>
                </a:solidFill>
                <a:latin typeface="Arial"/>
                <a:ea typeface="Arial"/>
                <a:cs typeface="Arial"/>
              </a:defRPr>
            </a:lvl3pPr>
            <a:lvl4pPr algn="l">
              <a:defRPr sz="1575" b="0" i="0">
                <a:solidFill>
                  <a:srgbClr val="13263A"/>
                </a:solidFill>
                <a:latin typeface="Arial"/>
                <a:ea typeface="Arial"/>
                <a:cs typeface="Arial"/>
              </a:defRPr>
            </a:lvl4pPr>
            <a:lvl5pPr algn="l">
              <a:defRPr sz="1575" b="0" i="0">
                <a:solidFill>
                  <a:srgbClr val="13263A"/>
                </a:solidFill>
                <a:latin typeface="Arial"/>
                <a:ea typeface="Arial"/>
                <a:cs typeface="Arial"/>
              </a:defRPr>
            </a:lvl5pPr>
            <a:lvl6pPr algn="l">
              <a:defRPr sz="1575" b="0" i="0">
                <a:solidFill>
                  <a:srgbClr val="13263A"/>
                </a:solidFill>
                <a:latin typeface="Arial"/>
                <a:ea typeface="Arial"/>
                <a:cs typeface="Arial"/>
              </a:defRPr>
            </a:lvl6pPr>
            <a:lvl7pPr algn="l">
              <a:defRPr sz="1575" b="0" i="0">
                <a:solidFill>
                  <a:srgbClr val="13263A"/>
                </a:solidFill>
                <a:latin typeface="Arial"/>
                <a:ea typeface="Arial"/>
                <a:cs typeface="Arial"/>
              </a:defRPr>
            </a:lvl7pPr>
            <a:lvl8pPr algn="l">
              <a:defRPr sz="1575" b="0" i="0">
                <a:solidFill>
                  <a:srgbClr val="13263A"/>
                </a:solidFill>
                <a:latin typeface="Arial"/>
                <a:ea typeface="Arial"/>
                <a:cs typeface="Arial"/>
              </a:defRPr>
            </a:lvl8pPr>
            <a:lvl9pPr algn="l">
              <a:defRPr sz="1575" b="0" i="0">
                <a:solidFill>
                  <a:srgbClr val="13263A"/>
                </a:solidFill>
                <a:latin typeface="Arial"/>
                <a:ea typeface="Arial"/>
                <a:cs typeface="Arial"/>
              </a:defRPr>
            </a:lvl9pPr>
          </a:lstStyle>
          <a:p xmlns:a="http://schemas.openxmlformats.org/drawingml/2006/main">
            <a:pPr algn="l">
              <a:defRPr sz="1575" b="0" i="0">
                <a:solidFill>
                  <a:srgbClr val="13263A"/>
                </a:solidFill>
                <a:latin typeface="Arial"/>
                <a:ea typeface="Arial"/>
                <a:cs typeface="Arial"/>
              </a:defRPr>
            </a:pPr>
            <a:r>
              <a:rPr sz="1575" b="0" i="0">
                <a:solidFill>
                  <a:srgbClr val="13263A"/>
                </a:solidFill>
                <a:latin typeface="Arial"/>
                <a:ea typeface="Arial"/>
                <a:cs typeface="Arial"/>
              </a:rPr>
              <a:t>Turn broad interest into a specific commercial problem.</a:t>
            </a:r>
          </a:p>
        </p:txBody>
      </p:sp>
      <p:sp>
        <p:nvSpPr>
          <p:cNvPr id="9" name="">
            <a:extLst xmlns:a="http://schemas.openxmlformats.org/drawingml/2006/main">
              <a:ext uri="{FF2B5EF4-FFF2-40B4-BE49-F238E27FC236}">
                <a16:creationId xmlns:a16="http://schemas.microsoft.com/office/drawing/2014/main" id="{E4353143-2A65-4949-8BBA-EE3EECFF820E}"/>
              </a:ext>
            </a:extLst>
          </p:cNvPr>
          <p:cNvSpPr>
            <a:spLocks xmlns:a="http://schemas.openxmlformats.org/drawingml/2006/main" noGrp="1"/>
          </p:cNvSpPr>
          <p:nvPr/>
        </p:nvSpPr>
        <p:spPr>
          <a:xfrm xmlns:a="http://schemas.openxmlformats.org/drawingml/2006/main">
            <a:off x="590550" y="3867150"/>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1" i="0">
                <a:solidFill>
                  <a:srgbClr val="28736B"/>
                </a:solidFill>
                <a:latin typeface="Arial"/>
                <a:ea typeface="Arial"/>
                <a:cs typeface="Arial"/>
              </a:defRPr>
            </a:defPPr>
            <a:lvl1pPr algn="l">
              <a:defRPr sz="1275" b="1" i="0">
                <a:solidFill>
                  <a:srgbClr val="28736B"/>
                </a:solidFill>
                <a:latin typeface="Arial"/>
                <a:ea typeface="Arial"/>
                <a:cs typeface="Arial"/>
              </a:defRPr>
            </a:lvl1pPr>
            <a:lvl2pPr algn="l">
              <a:defRPr sz="1275" b="1" i="0">
                <a:solidFill>
                  <a:srgbClr val="28736B"/>
                </a:solidFill>
                <a:latin typeface="Arial"/>
                <a:ea typeface="Arial"/>
                <a:cs typeface="Arial"/>
              </a:defRPr>
            </a:lvl2pPr>
            <a:lvl3pPr algn="l">
              <a:defRPr sz="1275" b="1" i="0">
                <a:solidFill>
                  <a:srgbClr val="28736B"/>
                </a:solidFill>
                <a:latin typeface="Arial"/>
                <a:ea typeface="Arial"/>
                <a:cs typeface="Arial"/>
              </a:defRPr>
            </a:lvl3pPr>
            <a:lvl4pPr algn="l">
              <a:defRPr sz="1275" b="1" i="0">
                <a:solidFill>
                  <a:srgbClr val="28736B"/>
                </a:solidFill>
                <a:latin typeface="Arial"/>
                <a:ea typeface="Arial"/>
                <a:cs typeface="Arial"/>
              </a:defRPr>
            </a:lvl4pPr>
            <a:lvl5pPr algn="l">
              <a:defRPr sz="1275" b="1" i="0">
                <a:solidFill>
                  <a:srgbClr val="28736B"/>
                </a:solidFill>
                <a:latin typeface="Arial"/>
                <a:ea typeface="Arial"/>
                <a:cs typeface="Arial"/>
              </a:defRPr>
            </a:lvl5pPr>
            <a:lvl6pPr algn="l">
              <a:defRPr sz="1275" b="1" i="0">
                <a:solidFill>
                  <a:srgbClr val="28736B"/>
                </a:solidFill>
                <a:latin typeface="Arial"/>
                <a:ea typeface="Arial"/>
                <a:cs typeface="Arial"/>
              </a:defRPr>
            </a:lvl6pPr>
            <a:lvl7pPr algn="l">
              <a:defRPr sz="1275" b="1" i="0">
                <a:solidFill>
                  <a:srgbClr val="28736B"/>
                </a:solidFill>
                <a:latin typeface="Arial"/>
                <a:ea typeface="Arial"/>
                <a:cs typeface="Arial"/>
              </a:defRPr>
            </a:lvl7pPr>
            <a:lvl8pPr algn="l">
              <a:defRPr sz="1275" b="1" i="0">
                <a:solidFill>
                  <a:srgbClr val="28736B"/>
                </a:solidFill>
                <a:latin typeface="Arial"/>
                <a:ea typeface="Arial"/>
                <a:cs typeface="Arial"/>
              </a:defRPr>
            </a:lvl8pPr>
            <a:lvl9pPr algn="l">
              <a:defRPr sz="1275" b="1" i="0">
                <a:solidFill>
                  <a:srgbClr val="28736B"/>
                </a:solidFill>
                <a:latin typeface="Arial"/>
                <a:ea typeface="Arial"/>
                <a:cs typeface="Arial"/>
              </a:defRPr>
            </a:lvl9pPr>
          </a:lstStyle>
          <a:p xmlns:a="http://schemas.openxmlformats.org/drawingml/2006/main">
            <a:pPr algn="l">
              <a:defRPr sz="1275" b="1" i="0">
                <a:solidFill>
                  <a:srgbClr val="28736B"/>
                </a:solidFill>
                <a:latin typeface="Arial"/>
                <a:ea typeface="Arial"/>
                <a:cs typeface="Arial"/>
              </a:defRPr>
            </a:pPr>
            <a:r>
              <a:rPr sz="1275" b="1" i="0">
                <a:solidFill>
                  <a:srgbClr val="28736B"/>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A14C507B-351A-4B7E-953F-9454FF8EB601}"/>
              </a:ext>
            </a:extLst>
          </p:cNvPr>
          <p:cNvSpPr>
            <a:spLocks xmlns:a="http://schemas.openxmlformats.org/drawingml/2006/main" noGrp="1"/>
          </p:cNvSpPr>
          <p:nvPr/>
        </p:nvSpPr>
        <p:spPr>
          <a:xfrm xmlns:a="http://schemas.openxmlformats.org/drawingml/2006/main">
            <a:off x="1352550" y="3867150"/>
            <a:ext cx="1666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1" i="0">
                <a:solidFill>
                  <a:srgbClr val="13263A"/>
                </a:solidFill>
                <a:latin typeface="Arial"/>
                <a:ea typeface="Arial"/>
                <a:cs typeface="Arial"/>
              </a:defRPr>
            </a:defPPr>
            <a:lvl1pPr algn="l">
              <a:defRPr sz="1275" b="1" i="0">
                <a:solidFill>
                  <a:srgbClr val="13263A"/>
                </a:solidFill>
                <a:latin typeface="Arial"/>
                <a:ea typeface="Arial"/>
                <a:cs typeface="Arial"/>
              </a:defRPr>
            </a:lvl1pPr>
            <a:lvl2pPr algn="l">
              <a:defRPr sz="1275" b="1" i="0">
                <a:solidFill>
                  <a:srgbClr val="13263A"/>
                </a:solidFill>
                <a:latin typeface="Arial"/>
                <a:ea typeface="Arial"/>
                <a:cs typeface="Arial"/>
              </a:defRPr>
            </a:lvl2pPr>
            <a:lvl3pPr algn="l">
              <a:defRPr sz="1275" b="1" i="0">
                <a:solidFill>
                  <a:srgbClr val="13263A"/>
                </a:solidFill>
                <a:latin typeface="Arial"/>
                <a:ea typeface="Arial"/>
                <a:cs typeface="Arial"/>
              </a:defRPr>
            </a:lvl3pPr>
            <a:lvl4pPr algn="l">
              <a:defRPr sz="1275" b="1" i="0">
                <a:solidFill>
                  <a:srgbClr val="13263A"/>
                </a:solidFill>
                <a:latin typeface="Arial"/>
                <a:ea typeface="Arial"/>
                <a:cs typeface="Arial"/>
              </a:defRPr>
            </a:lvl4pPr>
            <a:lvl5pPr algn="l">
              <a:defRPr sz="1275" b="1" i="0">
                <a:solidFill>
                  <a:srgbClr val="13263A"/>
                </a:solidFill>
                <a:latin typeface="Arial"/>
                <a:ea typeface="Arial"/>
                <a:cs typeface="Arial"/>
              </a:defRPr>
            </a:lvl5pPr>
            <a:lvl6pPr algn="l">
              <a:defRPr sz="1275" b="1" i="0">
                <a:solidFill>
                  <a:srgbClr val="13263A"/>
                </a:solidFill>
                <a:latin typeface="Arial"/>
                <a:ea typeface="Arial"/>
                <a:cs typeface="Arial"/>
              </a:defRPr>
            </a:lvl6pPr>
            <a:lvl7pPr algn="l">
              <a:defRPr sz="1275" b="1" i="0">
                <a:solidFill>
                  <a:srgbClr val="13263A"/>
                </a:solidFill>
                <a:latin typeface="Arial"/>
                <a:ea typeface="Arial"/>
                <a:cs typeface="Arial"/>
              </a:defRPr>
            </a:lvl7pPr>
            <a:lvl8pPr algn="l">
              <a:defRPr sz="1275" b="1" i="0">
                <a:solidFill>
                  <a:srgbClr val="13263A"/>
                </a:solidFill>
                <a:latin typeface="Arial"/>
                <a:ea typeface="Arial"/>
                <a:cs typeface="Arial"/>
              </a:defRPr>
            </a:lvl8pPr>
            <a:lvl9pPr algn="l">
              <a:defRPr sz="1275" b="1" i="0">
                <a:solidFill>
                  <a:srgbClr val="13263A"/>
                </a:solidFill>
                <a:latin typeface="Arial"/>
                <a:ea typeface="Arial"/>
                <a:cs typeface="Arial"/>
              </a:defRPr>
            </a:lvl9pPr>
          </a:lstStyle>
          <a:p xmlns:a="http://schemas.openxmlformats.org/drawingml/2006/main">
            <a:pPr algn="l">
              <a:defRPr sz="1275" b="1" i="0">
                <a:solidFill>
                  <a:srgbClr val="13263A"/>
                </a:solidFill>
                <a:latin typeface="Arial"/>
                <a:ea typeface="Arial"/>
                <a:cs typeface="Arial"/>
              </a:defRPr>
            </a:pPr>
            <a:r>
              <a:rPr sz="1275" b="1" i="0">
                <a:solidFill>
                  <a:srgbClr val="13263A"/>
                </a:solidFill>
                <a:latin typeface="Arial"/>
                <a:ea typeface="Arial"/>
                <a:cs typeface="Arial"/>
              </a:rPr>
              <a:t>ROUTE</a:t>
            </a:r>
          </a:p>
        </p:txBody>
      </p:sp>
      <p:sp>
        <p:nvSpPr>
          <p:cNvPr id="11" name="">
            <a:extLst xmlns:a="http://schemas.openxmlformats.org/drawingml/2006/main">
              <a:ext uri="{FF2B5EF4-FFF2-40B4-BE49-F238E27FC236}">
                <a16:creationId xmlns:a16="http://schemas.microsoft.com/office/drawing/2014/main" id="{085C6CC3-EF90-4172-92A0-575BC59DFB62}"/>
              </a:ext>
            </a:extLst>
          </p:cNvPr>
          <p:cNvSpPr>
            <a:spLocks xmlns:a="http://schemas.openxmlformats.org/drawingml/2006/main" noGrp="1"/>
          </p:cNvSpPr>
          <p:nvPr/>
        </p:nvSpPr>
        <p:spPr>
          <a:xfrm xmlns:a="http://schemas.openxmlformats.org/drawingml/2006/main">
            <a:off x="3143250" y="3829050"/>
            <a:ext cx="781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0" i="0">
                <a:solidFill>
                  <a:srgbClr val="13263A"/>
                </a:solidFill>
                <a:latin typeface="Arial"/>
                <a:ea typeface="Arial"/>
                <a:cs typeface="Arial"/>
              </a:defRPr>
            </a:defPPr>
            <a:lvl1pPr algn="l">
              <a:defRPr sz="1575" b="0" i="0">
                <a:solidFill>
                  <a:srgbClr val="13263A"/>
                </a:solidFill>
                <a:latin typeface="Arial"/>
                <a:ea typeface="Arial"/>
                <a:cs typeface="Arial"/>
              </a:defRPr>
            </a:lvl1pPr>
            <a:lvl2pPr algn="l">
              <a:defRPr sz="1575" b="0" i="0">
                <a:solidFill>
                  <a:srgbClr val="13263A"/>
                </a:solidFill>
                <a:latin typeface="Arial"/>
                <a:ea typeface="Arial"/>
                <a:cs typeface="Arial"/>
              </a:defRPr>
            </a:lvl2pPr>
            <a:lvl3pPr algn="l">
              <a:defRPr sz="1575" b="0" i="0">
                <a:solidFill>
                  <a:srgbClr val="13263A"/>
                </a:solidFill>
                <a:latin typeface="Arial"/>
                <a:ea typeface="Arial"/>
                <a:cs typeface="Arial"/>
              </a:defRPr>
            </a:lvl3pPr>
            <a:lvl4pPr algn="l">
              <a:defRPr sz="1575" b="0" i="0">
                <a:solidFill>
                  <a:srgbClr val="13263A"/>
                </a:solidFill>
                <a:latin typeface="Arial"/>
                <a:ea typeface="Arial"/>
                <a:cs typeface="Arial"/>
              </a:defRPr>
            </a:lvl4pPr>
            <a:lvl5pPr algn="l">
              <a:defRPr sz="1575" b="0" i="0">
                <a:solidFill>
                  <a:srgbClr val="13263A"/>
                </a:solidFill>
                <a:latin typeface="Arial"/>
                <a:ea typeface="Arial"/>
                <a:cs typeface="Arial"/>
              </a:defRPr>
            </a:lvl5pPr>
            <a:lvl6pPr algn="l">
              <a:defRPr sz="1575" b="0" i="0">
                <a:solidFill>
                  <a:srgbClr val="13263A"/>
                </a:solidFill>
                <a:latin typeface="Arial"/>
                <a:ea typeface="Arial"/>
                <a:cs typeface="Arial"/>
              </a:defRPr>
            </a:lvl6pPr>
            <a:lvl7pPr algn="l">
              <a:defRPr sz="1575" b="0" i="0">
                <a:solidFill>
                  <a:srgbClr val="13263A"/>
                </a:solidFill>
                <a:latin typeface="Arial"/>
                <a:ea typeface="Arial"/>
                <a:cs typeface="Arial"/>
              </a:defRPr>
            </a:lvl7pPr>
            <a:lvl8pPr algn="l">
              <a:defRPr sz="1575" b="0" i="0">
                <a:solidFill>
                  <a:srgbClr val="13263A"/>
                </a:solidFill>
                <a:latin typeface="Arial"/>
                <a:ea typeface="Arial"/>
                <a:cs typeface="Arial"/>
              </a:defRPr>
            </a:lvl8pPr>
            <a:lvl9pPr algn="l">
              <a:defRPr sz="1575" b="0" i="0">
                <a:solidFill>
                  <a:srgbClr val="13263A"/>
                </a:solidFill>
                <a:latin typeface="Arial"/>
                <a:ea typeface="Arial"/>
                <a:cs typeface="Arial"/>
              </a:defRPr>
            </a:lvl9pPr>
          </a:lstStyle>
          <a:p xmlns:a="http://schemas.openxmlformats.org/drawingml/2006/main">
            <a:pPr algn="l">
              <a:defRPr sz="1575" b="0" i="0">
                <a:solidFill>
                  <a:srgbClr val="13263A"/>
                </a:solidFill>
                <a:latin typeface="Arial"/>
                <a:ea typeface="Arial"/>
                <a:cs typeface="Arial"/>
              </a:defRPr>
            </a:pPr>
            <a:r>
              <a:rPr sz="1575" b="0" i="0">
                <a:solidFill>
                  <a:srgbClr val="13263A"/>
                </a:solidFill>
                <a:latin typeface="Arial"/>
                <a:ea typeface="Arial"/>
                <a:cs typeface="Arial"/>
              </a:rPr>
              <a:t>Sequence the right services instead of presenting a menu.</a:t>
            </a:r>
          </a:p>
        </p:txBody>
      </p:sp>
      <p:sp>
        <p:nvSpPr>
          <p:cNvPr id="12" name="">
            <a:extLst xmlns:a="http://schemas.openxmlformats.org/drawingml/2006/main">
              <a:ext uri="{FF2B5EF4-FFF2-40B4-BE49-F238E27FC236}">
                <a16:creationId xmlns:a16="http://schemas.microsoft.com/office/drawing/2014/main" id="{5BF13079-21EF-4143-ADD8-C368E56A18AC}"/>
              </a:ext>
            </a:extLst>
          </p:cNvPr>
          <p:cNvSpPr>
            <a:spLocks xmlns:a="http://schemas.openxmlformats.org/drawingml/2006/main" noGrp="1"/>
          </p:cNvSpPr>
          <p:nvPr/>
        </p:nvSpPr>
        <p:spPr>
          <a:xfrm xmlns:a="http://schemas.openxmlformats.org/drawingml/2006/main">
            <a:off x="590550" y="4800600"/>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1" i="0">
                <a:solidFill>
                  <a:srgbClr val="28736B"/>
                </a:solidFill>
                <a:latin typeface="Arial"/>
                <a:ea typeface="Arial"/>
                <a:cs typeface="Arial"/>
              </a:defRPr>
            </a:defPPr>
            <a:lvl1pPr algn="l">
              <a:defRPr sz="1275" b="1" i="0">
                <a:solidFill>
                  <a:srgbClr val="28736B"/>
                </a:solidFill>
                <a:latin typeface="Arial"/>
                <a:ea typeface="Arial"/>
                <a:cs typeface="Arial"/>
              </a:defRPr>
            </a:lvl1pPr>
            <a:lvl2pPr algn="l">
              <a:defRPr sz="1275" b="1" i="0">
                <a:solidFill>
                  <a:srgbClr val="28736B"/>
                </a:solidFill>
                <a:latin typeface="Arial"/>
                <a:ea typeface="Arial"/>
                <a:cs typeface="Arial"/>
              </a:defRPr>
            </a:lvl2pPr>
            <a:lvl3pPr algn="l">
              <a:defRPr sz="1275" b="1" i="0">
                <a:solidFill>
                  <a:srgbClr val="28736B"/>
                </a:solidFill>
                <a:latin typeface="Arial"/>
                <a:ea typeface="Arial"/>
                <a:cs typeface="Arial"/>
              </a:defRPr>
            </a:lvl3pPr>
            <a:lvl4pPr algn="l">
              <a:defRPr sz="1275" b="1" i="0">
                <a:solidFill>
                  <a:srgbClr val="28736B"/>
                </a:solidFill>
                <a:latin typeface="Arial"/>
                <a:ea typeface="Arial"/>
                <a:cs typeface="Arial"/>
              </a:defRPr>
            </a:lvl4pPr>
            <a:lvl5pPr algn="l">
              <a:defRPr sz="1275" b="1" i="0">
                <a:solidFill>
                  <a:srgbClr val="28736B"/>
                </a:solidFill>
                <a:latin typeface="Arial"/>
                <a:ea typeface="Arial"/>
                <a:cs typeface="Arial"/>
              </a:defRPr>
            </a:lvl5pPr>
            <a:lvl6pPr algn="l">
              <a:defRPr sz="1275" b="1" i="0">
                <a:solidFill>
                  <a:srgbClr val="28736B"/>
                </a:solidFill>
                <a:latin typeface="Arial"/>
                <a:ea typeface="Arial"/>
                <a:cs typeface="Arial"/>
              </a:defRPr>
            </a:lvl6pPr>
            <a:lvl7pPr algn="l">
              <a:defRPr sz="1275" b="1" i="0">
                <a:solidFill>
                  <a:srgbClr val="28736B"/>
                </a:solidFill>
                <a:latin typeface="Arial"/>
                <a:ea typeface="Arial"/>
                <a:cs typeface="Arial"/>
              </a:defRPr>
            </a:lvl7pPr>
            <a:lvl8pPr algn="l">
              <a:defRPr sz="1275" b="1" i="0">
                <a:solidFill>
                  <a:srgbClr val="28736B"/>
                </a:solidFill>
                <a:latin typeface="Arial"/>
                <a:ea typeface="Arial"/>
                <a:cs typeface="Arial"/>
              </a:defRPr>
            </a:lvl8pPr>
            <a:lvl9pPr algn="l">
              <a:defRPr sz="1275" b="1" i="0">
                <a:solidFill>
                  <a:srgbClr val="28736B"/>
                </a:solidFill>
                <a:latin typeface="Arial"/>
                <a:ea typeface="Arial"/>
                <a:cs typeface="Arial"/>
              </a:defRPr>
            </a:lvl9pPr>
          </a:lstStyle>
          <a:p xmlns:a="http://schemas.openxmlformats.org/drawingml/2006/main">
            <a:pPr algn="l">
              <a:defRPr sz="1275" b="1" i="0">
                <a:solidFill>
                  <a:srgbClr val="28736B"/>
                </a:solidFill>
                <a:latin typeface="Arial"/>
                <a:ea typeface="Arial"/>
                <a:cs typeface="Arial"/>
              </a:defRPr>
            </a:pPr>
            <a:r>
              <a:rPr sz="1275" b="1" i="0">
                <a:solidFill>
                  <a:srgbClr val="28736B"/>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5434B5A4-FA25-4E15-9FF6-EB29635CB17E}"/>
              </a:ext>
            </a:extLst>
          </p:cNvPr>
          <p:cNvSpPr>
            <a:spLocks xmlns:a="http://schemas.openxmlformats.org/drawingml/2006/main" noGrp="1"/>
          </p:cNvSpPr>
          <p:nvPr/>
        </p:nvSpPr>
        <p:spPr>
          <a:xfrm xmlns:a="http://schemas.openxmlformats.org/drawingml/2006/main">
            <a:off x="1352550" y="4800600"/>
            <a:ext cx="1666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1" i="0">
                <a:solidFill>
                  <a:srgbClr val="13263A"/>
                </a:solidFill>
                <a:latin typeface="Arial"/>
                <a:ea typeface="Arial"/>
                <a:cs typeface="Arial"/>
              </a:defRPr>
            </a:defPPr>
            <a:lvl1pPr algn="l">
              <a:defRPr sz="1275" b="1" i="0">
                <a:solidFill>
                  <a:srgbClr val="13263A"/>
                </a:solidFill>
                <a:latin typeface="Arial"/>
                <a:ea typeface="Arial"/>
                <a:cs typeface="Arial"/>
              </a:defRPr>
            </a:lvl1pPr>
            <a:lvl2pPr algn="l">
              <a:defRPr sz="1275" b="1" i="0">
                <a:solidFill>
                  <a:srgbClr val="13263A"/>
                </a:solidFill>
                <a:latin typeface="Arial"/>
                <a:ea typeface="Arial"/>
                <a:cs typeface="Arial"/>
              </a:defRPr>
            </a:lvl2pPr>
            <a:lvl3pPr algn="l">
              <a:defRPr sz="1275" b="1" i="0">
                <a:solidFill>
                  <a:srgbClr val="13263A"/>
                </a:solidFill>
                <a:latin typeface="Arial"/>
                <a:ea typeface="Arial"/>
                <a:cs typeface="Arial"/>
              </a:defRPr>
            </a:lvl3pPr>
            <a:lvl4pPr algn="l">
              <a:defRPr sz="1275" b="1" i="0">
                <a:solidFill>
                  <a:srgbClr val="13263A"/>
                </a:solidFill>
                <a:latin typeface="Arial"/>
                <a:ea typeface="Arial"/>
                <a:cs typeface="Arial"/>
              </a:defRPr>
            </a:lvl4pPr>
            <a:lvl5pPr algn="l">
              <a:defRPr sz="1275" b="1" i="0">
                <a:solidFill>
                  <a:srgbClr val="13263A"/>
                </a:solidFill>
                <a:latin typeface="Arial"/>
                <a:ea typeface="Arial"/>
                <a:cs typeface="Arial"/>
              </a:defRPr>
            </a:lvl5pPr>
            <a:lvl6pPr algn="l">
              <a:defRPr sz="1275" b="1" i="0">
                <a:solidFill>
                  <a:srgbClr val="13263A"/>
                </a:solidFill>
                <a:latin typeface="Arial"/>
                <a:ea typeface="Arial"/>
                <a:cs typeface="Arial"/>
              </a:defRPr>
            </a:lvl6pPr>
            <a:lvl7pPr algn="l">
              <a:defRPr sz="1275" b="1" i="0">
                <a:solidFill>
                  <a:srgbClr val="13263A"/>
                </a:solidFill>
                <a:latin typeface="Arial"/>
                <a:ea typeface="Arial"/>
                <a:cs typeface="Arial"/>
              </a:defRPr>
            </a:lvl7pPr>
            <a:lvl8pPr algn="l">
              <a:defRPr sz="1275" b="1" i="0">
                <a:solidFill>
                  <a:srgbClr val="13263A"/>
                </a:solidFill>
                <a:latin typeface="Arial"/>
                <a:ea typeface="Arial"/>
                <a:cs typeface="Arial"/>
              </a:defRPr>
            </a:lvl8pPr>
            <a:lvl9pPr algn="l">
              <a:defRPr sz="1275" b="1" i="0">
                <a:solidFill>
                  <a:srgbClr val="13263A"/>
                </a:solidFill>
                <a:latin typeface="Arial"/>
                <a:ea typeface="Arial"/>
                <a:cs typeface="Arial"/>
              </a:defRPr>
            </a:lvl9pPr>
          </a:lstStyle>
          <a:p xmlns:a="http://schemas.openxmlformats.org/drawingml/2006/main">
            <a:pPr algn="l">
              <a:defRPr sz="1275" b="1" i="0">
                <a:solidFill>
                  <a:srgbClr val="13263A"/>
                </a:solidFill>
                <a:latin typeface="Arial"/>
                <a:ea typeface="Arial"/>
                <a:cs typeface="Arial"/>
              </a:defRPr>
            </a:pPr>
            <a:r>
              <a:rPr sz="1275" b="1" i="0">
                <a:solidFill>
                  <a:srgbClr val="13263A"/>
                </a:solidFill>
                <a:latin typeface="Arial"/>
                <a:ea typeface="Arial"/>
                <a:cs typeface="Arial"/>
              </a:rPr>
              <a:t>RETAIN</a:t>
            </a:r>
          </a:p>
        </p:txBody>
      </p:sp>
      <p:sp>
        <p:nvSpPr>
          <p:cNvPr id="14" name="">
            <a:extLst xmlns:a="http://schemas.openxmlformats.org/drawingml/2006/main">
              <a:ext uri="{FF2B5EF4-FFF2-40B4-BE49-F238E27FC236}">
                <a16:creationId xmlns:a16="http://schemas.microsoft.com/office/drawing/2014/main" id="{2BF50EBF-1C0A-4E23-BEF6-0F74C311D85E}"/>
              </a:ext>
            </a:extLst>
          </p:cNvPr>
          <p:cNvSpPr>
            <a:spLocks xmlns:a="http://schemas.openxmlformats.org/drawingml/2006/main" noGrp="1"/>
          </p:cNvSpPr>
          <p:nvPr/>
        </p:nvSpPr>
        <p:spPr>
          <a:xfrm xmlns:a="http://schemas.openxmlformats.org/drawingml/2006/main">
            <a:off x="3143250" y="4762500"/>
            <a:ext cx="781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0" i="0">
                <a:solidFill>
                  <a:srgbClr val="13263A"/>
                </a:solidFill>
                <a:latin typeface="Arial"/>
                <a:ea typeface="Arial"/>
                <a:cs typeface="Arial"/>
              </a:defRPr>
            </a:defPPr>
            <a:lvl1pPr algn="l">
              <a:defRPr sz="1575" b="0" i="0">
                <a:solidFill>
                  <a:srgbClr val="13263A"/>
                </a:solidFill>
                <a:latin typeface="Arial"/>
                <a:ea typeface="Arial"/>
                <a:cs typeface="Arial"/>
              </a:defRPr>
            </a:lvl1pPr>
            <a:lvl2pPr algn="l">
              <a:defRPr sz="1575" b="0" i="0">
                <a:solidFill>
                  <a:srgbClr val="13263A"/>
                </a:solidFill>
                <a:latin typeface="Arial"/>
                <a:ea typeface="Arial"/>
                <a:cs typeface="Arial"/>
              </a:defRPr>
            </a:lvl2pPr>
            <a:lvl3pPr algn="l">
              <a:defRPr sz="1575" b="0" i="0">
                <a:solidFill>
                  <a:srgbClr val="13263A"/>
                </a:solidFill>
                <a:latin typeface="Arial"/>
                <a:ea typeface="Arial"/>
                <a:cs typeface="Arial"/>
              </a:defRPr>
            </a:lvl3pPr>
            <a:lvl4pPr algn="l">
              <a:defRPr sz="1575" b="0" i="0">
                <a:solidFill>
                  <a:srgbClr val="13263A"/>
                </a:solidFill>
                <a:latin typeface="Arial"/>
                <a:ea typeface="Arial"/>
                <a:cs typeface="Arial"/>
              </a:defRPr>
            </a:lvl4pPr>
            <a:lvl5pPr algn="l">
              <a:defRPr sz="1575" b="0" i="0">
                <a:solidFill>
                  <a:srgbClr val="13263A"/>
                </a:solidFill>
                <a:latin typeface="Arial"/>
                <a:ea typeface="Arial"/>
                <a:cs typeface="Arial"/>
              </a:defRPr>
            </a:lvl5pPr>
            <a:lvl6pPr algn="l">
              <a:defRPr sz="1575" b="0" i="0">
                <a:solidFill>
                  <a:srgbClr val="13263A"/>
                </a:solidFill>
                <a:latin typeface="Arial"/>
                <a:ea typeface="Arial"/>
                <a:cs typeface="Arial"/>
              </a:defRPr>
            </a:lvl6pPr>
            <a:lvl7pPr algn="l">
              <a:defRPr sz="1575" b="0" i="0">
                <a:solidFill>
                  <a:srgbClr val="13263A"/>
                </a:solidFill>
                <a:latin typeface="Arial"/>
                <a:ea typeface="Arial"/>
                <a:cs typeface="Arial"/>
              </a:defRPr>
            </a:lvl7pPr>
            <a:lvl8pPr algn="l">
              <a:defRPr sz="1575" b="0" i="0">
                <a:solidFill>
                  <a:srgbClr val="13263A"/>
                </a:solidFill>
                <a:latin typeface="Arial"/>
                <a:ea typeface="Arial"/>
                <a:cs typeface="Arial"/>
              </a:defRPr>
            </a:lvl8pPr>
            <a:lvl9pPr algn="l">
              <a:defRPr sz="1575" b="0" i="0">
                <a:solidFill>
                  <a:srgbClr val="13263A"/>
                </a:solidFill>
                <a:latin typeface="Arial"/>
                <a:ea typeface="Arial"/>
                <a:cs typeface="Arial"/>
              </a:defRPr>
            </a:lvl9pPr>
          </a:lstStyle>
          <a:p xmlns:a="http://schemas.openxmlformats.org/drawingml/2006/main">
            <a:pPr algn="l">
              <a:defRPr sz="1575" b="0" i="0">
                <a:solidFill>
                  <a:srgbClr val="13263A"/>
                </a:solidFill>
                <a:latin typeface="Arial"/>
                <a:ea typeface="Arial"/>
                <a:cs typeface="Arial"/>
              </a:defRPr>
            </a:pPr>
            <a:r>
              <a:rPr sz="1575" b="0" i="0">
                <a:solidFill>
                  <a:srgbClr val="13263A"/>
                </a:solidFill>
                <a:latin typeface="Arial"/>
                <a:ea typeface="Arial"/>
                <a:cs typeface="Arial"/>
              </a:rPr>
              <a:t>Use recurring content as evidence of momentum and value.</a:t>
            </a:r>
          </a:p>
        </p:txBody>
      </p:sp>
      <p:sp>
        <p:nvSpPr>
          <p:cNvPr id="15" name="">
            <a:extLst xmlns:a="http://schemas.openxmlformats.org/drawingml/2006/main">
              <a:ext uri="{FF2B5EF4-FFF2-40B4-BE49-F238E27FC236}">
                <a16:creationId xmlns:a16="http://schemas.microsoft.com/office/drawing/2014/main" id="{9C01DA84-D918-4B38-9E28-84B59F3C3961}"/>
              </a:ext>
            </a:extLst>
          </p:cNvPr>
          <p:cNvSpPr>
            <a:spLocks xmlns:a="http://schemas.openxmlformats.org/drawingml/2006/main" noGrp="1"/>
          </p:cNvSpPr>
          <p:nvPr/>
        </p:nvSpPr>
        <p:spPr>
          <a:xfrm xmlns:a="http://schemas.openxmlformats.org/drawingml/2006/main">
            <a:off x="590550" y="6457950"/>
            <a:ext cx="7239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5A6872"/>
                </a:solidFill>
                <a:latin typeface="Arial"/>
                <a:ea typeface="Arial"/>
                <a:cs typeface="Arial"/>
              </a:defRPr>
            </a:defPPr>
            <a:lvl1pPr algn="l">
              <a:defRPr sz="675" b="1" i="0">
                <a:solidFill>
                  <a:srgbClr val="5A6872"/>
                </a:solidFill>
                <a:latin typeface="Arial"/>
                <a:ea typeface="Arial"/>
                <a:cs typeface="Arial"/>
              </a:defRPr>
            </a:lvl1pPr>
            <a:lvl2pPr algn="l">
              <a:defRPr sz="675" b="1" i="0">
                <a:solidFill>
                  <a:srgbClr val="5A6872"/>
                </a:solidFill>
                <a:latin typeface="Arial"/>
                <a:ea typeface="Arial"/>
                <a:cs typeface="Arial"/>
              </a:defRPr>
            </a:lvl2pPr>
            <a:lvl3pPr algn="l">
              <a:defRPr sz="675" b="1" i="0">
                <a:solidFill>
                  <a:srgbClr val="5A6872"/>
                </a:solidFill>
                <a:latin typeface="Arial"/>
                <a:ea typeface="Arial"/>
                <a:cs typeface="Arial"/>
              </a:defRPr>
            </a:lvl3pPr>
            <a:lvl4pPr algn="l">
              <a:defRPr sz="675" b="1" i="0">
                <a:solidFill>
                  <a:srgbClr val="5A6872"/>
                </a:solidFill>
                <a:latin typeface="Arial"/>
                <a:ea typeface="Arial"/>
                <a:cs typeface="Arial"/>
              </a:defRPr>
            </a:lvl4pPr>
            <a:lvl5pPr algn="l">
              <a:defRPr sz="675" b="1" i="0">
                <a:solidFill>
                  <a:srgbClr val="5A6872"/>
                </a:solidFill>
                <a:latin typeface="Arial"/>
                <a:ea typeface="Arial"/>
                <a:cs typeface="Arial"/>
              </a:defRPr>
            </a:lvl5pPr>
            <a:lvl6pPr algn="l">
              <a:defRPr sz="675" b="1" i="0">
                <a:solidFill>
                  <a:srgbClr val="5A6872"/>
                </a:solidFill>
                <a:latin typeface="Arial"/>
                <a:ea typeface="Arial"/>
                <a:cs typeface="Arial"/>
              </a:defRPr>
            </a:lvl6pPr>
            <a:lvl7pPr algn="l">
              <a:defRPr sz="675" b="1" i="0">
                <a:solidFill>
                  <a:srgbClr val="5A6872"/>
                </a:solidFill>
                <a:latin typeface="Arial"/>
                <a:ea typeface="Arial"/>
                <a:cs typeface="Arial"/>
              </a:defRPr>
            </a:lvl7pPr>
            <a:lvl8pPr algn="l">
              <a:defRPr sz="675" b="1" i="0">
                <a:solidFill>
                  <a:srgbClr val="5A6872"/>
                </a:solidFill>
                <a:latin typeface="Arial"/>
                <a:ea typeface="Arial"/>
                <a:cs typeface="Arial"/>
              </a:defRPr>
            </a:lvl8pPr>
            <a:lvl9pPr algn="l">
              <a:defRPr sz="675" b="1" i="0">
                <a:solidFill>
                  <a:srgbClr val="5A6872"/>
                </a:solidFill>
                <a:latin typeface="Arial"/>
                <a:ea typeface="Arial"/>
                <a:cs typeface="Arial"/>
              </a:defRPr>
            </a:lvl9pPr>
          </a:lstStyle>
          <a:p xmlns:a="http://schemas.openxmlformats.org/drawingml/2006/main">
            <a:pPr algn="l">
              <a:defRPr sz="675" b="1" i="0">
                <a:solidFill>
                  <a:srgbClr val="5A6872"/>
                </a:solidFill>
                <a:latin typeface="Arial"/>
                <a:ea typeface="Arial"/>
                <a:cs typeface="Arial"/>
              </a:defRPr>
            </a:pPr>
            <a:r>
              <a:rPr sz="675" b="1" i="0">
                <a:solidFill>
                  <a:srgbClr val="5A6872"/>
                </a:solidFill>
                <a:latin typeface="Arial"/>
                <a:ea typeface="Arial"/>
                <a:cs typeface="Arial"/>
              </a:rPr>
              <a:t>FIELDWORK / THE YARDSTICK AGENCY / INTERNAL CALIBRATION</a:t>
            </a:r>
          </a:p>
        </p:txBody>
      </p:sp>
      <p:sp>
        <p:nvSpPr>
          <p:cNvPr id="16" name="">
            <a:extLst xmlns:a="http://schemas.openxmlformats.org/drawingml/2006/main">
              <a:ext uri="{FF2B5EF4-FFF2-40B4-BE49-F238E27FC236}">
                <a16:creationId xmlns:a16="http://schemas.microsoft.com/office/drawing/2014/main" id="{0875F571-FD89-4CC9-AC82-DF20F362C2B3}"/>
              </a:ext>
            </a:extLst>
          </p:cNvPr>
          <p:cNvSpPr>
            <a:spLocks xmlns:a="http://schemas.openxmlformats.org/drawingml/2006/main" noGrp="1"/>
          </p:cNvSpPr>
          <p:nvPr/>
        </p:nvSpPr>
        <p:spPr>
          <a:xfrm xmlns:a="http://schemas.openxmlformats.org/drawingml/2006/main">
            <a:off x="7953375" y="6457950"/>
            <a:ext cx="285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5A6872"/>
                </a:solidFill>
                <a:latin typeface="Arial"/>
                <a:ea typeface="Arial"/>
                <a:cs typeface="Arial"/>
              </a:defRPr>
            </a:defPPr>
            <a:lvl1pPr algn="r">
              <a:defRPr sz="675" b="1" i="0">
                <a:solidFill>
                  <a:srgbClr val="5A6872"/>
                </a:solidFill>
                <a:latin typeface="Arial"/>
                <a:ea typeface="Arial"/>
                <a:cs typeface="Arial"/>
              </a:defRPr>
            </a:lvl1pPr>
            <a:lvl2pPr algn="r">
              <a:defRPr sz="675" b="1" i="0">
                <a:solidFill>
                  <a:srgbClr val="5A6872"/>
                </a:solidFill>
                <a:latin typeface="Arial"/>
                <a:ea typeface="Arial"/>
                <a:cs typeface="Arial"/>
              </a:defRPr>
            </a:lvl2pPr>
            <a:lvl3pPr algn="r">
              <a:defRPr sz="675" b="1" i="0">
                <a:solidFill>
                  <a:srgbClr val="5A6872"/>
                </a:solidFill>
                <a:latin typeface="Arial"/>
                <a:ea typeface="Arial"/>
                <a:cs typeface="Arial"/>
              </a:defRPr>
            </a:lvl3pPr>
            <a:lvl4pPr algn="r">
              <a:defRPr sz="675" b="1" i="0">
                <a:solidFill>
                  <a:srgbClr val="5A6872"/>
                </a:solidFill>
                <a:latin typeface="Arial"/>
                <a:ea typeface="Arial"/>
                <a:cs typeface="Arial"/>
              </a:defRPr>
            </a:lvl4pPr>
            <a:lvl5pPr algn="r">
              <a:defRPr sz="675" b="1" i="0">
                <a:solidFill>
                  <a:srgbClr val="5A6872"/>
                </a:solidFill>
                <a:latin typeface="Arial"/>
                <a:ea typeface="Arial"/>
                <a:cs typeface="Arial"/>
              </a:defRPr>
            </a:lvl5pPr>
            <a:lvl6pPr algn="r">
              <a:defRPr sz="675" b="1" i="0">
                <a:solidFill>
                  <a:srgbClr val="5A6872"/>
                </a:solidFill>
                <a:latin typeface="Arial"/>
                <a:ea typeface="Arial"/>
                <a:cs typeface="Arial"/>
              </a:defRPr>
            </a:lvl6pPr>
            <a:lvl7pPr algn="r">
              <a:defRPr sz="675" b="1" i="0">
                <a:solidFill>
                  <a:srgbClr val="5A6872"/>
                </a:solidFill>
                <a:latin typeface="Arial"/>
                <a:ea typeface="Arial"/>
                <a:cs typeface="Arial"/>
              </a:defRPr>
            </a:lvl7pPr>
            <a:lvl8pPr algn="r">
              <a:defRPr sz="675" b="1" i="0">
                <a:solidFill>
                  <a:srgbClr val="5A6872"/>
                </a:solidFill>
                <a:latin typeface="Arial"/>
                <a:ea typeface="Arial"/>
                <a:cs typeface="Arial"/>
              </a:defRPr>
            </a:lvl8pPr>
            <a:lvl9pPr algn="r">
              <a:defRPr sz="675" b="1" i="0">
                <a:solidFill>
                  <a:srgbClr val="5A6872"/>
                </a:solidFill>
                <a:latin typeface="Arial"/>
                <a:ea typeface="Arial"/>
                <a:cs typeface="Arial"/>
              </a:defRPr>
            </a:lvl9pPr>
          </a:lstStyle>
          <a:p xmlns:a="http://schemas.openxmlformats.org/drawingml/2006/main">
            <a:pPr algn="r">
              <a:defRPr sz="675" b="1" i="0">
                <a:solidFill>
                  <a:srgbClr val="5A6872"/>
                </a:solidFill>
                <a:latin typeface="Arial"/>
                <a:ea typeface="Arial"/>
                <a:cs typeface="Arial"/>
              </a:defRPr>
            </a:pPr>
            <a:r>
              <a:rPr sz="675" b="1" i="0">
                <a:solidFill>
                  <a:srgbClr val="5A6872"/>
                </a:solidFill>
                <a:latin typeface="Arial"/>
                <a:ea typeface="Arial"/>
                <a:cs typeface="Arial"/>
              </a:rPr>
              <a:t>ASSUMPTION-LED / VALIDATE BEFORE SCALE</a:t>
            </a:r>
          </a:p>
        </p:txBody>
      </p:sp>
      <p:sp>
        <p:nvSpPr>
          <p:cNvPr id="17" name="">
            <a:extLst xmlns:a="http://schemas.openxmlformats.org/drawingml/2006/main">
              <a:ext uri="{FF2B5EF4-FFF2-40B4-BE49-F238E27FC236}">
                <a16:creationId xmlns:a16="http://schemas.microsoft.com/office/drawing/2014/main" id="{C8AC75E4-34BD-4FBB-87C2-5E860F1B7013}"/>
              </a:ext>
            </a:extLst>
          </p:cNvPr>
          <p:cNvSpPr>
            <a:spLocks xmlns:a="http://schemas.openxmlformats.org/drawingml/2006/main" noGrp="1"/>
          </p:cNvSpPr>
          <p:nvPr/>
        </p:nvSpPr>
        <p:spPr>
          <a:xfrm xmlns:a="http://schemas.openxmlformats.org/drawingml/2006/main">
            <a:off x="11029950" y="6457950"/>
            <a:ext cx="5905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5A6872"/>
                </a:solidFill>
                <a:latin typeface="Arial"/>
                <a:ea typeface="Arial"/>
                <a:cs typeface="Arial"/>
              </a:defRPr>
            </a:defPPr>
            <a:lvl1pPr algn="r">
              <a:defRPr sz="675" b="1" i="0">
                <a:solidFill>
                  <a:srgbClr val="5A6872"/>
                </a:solidFill>
                <a:latin typeface="Arial"/>
                <a:ea typeface="Arial"/>
                <a:cs typeface="Arial"/>
              </a:defRPr>
            </a:lvl1pPr>
            <a:lvl2pPr algn="r">
              <a:defRPr sz="675" b="1" i="0">
                <a:solidFill>
                  <a:srgbClr val="5A6872"/>
                </a:solidFill>
                <a:latin typeface="Arial"/>
                <a:ea typeface="Arial"/>
                <a:cs typeface="Arial"/>
              </a:defRPr>
            </a:lvl2pPr>
            <a:lvl3pPr algn="r">
              <a:defRPr sz="675" b="1" i="0">
                <a:solidFill>
                  <a:srgbClr val="5A6872"/>
                </a:solidFill>
                <a:latin typeface="Arial"/>
                <a:ea typeface="Arial"/>
                <a:cs typeface="Arial"/>
              </a:defRPr>
            </a:lvl3pPr>
            <a:lvl4pPr algn="r">
              <a:defRPr sz="675" b="1" i="0">
                <a:solidFill>
                  <a:srgbClr val="5A6872"/>
                </a:solidFill>
                <a:latin typeface="Arial"/>
                <a:ea typeface="Arial"/>
                <a:cs typeface="Arial"/>
              </a:defRPr>
            </a:lvl4pPr>
            <a:lvl5pPr algn="r">
              <a:defRPr sz="675" b="1" i="0">
                <a:solidFill>
                  <a:srgbClr val="5A6872"/>
                </a:solidFill>
                <a:latin typeface="Arial"/>
                <a:ea typeface="Arial"/>
                <a:cs typeface="Arial"/>
              </a:defRPr>
            </a:lvl5pPr>
            <a:lvl6pPr algn="r">
              <a:defRPr sz="675" b="1" i="0">
                <a:solidFill>
                  <a:srgbClr val="5A6872"/>
                </a:solidFill>
                <a:latin typeface="Arial"/>
                <a:ea typeface="Arial"/>
                <a:cs typeface="Arial"/>
              </a:defRPr>
            </a:lvl6pPr>
            <a:lvl7pPr algn="r">
              <a:defRPr sz="675" b="1" i="0">
                <a:solidFill>
                  <a:srgbClr val="5A6872"/>
                </a:solidFill>
                <a:latin typeface="Arial"/>
                <a:ea typeface="Arial"/>
                <a:cs typeface="Arial"/>
              </a:defRPr>
            </a:lvl7pPr>
            <a:lvl8pPr algn="r">
              <a:defRPr sz="675" b="1" i="0">
                <a:solidFill>
                  <a:srgbClr val="5A6872"/>
                </a:solidFill>
                <a:latin typeface="Arial"/>
                <a:ea typeface="Arial"/>
                <a:cs typeface="Arial"/>
              </a:defRPr>
            </a:lvl8pPr>
            <a:lvl9pPr algn="r">
              <a:defRPr sz="675" b="1" i="0">
                <a:solidFill>
                  <a:srgbClr val="5A6872"/>
                </a:solidFill>
                <a:latin typeface="Arial"/>
                <a:ea typeface="Arial"/>
                <a:cs typeface="Arial"/>
              </a:defRPr>
            </a:lvl9pPr>
          </a:lstStyle>
          <a:p xmlns:a="http://schemas.openxmlformats.org/drawingml/2006/main">
            <a:pPr algn="r">
              <a:defRPr sz="675" b="1" i="0">
                <a:solidFill>
                  <a:srgbClr val="5A6872"/>
                </a:solidFill>
                <a:latin typeface="Arial"/>
                <a:ea typeface="Arial"/>
                <a:cs typeface="Arial"/>
              </a:defRPr>
            </a:pPr>
            <a:r>
              <a:rPr sz="675" b="1" i="0">
                <a:solidFill>
                  <a:srgbClr val="5A6872"/>
                </a:solidFill>
                <a:latin typeface="Arial"/>
                <a:ea typeface="Arial"/>
                <a:cs typeface="Arial"/>
              </a:rPr>
              <a:t>03 / 05</a:t>
            </a:r>
          </a:p>
        </p:txBody>
      </p:sp>
    </p:spTree>
    <p:extLst>
      <p:ext uri="{BB962C8B-B14F-4D97-AF65-F5344CB8AC3E}">
        <p14:creationId xmlns:p14="http://schemas.microsoft.com/office/powerpoint/2010/main" val="251145276"/>
      </p:ext>
    </p:extLst>
  </p:cSld>
</p:sld>
</file>

<file path=ppt/slides/slide4.xml><?xml version="1.0" encoding="utf-8"?>
<p:sld xmlns:p="http://schemas.openxmlformats.org/presentationml/2006/main">
  <p:cSld>
    <p:bg>
      <p:bgPr>
        <a:solidFill xmlns:a="http://schemas.openxmlformats.org/drawingml/2006/main">
          <a:srgbClr val="F2B13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907035D-0BF8-4338-BA07-544F6E2EAB0E}"/>
              </a:ext>
            </a:extLst>
          </p:cNvPr>
          <p:cNvSpPr>
            <a:spLocks xmlns:a="http://schemas.openxmlformats.org/drawingml/2006/main" noGrp="1"/>
          </p:cNvSpPr>
          <p:nvPr/>
        </p:nvSpPr>
        <p:spPr>
          <a:xfrm xmlns:a="http://schemas.openxmlformats.org/drawingml/2006/main">
            <a:off x="590550" y="40005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28736B"/>
                </a:solidFill>
                <a:latin typeface="Arial"/>
                <a:ea typeface="Arial"/>
                <a:cs typeface="Arial"/>
              </a:defRPr>
            </a:defPPr>
            <a:lvl1pPr algn="l">
              <a:defRPr sz="825" b="1" i="0">
                <a:solidFill>
                  <a:srgbClr val="28736B"/>
                </a:solidFill>
                <a:latin typeface="Arial"/>
                <a:ea typeface="Arial"/>
                <a:cs typeface="Arial"/>
              </a:defRPr>
            </a:lvl1pPr>
            <a:lvl2pPr algn="l">
              <a:defRPr sz="825" b="1" i="0">
                <a:solidFill>
                  <a:srgbClr val="28736B"/>
                </a:solidFill>
                <a:latin typeface="Arial"/>
                <a:ea typeface="Arial"/>
                <a:cs typeface="Arial"/>
              </a:defRPr>
            </a:lvl2pPr>
            <a:lvl3pPr algn="l">
              <a:defRPr sz="825" b="1" i="0">
                <a:solidFill>
                  <a:srgbClr val="28736B"/>
                </a:solidFill>
                <a:latin typeface="Arial"/>
                <a:ea typeface="Arial"/>
                <a:cs typeface="Arial"/>
              </a:defRPr>
            </a:lvl3pPr>
            <a:lvl4pPr algn="l">
              <a:defRPr sz="825" b="1" i="0">
                <a:solidFill>
                  <a:srgbClr val="28736B"/>
                </a:solidFill>
                <a:latin typeface="Arial"/>
                <a:ea typeface="Arial"/>
                <a:cs typeface="Arial"/>
              </a:defRPr>
            </a:lvl4pPr>
            <a:lvl5pPr algn="l">
              <a:defRPr sz="825" b="1" i="0">
                <a:solidFill>
                  <a:srgbClr val="28736B"/>
                </a:solidFill>
                <a:latin typeface="Arial"/>
                <a:ea typeface="Arial"/>
                <a:cs typeface="Arial"/>
              </a:defRPr>
            </a:lvl5pPr>
            <a:lvl6pPr algn="l">
              <a:defRPr sz="825" b="1" i="0">
                <a:solidFill>
                  <a:srgbClr val="28736B"/>
                </a:solidFill>
                <a:latin typeface="Arial"/>
                <a:ea typeface="Arial"/>
                <a:cs typeface="Arial"/>
              </a:defRPr>
            </a:lvl6pPr>
            <a:lvl7pPr algn="l">
              <a:defRPr sz="825" b="1" i="0">
                <a:solidFill>
                  <a:srgbClr val="28736B"/>
                </a:solidFill>
                <a:latin typeface="Arial"/>
                <a:ea typeface="Arial"/>
                <a:cs typeface="Arial"/>
              </a:defRPr>
            </a:lvl7pPr>
            <a:lvl8pPr algn="l">
              <a:defRPr sz="825" b="1" i="0">
                <a:solidFill>
                  <a:srgbClr val="28736B"/>
                </a:solidFill>
                <a:latin typeface="Arial"/>
                <a:ea typeface="Arial"/>
                <a:cs typeface="Arial"/>
              </a:defRPr>
            </a:lvl8pPr>
            <a:lvl9pPr algn="l">
              <a:defRPr sz="825" b="1" i="0">
                <a:solidFill>
                  <a:srgbClr val="28736B"/>
                </a:solidFill>
                <a:latin typeface="Arial"/>
                <a:ea typeface="Arial"/>
                <a:cs typeface="Arial"/>
              </a:defRPr>
            </a:lvl9pPr>
          </a:lstStyle>
          <a:p xmlns:a="http://schemas.openxmlformats.org/drawingml/2006/main">
            <a:pPr algn="l">
              <a:defRPr sz="825" b="1" i="0">
                <a:solidFill>
                  <a:srgbClr val="28736B"/>
                </a:solidFill>
                <a:latin typeface="Arial"/>
                <a:ea typeface="Arial"/>
                <a:cs typeface="Arial"/>
              </a:defRPr>
            </a:pPr>
            <a:r>
              <a:rPr sz="825" b="1" i="0">
                <a:solidFill>
                  <a:srgbClr val="28736B"/>
                </a:solidFill>
                <a:latin typeface="Arial"/>
                <a:ea typeface="Arial"/>
                <a:cs typeface="Arial"/>
              </a:rPr>
              <a:t>04 / THE AUDIENCE OPPORTUNITY</a:t>
            </a:r>
          </a:p>
        </p:txBody>
      </p:sp>
      <p:sp>
        <p:nvSpPr>
          <p:cNvPr id="2" name="">
            <a:extLst xmlns:a="http://schemas.openxmlformats.org/drawingml/2006/main">
              <a:ext uri="{FF2B5EF4-FFF2-40B4-BE49-F238E27FC236}">
                <a16:creationId xmlns:a16="http://schemas.microsoft.com/office/drawing/2014/main" id="{D4A84D0D-8F9B-4A43-9851-02393E333E19}"/>
              </a:ext>
            </a:extLst>
          </p:cNvPr>
          <p:cNvSpPr>
            <a:spLocks xmlns:a="http://schemas.openxmlformats.org/drawingml/2006/main" noGrp="1"/>
          </p:cNvSpPr>
          <p:nvPr/>
        </p:nvSpPr>
        <p:spPr>
          <a:xfrm xmlns:a="http://schemas.openxmlformats.org/drawingml/2006/main">
            <a:off x="590550" y="99060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525" b="1" i="0">
                <a:solidFill>
                  <a:srgbClr val="13263A"/>
                </a:solidFill>
                <a:latin typeface="Arial"/>
                <a:ea typeface="Arial"/>
                <a:cs typeface="Arial"/>
              </a:defRPr>
            </a:defPPr>
            <a:lvl1pPr algn="l">
              <a:defRPr sz="3525" b="1" i="0">
                <a:solidFill>
                  <a:srgbClr val="13263A"/>
                </a:solidFill>
                <a:latin typeface="Arial"/>
                <a:ea typeface="Arial"/>
                <a:cs typeface="Arial"/>
              </a:defRPr>
            </a:lvl1pPr>
            <a:lvl2pPr algn="l">
              <a:defRPr sz="3525" b="1" i="0">
                <a:solidFill>
                  <a:srgbClr val="13263A"/>
                </a:solidFill>
                <a:latin typeface="Arial"/>
                <a:ea typeface="Arial"/>
                <a:cs typeface="Arial"/>
              </a:defRPr>
            </a:lvl2pPr>
            <a:lvl3pPr algn="l">
              <a:defRPr sz="3525" b="1" i="0">
                <a:solidFill>
                  <a:srgbClr val="13263A"/>
                </a:solidFill>
                <a:latin typeface="Arial"/>
                <a:ea typeface="Arial"/>
                <a:cs typeface="Arial"/>
              </a:defRPr>
            </a:lvl3pPr>
            <a:lvl4pPr algn="l">
              <a:defRPr sz="3525" b="1" i="0">
                <a:solidFill>
                  <a:srgbClr val="13263A"/>
                </a:solidFill>
                <a:latin typeface="Arial"/>
                <a:ea typeface="Arial"/>
                <a:cs typeface="Arial"/>
              </a:defRPr>
            </a:lvl4pPr>
            <a:lvl5pPr algn="l">
              <a:defRPr sz="3525" b="1" i="0">
                <a:solidFill>
                  <a:srgbClr val="13263A"/>
                </a:solidFill>
                <a:latin typeface="Arial"/>
                <a:ea typeface="Arial"/>
                <a:cs typeface="Arial"/>
              </a:defRPr>
            </a:lvl5pPr>
            <a:lvl6pPr algn="l">
              <a:defRPr sz="3525" b="1" i="0">
                <a:solidFill>
                  <a:srgbClr val="13263A"/>
                </a:solidFill>
                <a:latin typeface="Arial"/>
                <a:ea typeface="Arial"/>
                <a:cs typeface="Arial"/>
              </a:defRPr>
            </a:lvl6pPr>
            <a:lvl7pPr algn="l">
              <a:defRPr sz="3525" b="1" i="0">
                <a:solidFill>
                  <a:srgbClr val="13263A"/>
                </a:solidFill>
                <a:latin typeface="Arial"/>
                <a:ea typeface="Arial"/>
                <a:cs typeface="Arial"/>
              </a:defRPr>
            </a:lvl7pPr>
            <a:lvl8pPr algn="l">
              <a:defRPr sz="3525" b="1" i="0">
                <a:solidFill>
                  <a:srgbClr val="13263A"/>
                </a:solidFill>
                <a:latin typeface="Arial"/>
                <a:ea typeface="Arial"/>
                <a:cs typeface="Arial"/>
              </a:defRPr>
            </a:lvl8pPr>
            <a:lvl9pPr algn="l">
              <a:defRPr sz="3525" b="1" i="0">
                <a:solidFill>
                  <a:srgbClr val="13263A"/>
                </a:solidFill>
                <a:latin typeface="Arial"/>
                <a:ea typeface="Arial"/>
                <a:cs typeface="Arial"/>
              </a:defRPr>
            </a:lvl9pPr>
          </a:lstStyle>
          <a:p xmlns:a="http://schemas.openxmlformats.org/drawingml/2006/main">
            <a:pPr algn="l">
              <a:defRPr sz="3525" b="1" i="0">
                <a:solidFill>
                  <a:srgbClr val="13263A"/>
                </a:solidFill>
                <a:latin typeface="Arial"/>
                <a:ea typeface="Arial"/>
                <a:cs typeface="Arial"/>
              </a:defRPr>
            </a:pPr>
            <a:r>
              <a:rPr sz="3525" b="1" i="0">
                <a:solidFill>
                  <a:srgbClr val="13263A"/>
                </a:solidFill>
                <a:latin typeface="Arial"/>
                <a:ea typeface="Arial"/>
                <a:cs typeface="Arial"/>
              </a:rPr>
              <a:t>Established advice firms at a change point</a:t>
            </a:r>
          </a:p>
        </p:txBody>
      </p:sp>
      <p:sp>
        <p:nvSpPr>
          <p:cNvPr id="3" name="">
            <a:extLst xmlns:a="http://schemas.openxmlformats.org/drawingml/2006/main">
              <a:ext uri="{FF2B5EF4-FFF2-40B4-BE49-F238E27FC236}">
                <a16:creationId xmlns:a16="http://schemas.microsoft.com/office/drawing/2014/main" id="{622F167E-D938-47F0-BE9D-01355C0E00FA}"/>
              </a:ext>
            </a:extLst>
          </p:cNvPr>
          <p:cNvSpPr>
            <a:spLocks xmlns:a="http://schemas.openxmlformats.org/drawingml/2006/main" noGrp="1"/>
          </p:cNvSpPr>
          <p:nvPr/>
        </p:nvSpPr>
        <p:spPr>
          <a:xfrm xmlns:a="http://schemas.openxmlformats.org/drawingml/2006/main">
            <a:off x="590550" y="2381250"/>
            <a:ext cx="7810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75" b="1" i="0">
                <a:solidFill>
                  <a:srgbClr val="13263A"/>
                </a:solidFill>
                <a:latin typeface="Arial"/>
                <a:ea typeface="Arial"/>
                <a:cs typeface="Arial"/>
              </a:defRPr>
            </a:defPPr>
            <a:lvl1pPr algn="l">
              <a:defRPr sz="2175" b="1" i="0">
                <a:solidFill>
                  <a:srgbClr val="13263A"/>
                </a:solidFill>
                <a:latin typeface="Arial"/>
                <a:ea typeface="Arial"/>
                <a:cs typeface="Arial"/>
              </a:defRPr>
            </a:lvl1pPr>
            <a:lvl2pPr algn="l">
              <a:defRPr sz="2175" b="1" i="0">
                <a:solidFill>
                  <a:srgbClr val="13263A"/>
                </a:solidFill>
                <a:latin typeface="Arial"/>
                <a:ea typeface="Arial"/>
                <a:cs typeface="Arial"/>
              </a:defRPr>
            </a:lvl2pPr>
            <a:lvl3pPr algn="l">
              <a:defRPr sz="2175" b="1" i="0">
                <a:solidFill>
                  <a:srgbClr val="13263A"/>
                </a:solidFill>
                <a:latin typeface="Arial"/>
                <a:ea typeface="Arial"/>
                <a:cs typeface="Arial"/>
              </a:defRPr>
            </a:lvl3pPr>
            <a:lvl4pPr algn="l">
              <a:defRPr sz="2175" b="1" i="0">
                <a:solidFill>
                  <a:srgbClr val="13263A"/>
                </a:solidFill>
                <a:latin typeface="Arial"/>
                <a:ea typeface="Arial"/>
                <a:cs typeface="Arial"/>
              </a:defRPr>
            </a:lvl4pPr>
            <a:lvl5pPr algn="l">
              <a:defRPr sz="2175" b="1" i="0">
                <a:solidFill>
                  <a:srgbClr val="13263A"/>
                </a:solidFill>
                <a:latin typeface="Arial"/>
                <a:ea typeface="Arial"/>
                <a:cs typeface="Arial"/>
              </a:defRPr>
            </a:lvl5pPr>
            <a:lvl6pPr algn="l">
              <a:defRPr sz="2175" b="1" i="0">
                <a:solidFill>
                  <a:srgbClr val="13263A"/>
                </a:solidFill>
                <a:latin typeface="Arial"/>
                <a:ea typeface="Arial"/>
                <a:cs typeface="Arial"/>
              </a:defRPr>
            </a:lvl6pPr>
            <a:lvl7pPr algn="l">
              <a:defRPr sz="2175" b="1" i="0">
                <a:solidFill>
                  <a:srgbClr val="13263A"/>
                </a:solidFill>
                <a:latin typeface="Arial"/>
                <a:ea typeface="Arial"/>
                <a:cs typeface="Arial"/>
              </a:defRPr>
            </a:lvl7pPr>
            <a:lvl8pPr algn="l">
              <a:defRPr sz="2175" b="1" i="0">
                <a:solidFill>
                  <a:srgbClr val="13263A"/>
                </a:solidFill>
                <a:latin typeface="Arial"/>
                <a:ea typeface="Arial"/>
                <a:cs typeface="Arial"/>
              </a:defRPr>
            </a:lvl8pPr>
            <a:lvl9pPr algn="l">
              <a:defRPr sz="2175" b="1" i="0">
                <a:solidFill>
                  <a:srgbClr val="13263A"/>
                </a:solidFill>
                <a:latin typeface="Arial"/>
                <a:ea typeface="Arial"/>
                <a:cs typeface="Arial"/>
              </a:defRPr>
            </a:lvl9pPr>
          </a:lstStyle>
          <a:p xmlns:a="http://schemas.openxmlformats.org/drawingml/2006/main">
            <a:pPr algn="l">
              <a:defRPr sz="2175" b="1" i="0">
                <a:solidFill>
                  <a:srgbClr val="13263A"/>
                </a:solidFill>
                <a:latin typeface="Arial"/>
                <a:ea typeface="Arial"/>
                <a:cs typeface="Arial"/>
              </a:defRPr>
            </a:pPr>
            <a:r>
              <a:rPr sz="2175" b="1" i="0">
                <a:solidFill>
                  <a:srgbClr val="13263A"/>
                </a:solidFill>
                <a:latin typeface="Arial"/>
                <a:ea typeface="Arial"/>
                <a:cs typeface="Arial"/>
              </a:rPr>
              <a:t>A best-fit hypothesis: firms facing succession, capacity, digital or client-selection decisions — not a confirmed pipeline segment.</a:t>
            </a:r>
          </a:p>
        </p:txBody>
      </p:sp>
      <p:sp>
        <p:nvSpPr>
          <p:cNvPr id="4" name="">
            <a:extLst xmlns:a="http://schemas.openxmlformats.org/drawingml/2006/main">
              <a:ext uri="{FF2B5EF4-FFF2-40B4-BE49-F238E27FC236}">
                <a16:creationId xmlns:a16="http://schemas.microsoft.com/office/drawing/2014/main" id="{9A776B69-F50E-4CED-81D2-0725B5CF587D}"/>
              </a:ext>
            </a:extLst>
          </p:cNvPr>
          <p:cNvSpPr>
            <a:spLocks xmlns:a="http://schemas.openxmlformats.org/drawingml/2006/main" noGrp="1"/>
          </p:cNvSpPr>
          <p:nvPr/>
        </p:nvSpPr>
        <p:spPr>
          <a:xfrm xmlns:a="http://schemas.openxmlformats.org/drawingml/2006/main">
            <a:off x="590550" y="4076700"/>
            <a:ext cx="10287000" cy="28575"/>
          </a:xfrm>
          <a:prstGeom xmlns:a="http://schemas.openxmlformats.org/drawingml/2006/main" prst="rect">
            <a:avLst/>
          </a:prstGeom>
          <a:solidFill xmlns:a="http://schemas.openxmlformats.org/drawingml/2006/main">
            <a:srgbClr val="13263A">
              <a:alpha val="100000"/>
            </a:srgbClr>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9A18FD7-02FB-49E9-8523-678338A2121F}"/>
              </a:ext>
            </a:extLst>
          </p:cNvPr>
          <p:cNvSpPr>
            <a:spLocks xmlns:a="http://schemas.openxmlformats.org/drawingml/2006/main" noGrp="1"/>
          </p:cNvSpPr>
          <p:nvPr/>
        </p:nvSpPr>
        <p:spPr>
          <a:xfrm xmlns:a="http://schemas.openxmlformats.org/drawingml/2006/main">
            <a:off x="590550" y="44577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28736B"/>
                </a:solidFill>
                <a:latin typeface="Arial"/>
                <a:ea typeface="Arial"/>
                <a:cs typeface="Arial"/>
              </a:defRPr>
            </a:defPPr>
            <a:lvl1pPr algn="l">
              <a:defRPr sz="825" b="1" i="0">
                <a:solidFill>
                  <a:srgbClr val="28736B"/>
                </a:solidFill>
                <a:latin typeface="Arial"/>
                <a:ea typeface="Arial"/>
                <a:cs typeface="Arial"/>
              </a:defRPr>
            </a:lvl1pPr>
            <a:lvl2pPr algn="l">
              <a:defRPr sz="825" b="1" i="0">
                <a:solidFill>
                  <a:srgbClr val="28736B"/>
                </a:solidFill>
                <a:latin typeface="Arial"/>
                <a:ea typeface="Arial"/>
                <a:cs typeface="Arial"/>
              </a:defRPr>
            </a:lvl2pPr>
            <a:lvl3pPr algn="l">
              <a:defRPr sz="825" b="1" i="0">
                <a:solidFill>
                  <a:srgbClr val="28736B"/>
                </a:solidFill>
                <a:latin typeface="Arial"/>
                <a:ea typeface="Arial"/>
                <a:cs typeface="Arial"/>
              </a:defRPr>
            </a:lvl3pPr>
            <a:lvl4pPr algn="l">
              <a:defRPr sz="825" b="1" i="0">
                <a:solidFill>
                  <a:srgbClr val="28736B"/>
                </a:solidFill>
                <a:latin typeface="Arial"/>
                <a:ea typeface="Arial"/>
                <a:cs typeface="Arial"/>
              </a:defRPr>
            </a:lvl4pPr>
            <a:lvl5pPr algn="l">
              <a:defRPr sz="825" b="1" i="0">
                <a:solidFill>
                  <a:srgbClr val="28736B"/>
                </a:solidFill>
                <a:latin typeface="Arial"/>
                <a:ea typeface="Arial"/>
                <a:cs typeface="Arial"/>
              </a:defRPr>
            </a:lvl5pPr>
            <a:lvl6pPr algn="l">
              <a:defRPr sz="825" b="1" i="0">
                <a:solidFill>
                  <a:srgbClr val="28736B"/>
                </a:solidFill>
                <a:latin typeface="Arial"/>
                <a:ea typeface="Arial"/>
                <a:cs typeface="Arial"/>
              </a:defRPr>
            </a:lvl6pPr>
            <a:lvl7pPr algn="l">
              <a:defRPr sz="825" b="1" i="0">
                <a:solidFill>
                  <a:srgbClr val="28736B"/>
                </a:solidFill>
                <a:latin typeface="Arial"/>
                <a:ea typeface="Arial"/>
                <a:cs typeface="Arial"/>
              </a:defRPr>
            </a:lvl7pPr>
            <a:lvl8pPr algn="l">
              <a:defRPr sz="825" b="1" i="0">
                <a:solidFill>
                  <a:srgbClr val="28736B"/>
                </a:solidFill>
                <a:latin typeface="Arial"/>
                <a:ea typeface="Arial"/>
                <a:cs typeface="Arial"/>
              </a:defRPr>
            </a:lvl8pPr>
            <a:lvl9pPr algn="l">
              <a:defRPr sz="825" b="1" i="0">
                <a:solidFill>
                  <a:srgbClr val="28736B"/>
                </a:solidFill>
                <a:latin typeface="Arial"/>
                <a:ea typeface="Arial"/>
                <a:cs typeface="Arial"/>
              </a:defRPr>
            </a:lvl9pPr>
          </a:lstStyle>
          <a:p xmlns:a="http://schemas.openxmlformats.org/drawingml/2006/main">
            <a:pPr algn="l">
              <a:defRPr sz="825" b="1" i="0">
                <a:solidFill>
                  <a:srgbClr val="28736B"/>
                </a:solidFill>
                <a:latin typeface="Arial"/>
                <a:ea typeface="Arial"/>
                <a:cs typeface="Arial"/>
              </a:defRPr>
            </a:pPr>
            <a:r>
              <a:rPr sz="825" b="1" i="0">
                <a:solidFill>
                  <a:srgbClr val="28736B"/>
                </a:solidFill>
                <a:latin typeface="Arial"/>
                <a:ea typeface="Arial"/>
                <a:cs typeface="Arial"/>
              </a:rPr>
              <a:t>EVIDENCE REQUIRED</a:t>
            </a:r>
          </a:p>
        </p:txBody>
      </p:sp>
      <p:sp>
        <p:nvSpPr>
          <p:cNvPr id="6" name="">
            <a:extLst xmlns:a="http://schemas.openxmlformats.org/drawingml/2006/main">
              <a:ext uri="{FF2B5EF4-FFF2-40B4-BE49-F238E27FC236}">
                <a16:creationId xmlns:a16="http://schemas.microsoft.com/office/drawing/2014/main" id="{51A2E569-942F-403F-9473-5E07DA67BA7B}"/>
              </a:ext>
            </a:extLst>
          </p:cNvPr>
          <p:cNvSpPr>
            <a:spLocks xmlns:a="http://schemas.openxmlformats.org/drawingml/2006/main" noGrp="1"/>
          </p:cNvSpPr>
          <p:nvPr/>
        </p:nvSpPr>
        <p:spPr>
          <a:xfrm xmlns:a="http://schemas.openxmlformats.org/drawingml/2006/main">
            <a:off x="590550" y="4857750"/>
            <a:ext cx="9620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0" i="0">
                <a:solidFill>
                  <a:srgbClr val="13263A"/>
                </a:solidFill>
                <a:latin typeface="Arial"/>
                <a:ea typeface="Arial"/>
                <a:cs typeface="Arial"/>
              </a:defRPr>
            </a:defPPr>
            <a:lvl1pPr algn="l">
              <a:defRPr sz="1725" b="0" i="0">
                <a:solidFill>
                  <a:srgbClr val="13263A"/>
                </a:solidFill>
                <a:latin typeface="Arial"/>
                <a:ea typeface="Arial"/>
                <a:cs typeface="Arial"/>
              </a:defRPr>
            </a:lvl1pPr>
            <a:lvl2pPr algn="l">
              <a:defRPr sz="1725" b="0" i="0">
                <a:solidFill>
                  <a:srgbClr val="13263A"/>
                </a:solidFill>
                <a:latin typeface="Arial"/>
                <a:ea typeface="Arial"/>
                <a:cs typeface="Arial"/>
              </a:defRPr>
            </a:lvl2pPr>
            <a:lvl3pPr algn="l">
              <a:defRPr sz="1725" b="0" i="0">
                <a:solidFill>
                  <a:srgbClr val="13263A"/>
                </a:solidFill>
                <a:latin typeface="Arial"/>
                <a:ea typeface="Arial"/>
                <a:cs typeface="Arial"/>
              </a:defRPr>
            </a:lvl3pPr>
            <a:lvl4pPr algn="l">
              <a:defRPr sz="1725" b="0" i="0">
                <a:solidFill>
                  <a:srgbClr val="13263A"/>
                </a:solidFill>
                <a:latin typeface="Arial"/>
                <a:ea typeface="Arial"/>
                <a:cs typeface="Arial"/>
              </a:defRPr>
            </a:lvl4pPr>
            <a:lvl5pPr algn="l">
              <a:defRPr sz="1725" b="0" i="0">
                <a:solidFill>
                  <a:srgbClr val="13263A"/>
                </a:solidFill>
                <a:latin typeface="Arial"/>
                <a:ea typeface="Arial"/>
                <a:cs typeface="Arial"/>
              </a:defRPr>
            </a:lvl5pPr>
            <a:lvl6pPr algn="l">
              <a:defRPr sz="1725" b="0" i="0">
                <a:solidFill>
                  <a:srgbClr val="13263A"/>
                </a:solidFill>
                <a:latin typeface="Arial"/>
                <a:ea typeface="Arial"/>
                <a:cs typeface="Arial"/>
              </a:defRPr>
            </a:lvl6pPr>
            <a:lvl7pPr algn="l">
              <a:defRPr sz="1725" b="0" i="0">
                <a:solidFill>
                  <a:srgbClr val="13263A"/>
                </a:solidFill>
                <a:latin typeface="Arial"/>
                <a:ea typeface="Arial"/>
                <a:cs typeface="Arial"/>
              </a:defRPr>
            </a:lvl7pPr>
            <a:lvl8pPr algn="l">
              <a:defRPr sz="1725" b="0" i="0">
                <a:solidFill>
                  <a:srgbClr val="13263A"/>
                </a:solidFill>
                <a:latin typeface="Arial"/>
                <a:ea typeface="Arial"/>
                <a:cs typeface="Arial"/>
              </a:defRPr>
            </a:lvl8pPr>
            <a:lvl9pPr algn="l">
              <a:defRPr sz="1725" b="0" i="0">
                <a:solidFill>
                  <a:srgbClr val="13263A"/>
                </a:solidFill>
                <a:latin typeface="Arial"/>
                <a:ea typeface="Arial"/>
                <a:cs typeface="Arial"/>
              </a:defRPr>
            </a:lvl9pPr>
          </a:lstStyle>
          <a:p xmlns:a="http://schemas.openxmlformats.org/drawingml/2006/main">
            <a:pPr algn="l">
              <a:defRPr sz="1725" b="0" i="0">
                <a:solidFill>
                  <a:srgbClr val="13263A"/>
                </a:solidFill>
                <a:latin typeface="Arial"/>
                <a:ea typeface="Arial"/>
                <a:cs typeface="Arial"/>
              </a:defRPr>
            </a:pPr>
            <a:r>
              <a:rPr sz="1725" b="0" i="0">
                <a:solidFill>
                  <a:srgbClr val="13263A"/>
                </a:solidFill>
                <a:latin typeface="Arial"/>
                <a:ea typeface="Arial"/>
                <a:cs typeface="Arial"/>
              </a:rPr>
              <a:t>Test the hypothesis against enquiry reasons, win rate, service sequence and account value.</a:t>
            </a:r>
          </a:p>
        </p:txBody>
      </p:sp>
      <p:sp>
        <p:nvSpPr>
          <p:cNvPr id="7" name="">
            <a:extLst xmlns:a="http://schemas.openxmlformats.org/drawingml/2006/main">
              <a:ext uri="{FF2B5EF4-FFF2-40B4-BE49-F238E27FC236}">
                <a16:creationId xmlns:a16="http://schemas.microsoft.com/office/drawing/2014/main" id="{F37AA8B9-93B5-4A17-9DCC-F9A05E7EA191}"/>
              </a:ext>
            </a:extLst>
          </p:cNvPr>
          <p:cNvSpPr>
            <a:spLocks xmlns:a="http://schemas.openxmlformats.org/drawingml/2006/main" noGrp="1"/>
          </p:cNvSpPr>
          <p:nvPr/>
        </p:nvSpPr>
        <p:spPr>
          <a:xfrm xmlns:a="http://schemas.openxmlformats.org/drawingml/2006/main">
            <a:off x="590550" y="6457950"/>
            <a:ext cx="7239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5A6872"/>
                </a:solidFill>
                <a:latin typeface="Arial"/>
                <a:ea typeface="Arial"/>
                <a:cs typeface="Arial"/>
              </a:defRPr>
            </a:defPPr>
            <a:lvl1pPr algn="l">
              <a:defRPr sz="675" b="1" i="0">
                <a:solidFill>
                  <a:srgbClr val="5A6872"/>
                </a:solidFill>
                <a:latin typeface="Arial"/>
                <a:ea typeface="Arial"/>
                <a:cs typeface="Arial"/>
              </a:defRPr>
            </a:lvl1pPr>
            <a:lvl2pPr algn="l">
              <a:defRPr sz="675" b="1" i="0">
                <a:solidFill>
                  <a:srgbClr val="5A6872"/>
                </a:solidFill>
                <a:latin typeface="Arial"/>
                <a:ea typeface="Arial"/>
                <a:cs typeface="Arial"/>
              </a:defRPr>
            </a:lvl2pPr>
            <a:lvl3pPr algn="l">
              <a:defRPr sz="675" b="1" i="0">
                <a:solidFill>
                  <a:srgbClr val="5A6872"/>
                </a:solidFill>
                <a:latin typeface="Arial"/>
                <a:ea typeface="Arial"/>
                <a:cs typeface="Arial"/>
              </a:defRPr>
            </a:lvl3pPr>
            <a:lvl4pPr algn="l">
              <a:defRPr sz="675" b="1" i="0">
                <a:solidFill>
                  <a:srgbClr val="5A6872"/>
                </a:solidFill>
                <a:latin typeface="Arial"/>
                <a:ea typeface="Arial"/>
                <a:cs typeface="Arial"/>
              </a:defRPr>
            </a:lvl4pPr>
            <a:lvl5pPr algn="l">
              <a:defRPr sz="675" b="1" i="0">
                <a:solidFill>
                  <a:srgbClr val="5A6872"/>
                </a:solidFill>
                <a:latin typeface="Arial"/>
                <a:ea typeface="Arial"/>
                <a:cs typeface="Arial"/>
              </a:defRPr>
            </a:lvl5pPr>
            <a:lvl6pPr algn="l">
              <a:defRPr sz="675" b="1" i="0">
                <a:solidFill>
                  <a:srgbClr val="5A6872"/>
                </a:solidFill>
                <a:latin typeface="Arial"/>
                <a:ea typeface="Arial"/>
                <a:cs typeface="Arial"/>
              </a:defRPr>
            </a:lvl6pPr>
            <a:lvl7pPr algn="l">
              <a:defRPr sz="675" b="1" i="0">
                <a:solidFill>
                  <a:srgbClr val="5A6872"/>
                </a:solidFill>
                <a:latin typeface="Arial"/>
                <a:ea typeface="Arial"/>
                <a:cs typeface="Arial"/>
              </a:defRPr>
            </a:lvl7pPr>
            <a:lvl8pPr algn="l">
              <a:defRPr sz="675" b="1" i="0">
                <a:solidFill>
                  <a:srgbClr val="5A6872"/>
                </a:solidFill>
                <a:latin typeface="Arial"/>
                <a:ea typeface="Arial"/>
                <a:cs typeface="Arial"/>
              </a:defRPr>
            </a:lvl8pPr>
            <a:lvl9pPr algn="l">
              <a:defRPr sz="675" b="1" i="0">
                <a:solidFill>
                  <a:srgbClr val="5A6872"/>
                </a:solidFill>
                <a:latin typeface="Arial"/>
                <a:ea typeface="Arial"/>
                <a:cs typeface="Arial"/>
              </a:defRPr>
            </a:lvl9pPr>
          </a:lstStyle>
          <a:p xmlns:a="http://schemas.openxmlformats.org/drawingml/2006/main">
            <a:pPr algn="l">
              <a:defRPr sz="675" b="1" i="0">
                <a:solidFill>
                  <a:srgbClr val="5A6872"/>
                </a:solidFill>
                <a:latin typeface="Arial"/>
                <a:ea typeface="Arial"/>
                <a:cs typeface="Arial"/>
              </a:defRPr>
            </a:pPr>
            <a:r>
              <a:rPr sz="675" b="1" i="0">
                <a:solidFill>
                  <a:srgbClr val="5A6872"/>
                </a:solidFill>
                <a:latin typeface="Arial"/>
                <a:ea typeface="Arial"/>
                <a:cs typeface="Arial"/>
              </a:rPr>
              <a:t>FIELDWORK / THE YARDSTICK AGENCY / INTERNAL CALIBRATION</a:t>
            </a:r>
          </a:p>
        </p:txBody>
      </p:sp>
      <p:sp>
        <p:nvSpPr>
          <p:cNvPr id="8" name="">
            <a:extLst xmlns:a="http://schemas.openxmlformats.org/drawingml/2006/main">
              <a:ext uri="{FF2B5EF4-FFF2-40B4-BE49-F238E27FC236}">
                <a16:creationId xmlns:a16="http://schemas.microsoft.com/office/drawing/2014/main" id="{A8A2BF3E-6410-46C3-8178-13E8E50EDAA3}"/>
              </a:ext>
            </a:extLst>
          </p:cNvPr>
          <p:cNvSpPr>
            <a:spLocks xmlns:a="http://schemas.openxmlformats.org/drawingml/2006/main" noGrp="1"/>
          </p:cNvSpPr>
          <p:nvPr/>
        </p:nvSpPr>
        <p:spPr>
          <a:xfrm xmlns:a="http://schemas.openxmlformats.org/drawingml/2006/main">
            <a:off x="7953375" y="6457950"/>
            <a:ext cx="285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5A6872"/>
                </a:solidFill>
                <a:latin typeface="Arial"/>
                <a:ea typeface="Arial"/>
                <a:cs typeface="Arial"/>
              </a:defRPr>
            </a:defPPr>
            <a:lvl1pPr algn="r">
              <a:defRPr sz="675" b="1" i="0">
                <a:solidFill>
                  <a:srgbClr val="5A6872"/>
                </a:solidFill>
                <a:latin typeface="Arial"/>
                <a:ea typeface="Arial"/>
                <a:cs typeface="Arial"/>
              </a:defRPr>
            </a:lvl1pPr>
            <a:lvl2pPr algn="r">
              <a:defRPr sz="675" b="1" i="0">
                <a:solidFill>
                  <a:srgbClr val="5A6872"/>
                </a:solidFill>
                <a:latin typeface="Arial"/>
                <a:ea typeface="Arial"/>
                <a:cs typeface="Arial"/>
              </a:defRPr>
            </a:lvl2pPr>
            <a:lvl3pPr algn="r">
              <a:defRPr sz="675" b="1" i="0">
                <a:solidFill>
                  <a:srgbClr val="5A6872"/>
                </a:solidFill>
                <a:latin typeface="Arial"/>
                <a:ea typeface="Arial"/>
                <a:cs typeface="Arial"/>
              </a:defRPr>
            </a:lvl3pPr>
            <a:lvl4pPr algn="r">
              <a:defRPr sz="675" b="1" i="0">
                <a:solidFill>
                  <a:srgbClr val="5A6872"/>
                </a:solidFill>
                <a:latin typeface="Arial"/>
                <a:ea typeface="Arial"/>
                <a:cs typeface="Arial"/>
              </a:defRPr>
            </a:lvl4pPr>
            <a:lvl5pPr algn="r">
              <a:defRPr sz="675" b="1" i="0">
                <a:solidFill>
                  <a:srgbClr val="5A6872"/>
                </a:solidFill>
                <a:latin typeface="Arial"/>
                <a:ea typeface="Arial"/>
                <a:cs typeface="Arial"/>
              </a:defRPr>
            </a:lvl5pPr>
            <a:lvl6pPr algn="r">
              <a:defRPr sz="675" b="1" i="0">
                <a:solidFill>
                  <a:srgbClr val="5A6872"/>
                </a:solidFill>
                <a:latin typeface="Arial"/>
                <a:ea typeface="Arial"/>
                <a:cs typeface="Arial"/>
              </a:defRPr>
            </a:lvl6pPr>
            <a:lvl7pPr algn="r">
              <a:defRPr sz="675" b="1" i="0">
                <a:solidFill>
                  <a:srgbClr val="5A6872"/>
                </a:solidFill>
                <a:latin typeface="Arial"/>
                <a:ea typeface="Arial"/>
                <a:cs typeface="Arial"/>
              </a:defRPr>
            </a:lvl7pPr>
            <a:lvl8pPr algn="r">
              <a:defRPr sz="675" b="1" i="0">
                <a:solidFill>
                  <a:srgbClr val="5A6872"/>
                </a:solidFill>
                <a:latin typeface="Arial"/>
                <a:ea typeface="Arial"/>
                <a:cs typeface="Arial"/>
              </a:defRPr>
            </a:lvl8pPr>
            <a:lvl9pPr algn="r">
              <a:defRPr sz="675" b="1" i="0">
                <a:solidFill>
                  <a:srgbClr val="5A6872"/>
                </a:solidFill>
                <a:latin typeface="Arial"/>
                <a:ea typeface="Arial"/>
                <a:cs typeface="Arial"/>
              </a:defRPr>
            </a:lvl9pPr>
          </a:lstStyle>
          <a:p xmlns:a="http://schemas.openxmlformats.org/drawingml/2006/main">
            <a:pPr algn="r">
              <a:defRPr sz="675" b="1" i="0">
                <a:solidFill>
                  <a:srgbClr val="5A6872"/>
                </a:solidFill>
                <a:latin typeface="Arial"/>
                <a:ea typeface="Arial"/>
                <a:cs typeface="Arial"/>
              </a:defRPr>
            </a:pPr>
            <a:r>
              <a:rPr sz="675" b="1" i="0">
                <a:solidFill>
                  <a:srgbClr val="5A6872"/>
                </a:solidFill>
                <a:latin typeface="Arial"/>
                <a:ea typeface="Arial"/>
                <a:cs typeface="Arial"/>
              </a:rPr>
              <a:t>AUDIENCE HYPOTHESIS / NOT A VERIFIED SEGMENT</a:t>
            </a:r>
          </a:p>
        </p:txBody>
      </p:sp>
      <p:sp>
        <p:nvSpPr>
          <p:cNvPr id="9" name="">
            <a:extLst xmlns:a="http://schemas.openxmlformats.org/drawingml/2006/main">
              <a:ext uri="{FF2B5EF4-FFF2-40B4-BE49-F238E27FC236}">
                <a16:creationId xmlns:a16="http://schemas.microsoft.com/office/drawing/2014/main" id="{20EA1A09-2F6E-476A-AC10-2B575C582165}"/>
              </a:ext>
            </a:extLst>
          </p:cNvPr>
          <p:cNvSpPr>
            <a:spLocks xmlns:a="http://schemas.openxmlformats.org/drawingml/2006/main" noGrp="1"/>
          </p:cNvSpPr>
          <p:nvPr/>
        </p:nvSpPr>
        <p:spPr>
          <a:xfrm xmlns:a="http://schemas.openxmlformats.org/drawingml/2006/main">
            <a:off x="11029950" y="6457950"/>
            <a:ext cx="5905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5A6872"/>
                </a:solidFill>
                <a:latin typeface="Arial"/>
                <a:ea typeface="Arial"/>
                <a:cs typeface="Arial"/>
              </a:defRPr>
            </a:defPPr>
            <a:lvl1pPr algn="r">
              <a:defRPr sz="675" b="1" i="0">
                <a:solidFill>
                  <a:srgbClr val="5A6872"/>
                </a:solidFill>
                <a:latin typeface="Arial"/>
                <a:ea typeface="Arial"/>
                <a:cs typeface="Arial"/>
              </a:defRPr>
            </a:lvl1pPr>
            <a:lvl2pPr algn="r">
              <a:defRPr sz="675" b="1" i="0">
                <a:solidFill>
                  <a:srgbClr val="5A6872"/>
                </a:solidFill>
                <a:latin typeface="Arial"/>
                <a:ea typeface="Arial"/>
                <a:cs typeface="Arial"/>
              </a:defRPr>
            </a:lvl2pPr>
            <a:lvl3pPr algn="r">
              <a:defRPr sz="675" b="1" i="0">
                <a:solidFill>
                  <a:srgbClr val="5A6872"/>
                </a:solidFill>
                <a:latin typeface="Arial"/>
                <a:ea typeface="Arial"/>
                <a:cs typeface="Arial"/>
              </a:defRPr>
            </a:lvl3pPr>
            <a:lvl4pPr algn="r">
              <a:defRPr sz="675" b="1" i="0">
                <a:solidFill>
                  <a:srgbClr val="5A6872"/>
                </a:solidFill>
                <a:latin typeface="Arial"/>
                <a:ea typeface="Arial"/>
                <a:cs typeface="Arial"/>
              </a:defRPr>
            </a:lvl4pPr>
            <a:lvl5pPr algn="r">
              <a:defRPr sz="675" b="1" i="0">
                <a:solidFill>
                  <a:srgbClr val="5A6872"/>
                </a:solidFill>
                <a:latin typeface="Arial"/>
                <a:ea typeface="Arial"/>
                <a:cs typeface="Arial"/>
              </a:defRPr>
            </a:lvl5pPr>
            <a:lvl6pPr algn="r">
              <a:defRPr sz="675" b="1" i="0">
                <a:solidFill>
                  <a:srgbClr val="5A6872"/>
                </a:solidFill>
                <a:latin typeface="Arial"/>
                <a:ea typeface="Arial"/>
                <a:cs typeface="Arial"/>
              </a:defRPr>
            </a:lvl6pPr>
            <a:lvl7pPr algn="r">
              <a:defRPr sz="675" b="1" i="0">
                <a:solidFill>
                  <a:srgbClr val="5A6872"/>
                </a:solidFill>
                <a:latin typeface="Arial"/>
                <a:ea typeface="Arial"/>
                <a:cs typeface="Arial"/>
              </a:defRPr>
            </a:lvl7pPr>
            <a:lvl8pPr algn="r">
              <a:defRPr sz="675" b="1" i="0">
                <a:solidFill>
                  <a:srgbClr val="5A6872"/>
                </a:solidFill>
                <a:latin typeface="Arial"/>
                <a:ea typeface="Arial"/>
                <a:cs typeface="Arial"/>
              </a:defRPr>
            </a:lvl8pPr>
            <a:lvl9pPr algn="r">
              <a:defRPr sz="675" b="1" i="0">
                <a:solidFill>
                  <a:srgbClr val="5A6872"/>
                </a:solidFill>
                <a:latin typeface="Arial"/>
                <a:ea typeface="Arial"/>
                <a:cs typeface="Arial"/>
              </a:defRPr>
            </a:lvl9pPr>
          </a:lstStyle>
          <a:p xmlns:a="http://schemas.openxmlformats.org/drawingml/2006/main">
            <a:pPr algn="r">
              <a:defRPr sz="675" b="1" i="0">
                <a:solidFill>
                  <a:srgbClr val="5A6872"/>
                </a:solidFill>
                <a:latin typeface="Arial"/>
                <a:ea typeface="Arial"/>
                <a:cs typeface="Arial"/>
              </a:defRPr>
            </a:pPr>
            <a:r>
              <a:rPr sz="675" b="1" i="0">
                <a:solidFill>
                  <a:srgbClr val="5A6872"/>
                </a:solidFill>
                <a:latin typeface="Arial"/>
                <a:ea typeface="Arial"/>
                <a:cs typeface="Arial"/>
              </a:rPr>
              <a:t>04 / 05</a:t>
            </a:r>
          </a:p>
        </p:txBody>
      </p:sp>
    </p:spTree>
    <p:extLst>
      <p:ext uri="{BB962C8B-B14F-4D97-AF65-F5344CB8AC3E}">
        <p14:creationId xmlns:p14="http://schemas.microsoft.com/office/powerpoint/2010/main" val="1049413480"/>
      </p:ext>
    </p:extLst>
  </p:cSld>
</p:sld>
</file>

<file path=ppt/slides/slide5.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38C07FE-B6E0-4A2D-B0A3-9A8E5C80FEEC}"/>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F2B138">
              <a:alpha val="100000"/>
            </a:srgbClr>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DEB951-1823-45B7-AEF3-E291D20DBAD4}"/>
              </a:ext>
            </a:extLst>
          </p:cNvPr>
          <p:cNvSpPr>
            <a:spLocks xmlns:a="http://schemas.openxmlformats.org/drawingml/2006/main" noGrp="1"/>
          </p:cNvSpPr>
          <p:nvPr/>
        </p:nvSpPr>
        <p:spPr>
          <a:xfrm xmlns:a="http://schemas.openxmlformats.org/drawingml/2006/main">
            <a:off x="10572750" y="0"/>
            <a:ext cx="1619250" cy="6858000"/>
          </a:xfrm>
          <a:prstGeom xmlns:a="http://schemas.openxmlformats.org/drawingml/2006/main" prst="rect">
            <a:avLst/>
          </a:prstGeom>
          <a:solidFill xmlns:a="http://schemas.openxmlformats.org/drawingml/2006/main">
            <a:srgbClr val="28736B">
              <a:alpha val="100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9095BAB-18AF-43FA-A53D-2BD5B5C6A07D}"/>
              </a:ext>
            </a:extLst>
          </p:cNvPr>
          <p:cNvSpPr>
            <a:spLocks xmlns:a="http://schemas.openxmlformats.org/drawingml/2006/main" noGrp="1"/>
          </p:cNvSpPr>
          <p:nvPr/>
        </p:nvSpPr>
        <p:spPr>
          <a:xfrm xmlns:a="http://schemas.openxmlformats.org/drawingml/2006/main">
            <a:off x="590550" y="40005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28736B"/>
                </a:solidFill>
                <a:latin typeface="Arial"/>
                <a:ea typeface="Arial"/>
                <a:cs typeface="Arial"/>
              </a:defRPr>
            </a:defPPr>
            <a:lvl1pPr algn="l">
              <a:defRPr sz="825" b="1" i="0">
                <a:solidFill>
                  <a:srgbClr val="28736B"/>
                </a:solidFill>
                <a:latin typeface="Arial"/>
                <a:ea typeface="Arial"/>
                <a:cs typeface="Arial"/>
              </a:defRPr>
            </a:lvl1pPr>
            <a:lvl2pPr algn="l">
              <a:defRPr sz="825" b="1" i="0">
                <a:solidFill>
                  <a:srgbClr val="28736B"/>
                </a:solidFill>
                <a:latin typeface="Arial"/>
                <a:ea typeface="Arial"/>
                <a:cs typeface="Arial"/>
              </a:defRPr>
            </a:lvl2pPr>
            <a:lvl3pPr algn="l">
              <a:defRPr sz="825" b="1" i="0">
                <a:solidFill>
                  <a:srgbClr val="28736B"/>
                </a:solidFill>
                <a:latin typeface="Arial"/>
                <a:ea typeface="Arial"/>
                <a:cs typeface="Arial"/>
              </a:defRPr>
            </a:lvl3pPr>
            <a:lvl4pPr algn="l">
              <a:defRPr sz="825" b="1" i="0">
                <a:solidFill>
                  <a:srgbClr val="28736B"/>
                </a:solidFill>
                <a:latin typeface="Arial"/>
                <a:ea typeface="Arial"/>
                <a:cs typeface="Arial"/>
              </a:defRPr>
            </a:lvl4pPr>
            <a:lvl5pPr algn="l">
              <a:defRPr sz="825" b="1" i="0">
                <a:solidFill>
                  <a:srgbClr val="28736B"/>
                </a:solidFill>
                <a:latin typeface="Arial"/>
                <a:ea typeface="Arial"/>
                <a:cs typeface="Arial"/>
              </a:defRPr>
            </a:lvl5pPr>
            <a:lvl6pPr algn="l">
              <a:defRPr sz="825" b="1" i="0">
                <a:solidFill>
                  <a:srgbClr val="28736B"/>
                </a:solidFill>
                <a:latin typeface="Arial"/>
                <a:ea typeface="Arial"/>
                <a:cs typeface="Arial"/>
              </a:defRPr>
            </a:lvl6pPr>
            <a:lvl7pPr algn="l">
              <a:defRPr sz="825" b="1" i="0">
                <a:solidFill>
                  <a:srgbClr val="28736B"/>
                </a:solidFill>
                <a:latin typeface="Arial"/>
                <a:ea typeface="Arial"/>
                <a:cs typeface="Arial"/>
              </a:defRPr>
            </a:lvl7pPr>
            <a:lvl8pPr algn="l">
              <a:defRPr sz="825" b="1" i="0">
                <a:solidFill>
                  <a:srgbClr val="28736B"/>
                </a:solidFill>
                <a:latin typeface="Arial"/>
                <a:ea typeface="Arial"/>
                <a:cs typeface="Arial"/>
              </a:defRPr>
            </a:lvl8pPr>
            <a:lvl9pPr algn="l">
              <a:defRPr sz="825" b="1" i="0">
                <a:solidFill>
                  <a:srgbClr val="28736B"/>
                </a:solidFill>
                <a:latin typeface="Arial"/>
                <a:ea typeface="Arial"/>
                <a:cs typeface="Arial"/>
              </a:defRPr>
            </a:lvl9pPr>
          </a:lstStyle>
          <a:p xmlns:a="http://schemas.openxmlformats.org/drawingml/2006/main">
            <a:pPr algn="l">
              <a:defRPr sz="825" b="1" i="0">
                <a:solidFill>
                  <a:srgbClr val="28736B"/>
                </a:solidFill>
                <a:latin typeface="Arial"/>
                <a:ea typeface="Arial"/>
                <a:cs typeface="Arial"/>
              </a:defRPr>
            </a:pPr>
            <a:r>
              <a:rPr sz="825" b="1" i="0">
                <a:solidFill>
                  <a:srgbClr val="28736B"/>
                </a:solidFill>
                <a:latin typeface="Arial"/>
                <a:ea typeface="Arial"/>
                <a:cs typeface="Arial"/>
              </a:rPr>
              <a:t>05 / THE STRATEGIC DIRECTION</a:t>
            </a:r>
          </a:p>
        </p:txBody>
      </p:sp>
      <p:sp>
        <p:nvSpPr>
          <p:cNvPr id="4" name="">
            <a:extLst xmlns:a="http://schemas.openxmlformats.org/drawingml/2006/main">
              <a:ext uri="{FF2B5EF4-FFF2-40B4-BE49-F238E27FC236}">
                <a16:creationId xmlns:a16="http://schemas.microsoft.com/office/drawing/2014/main" id="{0633CAE0-FFB6-4762-B244-60D4828C1095}"/>
              </a:ext>
            </a:extLst>
          </p:cNvPr>
          <p:cNvSpPr>
            <a:spLocks xmlns:a="http://schemas.openxmlformats.org/drawingml/2006/main" noGrp="1"/>
          </p:cNvSpPr>
          <p:nvPr/>
        </p:nvSpPr>
        <p:spPr>
          <a:xfrm xmlns:a="http://schemas.openxmlformats.org/drawingml/2006/main">
            <a:off x="590550" y="1085850"/>
            <a:ext cx="847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4575" b="1" i="0">
                <a:solidFill>
                  <a:srgbClr val="13263A"/>
                </a:solidFill>
                <a:latin typeface="Arial"/>
                <a:ea typeface="Arial"/>
                <a:cs typeface="Arial"/>
              </a:defRPr>
            </a:defPPr>
            <a:lvl1pPr algn="l">
              <a:defRPr sz="4575" b="1" i="0">
                <a:solidFill>
                  <a:srgbClr val="13263A"/>
                </a:solidFill>
                <a:latin typeface="Arial"/>
                <a:ea typeface="Arial"/>
                <a:cs typeface="Arial"/>
              </a:defRPr>
            </a:lvl1pPr>
            <a:lvl2pPr algn="l">
              <a:defRPr sz="4575" b="1" i="0">
                <a:solidFill>
                  <a:srgbClr val="13263A"/>
                </a:solidFill>
                <a:latin typeface="Arial"/>
                <a:ea typeface="Arial"/>
                <a:cs typeface="Arial"/>
              </a:defRPr>
            </a:lvl2pPr>
            <a:lvl3pPr algn="l">
              <a:defRPr sz="4575" b="1" i="0">
                <a:solidFill>
                  <a:srgbClr val="13263A"/>
                </a:solidFill>
                <a:latin typeface="Arial"/>
                <a:ea typeface="Arial"/>
                <a:cs typeface="Arial"/>
              </a:defRPr>
            </a:lvl3pPr>
            <a:lvl4pPr algn="l">
              <a:defRPr sz="4575" b="1" i="0">
                <a:solidFill>
                  <a:srgbClr val="13263A"/>
                </a:solidFill>
                <a:latin typeface="Arial"/>
                <a:ea typeface="Arial"/>
                <a:cs typeface="Arial"/>
              </a:defRPr>
            </a:lvl4pPr>
            <a:lvl5pPr algn="l">
              <a:defRPr sz="4575" b="1" i="0">
                <a:solidFill>
                  <a:srgbClr val="13263A"/>
                </a:solidFill>
                <a:latin typeface="Arial"/>
                <a:ea typeface="Arial"/>
                <a:cs typeface="Arial"/>
              </a:defRPr>
            </a:lvl5pPr>
            <a:lvl6pPr algn="l">
              <a:defRPr sz="4575" b="1" i="0">
                <a:solidFill>
                  <a:srgbClr val="13263A"/>
                </a:solidFill>
                <a:latin typeface="Arial"/>
                <a:ea typeface="Arial"/>
                <a:cs typeface="Arial"/>
              </a:defRPr>
            </a:lvl6pPr>
            <a:lvl7pPr algn="l">
              <a:defRPr sz="4575" b="1" i="0">
                <a:solidFill>
                  <a:srgbClr val="13263A"/>
                </a:solidFill>
                <a:latin typeface="Arial"/>
                <a:ea typeface="Arial"/>
                <a:cs typeface="Arial"/>
              </a:defRPr>
            </a:lvl7pPr>
            <a:lvl8pPr algn="l">
              <a:defRPr sz="4575" b="1" i="0">
                <a:solidFill>
                  <a:srgbClr val="13263A"/>
                </a:solidFill>
                <a:latin typeface="Arial"/>
                <a:ea typeface="Arial"/>
                <a:cs typeface="Arial"/>
              </a:defRPr>
            </a:lvl8pPr>
            <a:lvl9pPr algn="l">
              <a:defRPr sz="4575" b="1" i="0">
                <a:solidFill>
                  <a:srgbClr val="13263A"/>
                </a:solidFill>
                <a:latin typeface="Arial"/>
                <a:ea typeface="Arial"/>
                <a:cs typeface="Arial"/>
              </a:defRPr>
            </a:lvl9pPr>
          </a:lstStyle>
          <a:p xmlns:a="http://schemas.openxmlformats.org/drawingml/2006/main">
            <a:pPr algn="l">
              <a:defRPr sz="4575" b="1" i="0">
                <a:solidFill>
                  <a:srgbClr val="13263A"/>
                </a:solidFill>
                <a:latin typeface="Arial"/>
                <a:ea typeface="Arial"/>
                <a:cs typeface="Arial"/>
              </a:defRPr>
            </a:pPr>
            <a:r>
              <a:rPr sz="4575" b="1" i="0">
                <a:solidFill>
                  <a:srgbClr val="13263A"/>
                </a:solidFill>
                <a:latin typeface="Arial"/>
                <a:ea typeface="Arial"/>
                <a:cs typeface="Arial"/>
              </a:rPr>
              <a:t>LEAD WITH DIAGNOSIS.</a:t>
            </a:r>
          </a:p>
        </p:txBody>
      </p:sp>
      <p:sp>
        <p:nvSpPr>
          <p:cNvPr id="5" name="">
            <a:extLst xmlns:a="http://schemas.openxmlformats.org/drawingml/2006/main">
              <a:ext uri="{FF2B5EF4-FFF2-40B4-BE49-F238E27FC236}">
                <a16:creationId xmlns:a16="http://schemas.microsoft.com/office/drawing/2014/main" id="{A8E8C4D2-A644-4B38-BAE9-1DAB0AA72492}"/>
              </a:ext>
            </a:extLst>
          </p:cNvPr>
          <p:cNvSpPr>
            <a:spLocks xmlns:a="http://schemas.openxmlformats.org/drawingml/2006/main" noGrp="1"/>
          </p:cNvSpPr>
          <p:nvPr/>
        </p:nvSpPr>
        <p:spPr>
          <a:xfrm xmlns:a="http://schemas.openxmlformats.org/drawingml/2006/main">
            <a:off x="590550" y="2343150"/>
            <a:ext cx="7239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250" b="1" i="0">
                <a:solidFill>
                  <a:srgbClr val="28736B"/>
                </a:solidFill>
                <a:latin typeface="Arial"/>
                <a:ea typeface="Arial"/>
                <a:cs typeface="Arial"/>
              </a:defRPr>
            </a:defPPr>
            <a:lvl1pPr algn="l">
              <a:defRPr sz="2250" b="1" i="0">
                <a:solidFill>
                  <a:srgbClr val="28736B"/>
                </a:solidFill>
                <a:latin typeface="Arial"/>
                <a:ea typeface="Arial"/>
                <a:cs typeface="Arial"/>
              </a:defRPr>
            </a:lvl1pPr>
            <a:lvl2pPr algn="l">
              <a:defRPr sz="2250" b="1" i="0">
                <a:solidFill>
                  <a:srgbClr val="28736B"/>
                </a:solidFill>
                <a:latin typeface="Arial"/>
                <a:ea typeface="Arial"/>
                <a:cs typeface="Arial"/>
              </a:defRPr>
            </a:lvl2pPr>
            <a:lvl3pPr algn="l">
              <a:defRPr sz="2250" b="1" i="0">
                <a:solidFill>
                  <a:srgbClr val="28736B"/>
                </a:solidFill>
                <a:latin typeface="Arial"/>
                <a:ea typeface="Arial"/>
                <a:cs typeface="Arial"/>
              </a:defRPr>
            </a:lvl3pPr>
            <a:lvl4pPr algn="l">
              <a:defRPr sz="2250" b="1" i="0">
                <a:solidFill>
                  <a:srgbClr val="28736B"/>
                </a:solidFill>
                <a:latin typeface="Arial"/>
                <a:ea typeface="Arial"/>
                <a:cs typeface="Arial"/>
              </a:defRPr>
            </a:lvl4pPr>
            <a:lvl5pPr algn="l">
              <a:defRPr sz="2250" b="1" i="0">
                <a:solidFill>
                  <a:srgbClr val="28736B"/>
                </a:solidFill>
                <a:latin typeface="Arial"/>
                <a:ea typeface="Arial"/>
                <a:cs typeface="Arial"/>
              </a:defRPr>
            </a:lvl5pPr>
            <a:lvl6pPr algn="l">
              <a:defRPr sz="2250" b="1" i="0">
                <a:solidFill>
                  <a:srgbClr val="28736B"/>
                </a:solidFill>
                <a:latin typeface="Arial"/>
                <a:ea typeface="Arial"/>
                <a:cs typeface="Arial"/>
              </a:defRPr>
            </a:lvl6pPr>
            <a:lvl7pPr algn="l">
              <a:defRPr sz="2250" b="1" i="0">
                <a:solidFill>
                  <a:srgbClr val="28736B"/>
                </a:solidFill>
                <a:latin typeface="Arial"/>
                <a:ea typeface="Arial"/>
                <a:cs typeface="Arial"/>
              </a:defRPr>
            </a:lvl7pPr>
            <a:lvl8pPr algn="l">
              <a:defRPr sz="2250" b="1" i="0">
                <a:solidFill>
                  <a:srgbClr val="28736B"/>
                </a:solidFill>
                <a:latin typeface="Arial"/>
                <a:ea typeface="Arial"/>
                <a:cs typeface="Arial"/>
              </a:defRPr>
            </a:lvl8pPr>
            <a:lvl9pPr algn="l">
              <a:defRPr sz="2250" b="1" i="0">
                <a:solidFill>
                  <a:srgbClr val="28736B"/>
                </a:solidFill>
                <a:latin typeface="Arial"/>
                <a:ea typeface="Arial"/>
                <a:cs typeface="Arial"/>
              </a:defRPr>
            </a:lvl9pPr>
          </a:lstStyle>
          <a:p xmlns:a="http://schemas.openxmlformats.org/drawingml/2006/main">
            <a:pPr algn="l">
              <a:defRPr sz="2250" b="1" i="0">
                <a:solidFill>
                  <a:srgbClr val="28736B"/>
                </a:solidFill>
                <a:latin typeface="Arial"/>
                <a:ea typeface="Arial"/>
                <a:cs typeface="Arial"/>
              </a:defRPr>
            </a:pPr>
            <a:r>
              <a:rPr sz="2250" b="1" i="0">
                <a:solidFill>
                  <a:srgbClr val="28736B"/>
                </a:solidFill>
                <a:latin typeface="Arial"/>
                <a:ea typeface="Arial"/>
                <a:cs typeface="Arial"/>
              </a:rPr>
              <a:t>Reorganise the public offer around named change points and make a diagnostic the primary entry mechanism before wider messaging or campaign work.</a:t>
            </a:r>
          </a:p>
        </p:txBody>
      </p:sp>
      <p:sp>
        <p:nvSpPr>
          <p:cNvPr id="6" name="">
            <a:extLst xmlns:a="http://schemas.openxmlformats.org/drawingml/2006/main">
              <a:ext uri="{FF2B5EF4-FFF2-40B4-BE49-F238E27FC236}">
                <a16:creationId xmlns:a16="http://schemas.microsoft.com/office/drawing/2014/main" id="{B725DD7D-5242-4CEE-A70C-2E11FD97663F}"/>
              </a:ext>
            </a:extLst>
          </p:cNvPr>
          <p:cNvSpPr>
            <a:spLocks xmlns:a="http://schemas.openxmlformats.org/drawingml/2006/main" noGrp="1"/>
          </p:cNvSpPr>
          <p:nvPr/>
        </p:nvSpPr>
        <p:spPr>
          <a:xfrm xmlns:a="http://schemas.openxmlformats.org/drawingml/2006/main">
            <a:off x="590550" y="4248150"/>
            <a:ext cx="200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28736B"/>
                </a:solidFill>
                <a:latin typeface="Arial"/>
                <a:ea typeface="Arial"/>
                <a:cs typeface="Arial"/>
              </a:defRPr>
            </a:defPPr>
            <a:lvl1pPr algn="l">
              <a:defRPr sz="825" b="1" i="0">
                <a:solidFill>
                  <a:srgbClr val="28736B"/>
                </a:solidFill>
                <a:latin typeface="Arial"/>
                <a:ea typeface="Arial"/>
                <a:cs typeface="Arial"/>
              </a:defRPr>
            </a:lvl1pPr>
            <a:lvl2pPr algn="l">
              <a:defRPr sz="825" b="1" i="0">
                <a:solidFill>
                  <a:srgbClr val="28736B"/>
                </a:solidFill>
                <a:latin typeface="Arial"/>
                <a:ea typeface="Arial"/>
                <a:cs typeface="Arial"/>
              </a:defRPr>
            </a:lvl2pPr>
            <a:lvl3pPr algn="l">
              <a:defRPr sz="825" b="1" i="0">
                <a:solidFill>
                  <a:srgbClr val="28736B"/>
                </a:solidFill>
                <a:latin typeface="Arial"/>
                <a:ea typeface="Arial"/>
                <a:cs typeface="Arial"/>
              </a:defRPr>
            </a:lvl3pPr>
            <a:lvl4pPr algn="l">
              <a:defRPr sz="825" b="1" i="0">
                <a:solidFill>
                  <a:srgbClr val="28736B"/>
                </a:solidFill>
                <a:latin typeface="Arial"/>
                <a:ea typeface="Arial"/>
                <a:cs typeface="Arial"/>
              </a:defRPr>
            </a:lvl4pPr>
            <a:lvl5pPr algn="l">
              <a:defRPr sz="825" b="1" i="0">
                <a:solidFill>
                  <a:srgbClr val="28736B"/>
                </a:solidFill>
                <a:latin typeface="Arial"/>
                <a:ea typeface="Arial"/>
                <a:cs typeface="Arial"/>
              </a:defRPr>
            </a:lvl5pPr>
            <a:lvl6pPr algn="l">
              <a:defRPr sz="825" b="1" i="0">
                <a:solidFill>
                  <a:srgbClr val="28736B"/>
                </a:solidFill>
                <a:latin typeface="Arial"/>
                <a:ea typeface="Arial"/>
                <a:cs typeface="Arial"/>
              </a:defRPr>
            </a:lvl6pPr>
            <a:lvl7pPr algn="l">
              <a:defRPr sz="825" b="1" i="0">
                <a:solidFill>
                  <a:srgbClr val="28736B"/>
                </a:solidFill>
                <a:latin typeface="Arial"/>
                <a:ea typeface="Arial"/>
                <a:cs typeface="Arial"/>
              </a:defRPr>
            </a:lvl7pPr>
            <a:lvl8pPr algn="l">
              <a:defRPr sz="825" b="1" i="0">
                <a:solidFill>
                  <a:srgbClr val="28736B"/>
                </a:solidFill>
                <a:latin typeface="Arial"/>
                <a:ea typeface="Arial"/>
                <a:cs typeface="Arial"/>
              </a:defRPr>
            </a:lvl8pPr>
            <a:lvl9pPr algn="l">
              <a:defRPr sz="825" b="1" i="0">
                <a:solidFill>
                  <a:srgbClr val="28736B"/>
                </a:solidFill>
                <a:latin typeface="Arial"/>
                <a:ea typeface="Arial"/>
                <a:cs typeface="Arial"/>
              </a:defRPr>
            </a:lvl9pPr>
          </a:lstStyle>
          <a:p xmlns:a="http://schemas.openxmlformats.org/drawingml/2006/main">
            <a:pPr algn="l">
              <a:defRPr sz="825" b="1" i="0">
                <a:solidFill>
                  <a:srgbClr val="28736B"/>
                </a:solidFill>
                <a:latin typeface="Arial"/>
                <a:ea typeface="Arial"/>
                <a:cs typeface="Arial"/>
              </a:defRPr>
            </a:pPr>
            <a:r>
              <a:rPr sz="825" b="1" i="0">
                <a:solidFill>
                  <a:srgbClr val="28736B"/>
                </a:solidFill>
                <a:latin typeface="Arial"/>
                <a:ea typeface="Arial"/>
                <a:cs typeface="Arial"/>
              </a:rPr>
              <a:t>THE TRADE-OFF</a:t>
            </a:r>
          </a:p>
        </p:txBody>
      </p:sp>
      <p:sp>
        <p:nvSpPr>
          <p:cNvPr id="7" name="">
            <a:extLst xmlns:a="http://schemas.openxmlformats.org/drawingml/2006/main">
              <a:ext uri="{FF2B5EF4-FFF2-40B4-BE49-F238E27FC236}">
                <a16:creationId xmlns:a16="http://schemas.microsoft.com/office/drawing/2014/main" id="{D7E4742D-E7A9-44A0-8E1D-ADF284034398}"/>
              </a:ext>
            </a:extLst>
          </p:cNvPr>
          <p:cNvSpPr>
            <a:spLocks xmlns:a="http://schemas.openxmlformats.org/drawingml/2006/main" noGrp="1"/>
          </p:cNvSpPr>
          <p:nvPr/>
        </p:nvSpPr>
        <p:spPr>
          <a:xfrm xmlns:a="http://schemas.openxmlformats.org/drawingml/2006/main">
            <a:off x="590550" y="4591050"/>
            <a:ext cx="7334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00" b="0" i="0">
                <a:solidFill>
                  <a:srgbClr val="13263A"/>
                </a:solidFill>
                <a:latin typeface="Arial"/>
                <a:ea typeface="Arial"/>
                <a:cs typeface="Arial"/>
              </a:defRPr>
            </a:defPPr>
            <a:lvl1pPr algn="l">
              <a:defRPr sz="1500" b="0" i="0">
                <a:solidFill>
                  <a:srgbClr val="13263A"/>
                </a:solidFill>
                <a:latin typeface="Arial"/>
                <a:ea typeface="Arial"/>
                <a:cs typeface="Arial"/>
              </a:defRPr>
            </a:lvl1pPr>
            <a:lvl2pPr algn="l">
              <a:defRPr sz="1500" b="0" i="0">
                <a:solidFill>
                  <a:srgbClr val="13263A"/>
                </a:solidFill>
                <a:latin typeface="Arial"/>
                <a:ea typeface="Arial"/>
                <a:cs typeface="Arial"/>
              </a:defRPr>
            </a:lvl2pPr>
            <a:lvl3pPr algn="l">
              <a:defRPr sz="1500" b="0" i="0">
                <a:solidFill>
                  <a:srgbClr val="13263A"/>
                </a:solidFill>
                <a:latin typeface="Arial"/>
                <a:ea typeface="Arial"/>
                <a:cs typeface="Arial"/>
              </a:defRPr>
            </a:lvl3pPr>
            <a:lvl4pPr algn="l">
              <a:defRPr sz="1500" b="0" i="0">
                <a:solidFill>
                  <a:srgbClr val="13263A"/>
                </a:solidFill>
                <a:latin typeface="Arial"/>
                <a:ea typeface="Arial"/>
                <a:cs typeface="Arial"/>
              </a:defRPr>
            </a:lvl4pPr>
            <a:lvl5pPr algn="l">
              <a:defRPr sz="1500" b="0" i="0">
                <a:solidFill>
                  <a:srgbClr val="13263A"/>
                </a:solidFill>
                <a:latin typeface="Arial"/>
                <a:ea typeface="Arial"/>
                <a:cs typeface="Arial"/>
              </a:defRPr>
            </a:lvl5pPr>
            <a:lvl6pPr algn="l">
              <a:defRPr sz="1500" b="0" i="0">
                <a:solidFill>
                  <a:srgbClr val="13263A"/>
                </a:solidFill>
                <a:latin typeface="Arial"/>
                <a:ea typeface="Arial"/>
                <a:cs typeface="Arial"/>
              </a:defRPr>
            </a:lvl6pPr>
            <a:lvl7pPr algn="l">
              <a:defRPr sz="1500" b="0" i="0">
                <a:solidFill>
                  <a:srgbClr val="13263A"/>
                </a:solidFill>
                <a:latin typeface="Arial"/>
                <a:ea typeface="Arial"/>
                <a:cs typeface="Arial"/>
              </a:defRPr>
            </a:lvl7pPr>
            <a:lvl8pPr algn="l">
              <a:defRPr sz="1500" b="0" i="0">
                <a:solidFill>
                  <a:srgbClr val="13263A"/>
                </a:solidFill>
                <a:latin typeface="Arial"/>
                <a:ea typeface="Arial"/>
                <a:cs typeface="Arial"/>
              </a:defRPr>
            </a:lvl8pPr>
            <a:lvl9pPr algn="l">
              <a:defRPr sz="1500" b="0" i="0">
                <a:solidFill>
                  <a:srgbClr val="13263A"/>
                </a:solidFill>
                <a:latin typeface="Arial"/>
                <a:ea typeface="Arial"/>
                <a:cs typeface="Arial"/>
              </a:defRPr>
            </a:lvl9pPr>
          </a:lstStyle>
          <a:p xmlns:a="http://schemas.openxmlformats.org/drawingml/2006/main">
            <a:pPr algn="l">
              <a:defRPr sz="1500" b="0" i="0">
                <a:solidFill>
                  <a:srgbClr val="13263A"/>
                </a:solidFill>
                <a:latin typeface="Arial"/>
                <a:ea typeface="Arial"/>
                <a:cs typeface="Arial"/>
              </a:defRPr>
            </a:pPr>
            <a:r>
              <a:rPr sz="1500" b="0" i="0">
                <a:solidFill>
                  <a:srgbClr val="13263A"/>
                </a:solidFill>
                <a:latin typeface="Arial"/>
                <a:ea typeface="Arial"/>
                <a:cs typeface="Arial"/>
              </a:rPr>
              <a:t>A change-point narrative may read as less relevant to newer or smaller firms currently served by the Made Simple offer, so Yardstick must decide whether to run both propositions in parallel or fully reposition.</a:t>
            </a:r>
          </a:p>
        </p:txBody>
      </p:sp>
      <p:sp>
        <p:nvSpPr>
          <p:cNvPr id="8" name="">
            <a:extLst xmlns:a="http://schemas.openxmlformats.org/drawingml/2006/main">
              <a:ext uri="{FF2B5EF4-FFF2-40B4-BE49-F238E27FC236}">
                <a16:creationId xmlns:a16="http://schemas.microsoft.com/office/drawing/2014/main" id="{C42A34D6-8239-44F1-A3FA-7A4DEC35922F}"/>
              </a:ext>
            </a:extLst>
          </p:cNvPr>
          <p:cNvSpPr>
            <a:spLocks xmlns:a="http://schemas.openxmlformats.org/drawingml/2006/main" noGrp="1"/>
          </p:cNvSpPr>
          <p:nvPr/>
        </p:nvSpPr>
        <p:spPr>
          <a:xfrm xmlns:a="http://schemas.openxmlformats.org/drawingml/2006/main">
            <a:off x="590550" y="586740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900" b="1" i="0">
                <a:solidFill>
                  <a:srgbClr val="28736B"/>
                </a:solidFill>
                <a:latin typeface="Arial"/>
                <a:ea typeface="Arial"/>
                <a:cs typeface="Arial"/>
              </a:defRPr>
            </a:defPPr>
            <a:lvl1pPr algn="l">
              <a:defRPr sz="900" b="1" i="0">
                <a:solidFill>
                  <a:srgbClr val="28736B"/>
                </a:solidFill>
                <a:latin typeface="Arial"/>
                <a:ea typeface="Arial"/>
                <a:cs typeface="Arial"/>
              </a:defRPr>
            </a:lvl1pPr>
            <a:lvl2pPr algn="l">
              <a:defRPr sz="900" b="1" i="0">
                <a:solidFill>
                  <a:srgbClr val="28736B"/>
                </a:solidFill>
                <a:latin typeface="Arial"/>
                <a:ea typeface="Arial"/>
                <a:cs typeface="Arial"/>
              </a:defRPr>
            </a:lvl2pPr>
            <a:lvl3pPr algn="l">
              <a:defRPr sz="900" b="1" i="0">
                <a:solidFill>
                  <a:srgbClr val="28736B"/>
                </a:solidFill>
                <a:latin typeface="Arial"/>
                <a:ea typeface="Arial"/>
                <a:cs typeface="Arial"/>
              </a:defRPr>
            </a:lvl3pPr>
            <a:lvl4pPr algn="l">
              <a:defRPr sz="900" b="1" i="0">
                <a:solidFill>
                  <a:srgbClr val="28736B"/>
                </a:solidFill>
                <a:latin typeface="Arial"/>
                <a:ea typeface="Arial"/>
                <a:cs typeface="Arial"/>
              </a:defRPr>
            </a:lvl4pPr>
            <a:lvl5pPr algn="l">
              <a:defRPr sz="900" b="1" i="0">
                <a:solidFill>
                  <a:srgbClr val="28736B"/>
                </a:solidFill>
                <a:latin typeface="Arial"/>
                <a:ea typeface="Arial"/>
                <a:cs typeface="Arial"/>
              </a:defRPr>
            </a:lvl5pPr>
            <a:lvl6pPr algn="l">
              <a:defRPr sz="900" b="1" i="0">
                <a:solidFill>
                  <a:srgbClr val="28736B"/>
                </a:solidFill>
                <a:latin typeface="Arial"/>
                <a:ea typeface="Arial"/>
                <a:cs typeface="Arial"/>
              </a:defRPr>
            </a:lvl6pPr>
            <a:lvl7pPr algn="l">
              <a:defRPr sz="900" b="1" i="0">
                <a:solidFill>
                  <a:srgbClr val="28736B"/>
                </a:solidFill>
                <a:latin typeface="Arial"/>
                <a:ea typeface="Arial"/>
                <a:cs typeface="Arial"/>
              </a:defRPr>
            </a:lvl7pPr>
            <a:lvl8pPr algn="l">
              <a:defRPr sz="900" b="1" i="0">
                <a:solidFill>
                  <a:srgbClr val="28736B"/>
                </a:solidFill>
                <a:latin typeface="Arial"/>
                <a:ea typeface="Arial"/>
                <a:cs typeface="Arial"/>
              </a:defRPr>
            </a:lvl8pPr>
            <a:lvl9pPr algn="l">
              <a:defRPr sz="900" b="1" i="0">
                <a:solidFill>
                  <a:srgbClr val="28736B"/>
                </a:solidFill>
                <a:latin typeface="Arial"/>
                <a:ea typeface="Arial"/>
                <a:cs typeface="Arial"/>
              </a:defRPr>
            </a:lvl9pPr>
          </a:lstStyle>
          <a:p xmlns:a="http://schemas.openxmlformats.org/drawingml/2006/main">
            <a:pPr algn="l">
              <a:defRPr sz="900" b="1" i="0">
                <a:solidFill>
                  <a:srgbClr val="28736B"/>
                </a:solidFill>
                <a:latin typeface="Arial"/>
                <a:ea typeface="Arial"/>
                <a:cs typeface="Arial"/>
              </a:defRPr>
            </a:pPr>
            <a:r>
              <a:rPr sz="900" b="1" i="0">
                <a:solidFill>
                  <a:srgbClr val="28736B"/>
                </a:solidFill>
                <a:latin typeface="Arial"/>
                <a:ea typeface="Arial"/>
                <a:cs typeface="Arial"/>
              </a:rPr>
              <a:t>MATT APPROVAL REQUIRED BEFORE FULL FIELDWORK PRODUCTION</a:t>
            </a:r>
          </a:p>
        </p:txBody>
      </p:sp>
      <p:sp>
        <p:nvSpPr>
          <p:cNvPr id="9" name="">
            <a:extLst xmlns:a="http://schemas.openxmlformats.org/drawingml/2006/main">
              <a:ext uri="{FF2B5EF4-FFF2-40B4-BE49-F238E27FC236}">
                <a16:creationId xmlns:a16="http://schemas.microsoft.com/office/drawing/2014/main" id="{AA5B79E9-AC28-4FA5-8DBA-A65F4D187FF4}"/>
              </a:ext>
            </a:extLst>
          </p:cNvPr>
          <p:cNvSpPr>
            <a:spLocks xmlns:a="http://schemas.openxmlformats.org/drawingml/2006/main" noGrp="1"/>
          </p:cNvSpPr>
          <p:nvPr/>
        </p:nvSpPr>
        <p:spPr>
          <a:xfrm xmlns:a="http://schemas.openxmlformats.org/drawingml/2006/main">
            <a:off x="590550" y="6457950"/>
            <a:ext cx="7239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5A6872"/>
                </a:solidFill>
                <a:latin typeface="Arial"/>
                <a:ea typeface="Arial"/>
                <a:cs typeface="Arial"/>
              </a:defRPr>
            </a:defPPr>
            <a:lvl1pPr algn="l">
              <a:defRPr sz="675" b="1" i="0">
                <a:solidFill>
                  <a:srgbClr val="5A6872"/>
                </a:solidFill>
                <a:latin typeface="Arial"/>
                <a:ea typeface="Arial"/>
                <a:cs typeface="Arial"/>
              </a:defRPr>
            </a:lvl1pPr>
            <a:lvl2pPr algn="l">
              <a:defRPr sz="675" b="1" i="0">
                <a:solidFill>
                  <a:srgbClr val="5A6872"/>
                </a:solidFill>
                <a:latin typeface="Arial"/>
                <a:ea typeface="Arial"/>
                <a:cs typeface="Arial"/>
              </a:defRPr>
            </a:lvl2pPr>
            <a:lvl3pPr algn="l">
              <a:defRPr sz="675" b="1" i="0">
                <a:solidFill>
                  <a:srgbClr val="5A6872"/>
                </a:solidFill>
                <a:latin typeface="Arial"/>
                <a:ea typeface="Arial"/>
                <a:cs typeface="Arial"/>
              </a:defRPr>
            </a:lvl3pPr>
            <a:lvl4pPr algn="l">
              <a:defRPr sz="675" b="1" i="0">
                <a:solidFill>
                  <a:srgbClr val="5A6872"/>
                </a:solidFill>
                <a:latin typeface="Arial"/>
                <a:ea typeface="Arial"/>
                <a:cs typeface="Arial"/>
              </a:defRPr>
            </a:lvl4pPr>
            <a:lvl5pPr algn="l">
              <a:defRPr sz="675" b="1" i="0">
                <a:solidFill>
                  <a:srgbClr val="5A6872"/>
                </a:solidFill>
                <a:latin typeface="Arial"/>
                <a:ea typeface="Arial"/>
                <a:cs typeface="Arial"/>
              </a:defRPr>
            </a:lvl5pPr>
            <a:lvl6pPr algn="l">
              <a:defRPr sz="675" b="1" i="0">
                <a:solidFill>
                  <a:srgbClr val="5A6872"/>
                </a:solidFill>
                <a:latin typeface="Arial"/>
                <a:ea typeface="Arial"/>
                <a:cs typeface="Arial"/>
              </a:defRPr>
            </a:lvl6pPr>
            <a:lvl7pPr algn="l">
              <a:defRPr sz="675" b="1" i="0">
                <a:solidFill>
                  <a:srgbClr val="5A6872"/>
                </a:solidFill>
                <a:latin typeface="Arial"/>
                <a:ea typeface="Arial"/>
                <a:cs typeface="Arial"/>
              </a:defRPr>
            </a:lvl7pPr>
            <a:lvl8pPr algn="l">
              <a:defRPr sz="675" b="1" i="0">
                <a:solidFill>
                  <a:srgbClr val="5A6872"/>
                </a:solidFill>
                <a:latin typeface="Arial"/>
                <a:ea typeface="Arial"/>
                <a:cs typeface="Arial"/>
              </a:defRPr>
            </a:lvl8pPr>
            <a:lvl9pPr algn="l">
              <a:defRPr sz="675" b="1" i="0">
                <a:solidFill>
                  <a:srgbClr val="5A6872"/>
                </a:solidFill>
                <a:latin typeface="Arial"/>
                <a:ea typeface="Arial"/>
                <a:cs typeface="Arial"/>
              </a:defRPr>
            </a:lvl9pPr>
          </a:lstStyle>
          <a:p xmlns:a="http://schemas.openxmlformats.org/drawingml/2006/main">
            <a:pPr algn="l">
              <a:defRPr sz="675" b="1" i="0">
                <a:solidFill>
                  <a:srgbClr val="5A6872"/>
                </a:solidFill>
                <a:latin typeface="Arial"/>
                <a:ea typeface="Arial"/>
                <a:cs typeface="Arial"/>
              </a:defRPr>
            </a:pPr>
            <a:r>
              <a:rPr sz="675" b="1" i="0">
                <a:solidFill>
                  <a:srgbClr val="5A6872"/>
                </a:solidFill>
                <a:latin typeface="Arial"/>
                <a:ea typeface="Arial"/>
                <a:cs typeface="Arial"/>
              </a:rPr>
              <a:t>FIELDWORK / THE YARDSTICK AGENCY / INTERNAL CALIBRATION</a:t>
            </a:r>
          </a:p>
        </p:txBody>
      </p:sp>
      <p:sp>
        <p:nvSpPr>
          <p:cNvPr id="10" name="">
            <a:extLst xmlns:a="http://schemas.openxmlformats.org/drawingml/2006/main">
              <a:ext uri="{FF2B5EF4-FFF2-40B4-BE49-F238E27FC236}">
                <a16:creationId xmlns:a16="http://schemas.microsoft.com/office/drawing/2014/main" id="{CC71B35B-32D1-4B58-86B6-865D21C16B29}"/>
              </a:ext>
            </a:extLst>
          </p:cNvPr>
          <p:cNvSpPr>
            <a:spLocks xmlns:a="http://schemas.openxmlformats.org/drawingml/2006/main" noGrp="1"/>
          </p:cNvSpPr>
          <p:nvPr/>
        </p:nvSpPr>
        <p:spPr>
          <a:xfrm xmlns:a="http://schemas.openxmlformats.org/drawingml/2006/main">
            <a:off x="7953375" y="6457950"/>
            <a:ext cx="285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5A6872"/>
                </a:solidFill>
                <a:latin typeface="Arial"/>
                <a:ea typeface="Arial"/>
                <a:cs typeface="Arial"/>
              </a:defRPr>
            </a:defPPr>
            <a:lvl1pPr algn="r">
              <a:defRPr sz="675" b="1" i="0">
                <a:solidFill>
                  <a:srgbClr val="5A6872"/>
                </a:solidFill>
                <a:latin typeface="Arial"/>
                <a:ea typeface="Arial"/>
                <a:cs typeface="Arial"/>
              </a:defRPr>
            </a:lvl1pPr>
            <a:lvl2pPr algn="r">
              <a:defRPr sz="675" b="1" i="0">
                <a:solidFill>
                  <a:srgbClr val="5A6872"/>
                </a:solidFill>
                <a:latin typeface="Arial"/>
                <a:ea typeface="Arial"/>
                <a:cs typeface="Arial"/>
              </a:defRPr>
            </a:lvl2pPr>
            <a:lvl3pPr algn="r">
              <a:defRPr sz="675" b="1" i="0">
                <a:solidFill>
                  <a:srgbClr val="5A6872"/>
                </a:solidFill>
                <a:latin typeface="Arial"/>
                <a:ea typeface="Arial"/>
                <a:cs typeface="Arial"/>
              </a:defRPr>
            </a:lvl3pPr>
            <a:lvl4pPr algn="r">
              <a:defRPr sz="675" b="1" i="0">
                <a:solidFill>
                  <a:srgbClr val="5A6872"/>
                </a:solidFill>
                <a:latin typeface="Arial"/>
                <a:ea typeface="Arial"/>
                <a:cs typeface="Arial"/>
              </a:defRPr>
            </a:lvl4pPr>
            <a:lvl5pPr algn="r">
              <a:defRPr sz="675" b="1" i="0">
                <a:solidFill>
                  <a:srgbClr val="5A6872"/>
                </a:solidFill>
                <a:latin typeface="Arial"/>
                <a:ea typeface="Arial"/>
                <a:cs typeface="Arial"/>
              </a:defRPr>
            </a:lvl5pPr>
            <a:lvl6pPr algn="r">
              <a:defRPr sz="675" b="1" i="0">
                <a:solidFill>
                  <a:srgbClr val="5A6872"/>
                </a:solidFill>
                <a:latin typeface="Arial"/>
                <a:ea typeface="Arial"/>
                <a:cs typeface="Arial"/>
              </a:defRPr>
            </a:lvl6pPr>
            <a:lvl7pPr algn="r">
              <a:defRPr sz="675" b="1" i="0">
                <a:solidFill>
                  <a:srgbClr val="5A6872"/>
                </a:solidFill>
                <a:latin typeface="Arial"/>
                <a:ea typeface="Arial"/>
                <a:cs typeface="Arial"/>
              </a:defRPr>
            </a:lvl7pPr>
            <a:lvl8pPr algn="r">
              <a:defRPr sz="675" b="1" i="0">
                <a:solidFill>
                  <a:srgbClr val="5A6872"/>
                </a:solidFill>
                <a:latin typeface="Arial"/>
                <a:ea typeface="Arial"/>
                <a:cs typeface="Arial"/>
              </a:defRPr>
            </a:lvl8pPr>
            <a:lvl9pPr algn="r">
              <a:defRPr sz="675" b="1" i="0">
                <a:solidFill>
                  <a:srgbClr val="5A6872"/>
                </a:solidFill>
                <a:latin typeface="Arial"/>
                <a:ea typeface="Arial"/>
                <a:cs typeface="Arial"/>
              </a:defRPr>
            </a:lvl9pPr>
          </a:lstStyle>
          <a:p xmlns:a="http://schemas.openxmlformats.org/drawingml/2006/main">
            <a:pPr algn="r">
              <a:defRPr sz="675" b="1" i="0">
                <a:solidFill>
                  <a:srgbClr val="5A6872"/>
                </a:solidFill>
                <a:latin typeface="Arial"/>
                <a:ea typeface="Arial"/>
                <a:cs typeface="Arial"/>
              </a:defRPr>
            </a:pPr>
            <a:r>
              <a:rPr sz="675" b="1" i="0">
                <a:solidFill>
                  <a:srgbClr val="5A6872"/>
                </a:solidFill>
                <a:latin typeface="Arial"/>
                <a:ea typeface="Arial"/>
                <a:cs typeface="Arial"/>
              </a:rPr>
              <a:t>CANDIDATE DIRECTION / HUMAN GATE</a:t>
            </a:r>
          </a:p>
        </p:txBody>
      </p:sp>
      <p:sp>
        <p:nvSpPr>
          <p:cNvPr id="11" name="">
            <a:extLst xmlns:a="http://schemas.openxmlformats.org/drawingml/2006/main">
              <a:ext uri="{FF2B5EF4-FFF2-40B4-BE49-F238E27FC236}">
                <a16:creationId xmlns:a16="http://schemas.microsoft.com/office/drawing/2014/main" id="{A1BD6C6D-61E8-45D7-AFFC-33B50653F912}"/>
              </a:ext>
            </a:extLst>
          </p:cNvPr>
          <p:cNvSpPr>
            <a:spLocks xmlns:a="http://schemas.openxmlformats.org/drawingml/2006/main" noGrp="1"/>
          </p:cNvSpPr>
          <p:nvPr/>
        </p:nvSpPr>
        <p:spPr>
          <a:xfrm xmlns:a="http://schemas.openxmlformats.org/drawingml/2006/main">
            <a:off x="11029950" y="6457950"/>
            <a:ext cx="5905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5A6872"/>
                </a:solidFill>
                <a:latin typeface="Arial"/>
                <a:ea typeface="Arial"/>
                <a:cs typeface="Arial"/>
              </a:defRPr>
            </a:defPPr>
            <a:lvl1pPr algn="r">
              <a:defRPr sz="675" b="1" i="0">
                <a:solidFill>
                  <a:srgbClr val="5A6872"/>
                </a:solidFill>
                <a:latin typeface="Arial"/>
                <a:ea typeface="Arial"/>
                <a:cs typeface="Arial"/>
              </a:defRPr>
            </a:lvl1pPr>
            <a:lvl2pPr algn="r">
              <a:defRPr sz="675" b="1" i="0">
                <a:solidFill>
                  <a:srgbClr val="5A6872"/>
                </a:solidFill>
                <a:latin typeface="Arial"/>
                <a:ea typeface="Arial"/>
                <a:cs typeface="Arial"/>
              </a:defRPr>
            </a:lvl2pPr>
            <a:lvl3pPr algn="r">
              <a:defRPr sz="675" b="1" i="0">
                <a:solidFill>
                  <a:srgbClr val="5A6872"/>
                </a:solidFill>
                <a:latin typeface="Arial"/>
                <a:ea typeface="Arial"/>
                <a:cs typeface="Arial"/>
              </a:defRPr>
            </a:lvl3pPr>
            <a:lvl4pPr algn="r">
              <a:defRPr sz="675" b="1" i="0">
                <a:solidFill>
                  <a:srgbClr val="5A6872"/>
                </a:solidFill>
                <a:latin typeface="Arial"/>
                <a:ea typeface="Arial"/>
                <a:cs typeface="Arial"/>
              </a:defRPr>
            </a:lvl4pPr>
            <a:lvl5pPr algn="r">
              <a:defRPr sz="675" b="1" i="0">
                <a:solidFill>
                  <a:srgbClr val="5A6872"/>
                </a:solidFill>
                <a:latin typeface="Arial"/>
                <a:ea typeface="Arial"/>
                <a:cs typeface="Arial"/>
              </a:defRPr>
            </a:lvl5pPr>
            <a:lvl6pPr algn="r">
              <a:defRPr sz="675" b="1" i="0">
                <a:solidFill>
                  <a:srgbClr val="5A6872"/>
                </a:solidFill>
                <a:latin typeface="Arial"/>
                <a:ea typeface="Arial"/>
                <a:cs typeface="Arial"/>
              </a:defRPr>
            </a:lvl6pPr>
            <a:lvl7pPr algn="r">
              <a:defRPr sz="675" b="1" i="0">
                <a:solidFill>
                  <a:srgbClr val="5A6872"/>
                </a:solidFill>
                <a:latin typeface="Arial"/>
                <a:ea typeface="Arial"/>
                <a:cs typeface="Arial"/>
              </a:defRPr>
            </a:lvl7pPr>
            <a:lvl8pPr algn="r">
              <a:defRPr sz="675" b="1" i="0">
                <a:solidFill>
                  <a:srgbClr val="5A6872"/>
                </a:solidFill>
                <a:latin typeface="Arial"/>
                <a:ea typeface="Arial"/>
                <a:cs typeface="Arial"/>
              </a:defRPr>
            </a:lvl8pPr>
            <a:lvl9pPr algn="r">
              <a:defRPr sz="675" b="1" i="0">
                <a:solidFill>
                  <a:srgbClr val="5A6872"/>
                </a:solidFill>
                <a:latin typeface="Arial"/>
                <a:ea typeface="Arial"/>
                <a:cs typeface="Arial"/>
              </a:defRPr>
            </a:lvl9pPr>
          </a:lstStyle>
          <a:p xmlns:a="http://schemas.openxmlformats.org/drawingml/2006/main">
            <a:pPr algn="r">
              <a:defRPr sz="675" b="1" i="0">
                <a:solidFill>
                  <a:srgbClr val="5A6872"/>
                </a:solidFill>
                <a:latin typeface="Arial"/>
                <a:ea typeface="Arial"/>
                <a:cs typeface="Arial"/>
              </a:defRPr>
            </a:pPr>
            <a:r>
              <a:rPr sz="675" b="1" i="0">
                <a:solidFill>
                  <a:srgbClr val="5A6872"/>
                </a:solidFill>
                <a:latin typeface="Arial"/>
                <a:ea typeface="Arial"/>
                <a:cs typeface="Arial"/>
              </a:rPr>
              <a:t>05 / 05</a:t>
            </a:r>
          </a:p>
        </p:txBody>
      </p:sp>
    </p:spTree>
    <p:extLst>
      <p:ext uri="{BB962C8B-B14F-4D97-AF65-F5344CB8AC3E}">
        <p14:creationId xmlns:p14="http://schemas.microsoft.com/office/powerpoint/2010/main" val="12442774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2026-10-18T21:17:53.2470000Z</dcterms:created>
  <dcterms:modified xsi:type="dcterms:W3CDTF">2026-10-18T21:17:53.2470000Z</dcterms:modified>
</coreProperties>
</file>
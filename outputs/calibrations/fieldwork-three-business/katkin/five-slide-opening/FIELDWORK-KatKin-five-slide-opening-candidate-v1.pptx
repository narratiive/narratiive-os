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cf0f4b1e1247ef" /><Relationship Type="http://schemas.openxmlformats.org/officeDocument/2006/relationships/extended-properties" Target="/docProps/app.xml" Id="R36fd44c03f3640fb" /><Relationship Type="http://schemas.openxmlformats.org/officeDocument/2006/relationships/officeDocument" Target="/ppt/presentation.xml" Id="Re9ab4c0561934b81" /></Relationships>
</file>

<file path=ppt/presentation.xml><?xml version="1.0" encoding="utf-8"?>
<p:presentation xmlns:p="http://schemas.openxmlformats.org/presentationml/2006/main">
  <p:sldMasterIdLst>
    <p:sldMasterId xmlns:r="http://schemas.openxmlformats.org/officeDocument/2006/relationships" id="2147483648" r:id="R0d5e9cfad6c24658"/>
  </p:sldMasterIdLst>
  <p:notesMasterIdLst>
    <p:notesMasterId xmlns:r="http://schemas.openxmlformats.org/officeDocument/2006/relationships" r:id="R23c8eecc9ce84892"/>
  </p:notesMasterIdLst>
  <p:sldIdLst>
    <p:sldId xmlns:r="http://schemas.openxmlformats.org/officeDocument/2006/relationships" id="256" r:id="R3f06e22e7fac43ec"/>
    <p:sldId xmlns:r="http://schemas.openxmlformats.org/officeDocument/2006/relationships" id="257" r:id="R1add38d6bdd44da1"/>
    <p:sldId xmlns:r="http://schemas.openxmlformats.org/officeDocument/2006/relationships" id="258" r:id="R80d5c4deff7447c7"/>
    <p:sldId xmlns:r="http://schemas.openxmlformats.org/officeDocument/2006/relationships" id="259" r:id="R84b39df522234125"/>
    <p:sldId xmlns:r="http://schemas.openxmlformats.org/officeDocument/2006/relationships" id="260" r:id="R1b9e17cbee3f4e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7891ba59694514" /><Relationship Type="http://schemas.openxmlformats.org/officeDocument/2006/relationships/slideMaster" Target="/ppt/slideMasters/slideMaster1.xml" Id="R0d5e9cfad6c24658" /><Relationship Type="http://schemas.openxmlformats.org/officeDocument/2006/relationships/notesMaster" Target="/ppt/notesMasters/notesMaster1.xml" Id="R23c8eecc9ce84892" /><Relationship Type="http://schemas.openxmlformats.org/officeDocument/2006/relationships/presProps" Target="/ppt/presProps.xml" Id="R416eccf0ecd342a6" /><Relationship Type="http://schemas.openxmlformats.org/officeDocument/2006/relationships/tableStyles" Target="/ppt/tableStyles.xml" Id="Rc2dd89906e8840dc" /><Relationship Type="http://schemas.openxmlformats.org/officeDocument/2006/relationships/slide" Target="/ppt/slides/slide1.xml" Id="R3f06e22e7fac43ec" /><Relationship Type="http://schemas.openxmlformats.org/officeDocument/2006/relationships/slide" Target="/ppt/slides/slide2.xml" Id="R1add38d6bdd44da1" /><Relationship Type="http://schemas.openxmlformats.org/officeDocument/2006/relationships/slide" Target="/ppt/slides/slide3.xml" Id="R80d5c4deff7447c7" /><Relationship Type="http://schemas.openxmlformats.org/officeDocument/2006/relationships/slide" Target="/ppt/slides/slide4.xml" Id="R84b39df522234125" /><Relationship Type="http://schemas.openxmlformats.org/officeDocument/2006/relationships/slide" Target="/ppt/slides/slide5.xml" Id="R1b9e17cbee3f4e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f2201ee6784b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19a5fd55fd4008" /><Relationship Type="http://schemas.openxmlformats.org/officeDocument/2006/relationships/notesMaster" Target="/ppt/notesMasters/notesMaster1.xml" Id="R194700211e5d4a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f7da1ca09b43a0" /><Relationship Type="http://schemas.openxmlformats.org/officeDocument/2006/relationships/notesMaster" Target="/ppt/notesMasters/notesMaster1.xml" Id="R52a66eb17efd45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e61b2b5ac64373" /><Relationship Type="http://schemas.openxmlformats.org/officeDocument/2006/relationships/notesMaster" Target="/ppt/notesMasters/notesMaster1.xml" Id="Ra373a0dcc18044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62e7ec371a4e5e" /><Relationship Type="http://schemas.openxmlformats.org/officeDocument/2006/relationships/notesMaster" Target="/ppt/notesMasters/notesMaster1.xml" Id="R9c100cbd77274b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8280b3e55e4fcb" /><Relationship Type="http://schemas.openxmlformats.org/officeDocument/2006/relationships/notesMaster" Target="/ppt/notesMasters/notesMaster1.xml" Id="Rd8d221aa3aea44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msg_011CgAPmtqcDQewkBmvd2ZKh.</a:t>
            </a:r>
          </a:p>
          <a:p xmlns:a="http://schemas.openxmlformats.org/drawingml/2006/main">
            <a:r>
              <a:t>Evidence references:</a:t>
            </a:r>
          </a:p>
          <a:p xmlns:a="http://schemas.openxmlformats.org/drawingml/2006/main">
            <a:r>
              <a:t>K1 [VERIFIED EXTERNAL]: The Grocer reported in December 2025 that KatKin raised £37.4 million in equity and debt for UK expansion, DTC growth, retail and new markets. It reported KatKin's claims of 2% UK cat food share, more than 100 million meals delivered and 150 staff. These are company claims reported by trade press, not audited commercial results. Sources: https://www.thegrocer.co.uk/news/catfood-challenger-katkin-secures-37m-scale-up-investment/713118.article</a:t>
            </a:r>
          </a:p>
          <a:p xmlns:a="http://schemas.openxmlformats.org/drawingml/2006/main">
            <a:r>
              <a:t>K2 [VERIFIED EXTERNAL]: KatKin's current help centre states that a standard 28-day fresh-food plan costs £60.96 to £79.03 depending on calorie needs, plus one £2.99 delivery fee. Current trial pricing and promotions vary. This verifies price mechanics at capture, not margin, retention or willingness to pay. Sources: https://help.katkin.com/en/articles/431149-how-the-subscription-works, https://help.katkin.com/en/articles/431050-how-much-does-a-trial-box-cost</a:t>
            </a:r>
          </a:p>
          <a:p xmlns:a="http://schemas.openxmlformats.org/drawingml/2006/main">
            <a:r>
              <a:t>K3 [VERIFIED EXTERNAL]: KatKin's July 2026 company article says its 26-product heat-damage study found fresh diets had lower AGE levels and higher available lysine than the compared wet foods, and says the research passed peer review. The article also says all diets exceeded minimum lysine requirements and that the health effect of AGE intake in cats is unknown. The underlying independent journal record was not located in this research pass, so the claim needs direct paper verification before external use. Sources: https://www.katkin.com/articles/katkins-heat-damage-study</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msg_011CgAPmtqcDQewkBmvd2ZKh.</a:t>
            </a:r>
          </a:p>
          <a:p xmlns:a="http://schemas.openxmlformats.org/drawingml/2006/main">
            <a:r>
              <a:t>Evidence references:</a:t>
            </a:r>
          </a:p>
          <a:p xmlns:a="http://schemas.openxmlformats.org/drawingml/2006/main">
            <a:r>
              <a:t>K3 [VERIFIED EXTERNAL]: KatKin's July 2026 company article says its 26-product heat-damage study found fresh diets had lower AGE levels and higher available lysine than the compared wet foods, and says the research passed peer review. The article also says all diets exceeded minimum lysine requirements and that the health effect of AGE intake in cats is unknown. The underlying independent journal record was not located in this research pass, so the claim needs direct paper verification before external use. Sources: https://www.katkin.com/articles/katkins-heat-damage-study</a:t>
            </a:r>
          </a:p>
          <a:p xmlns:a="http://schemas.openxmlformats.org/drawingml/2006/main">
            <a:r>
              <a:t>K4 [VERIFIED EXTERNAL]: KatKin presents itself as an uncompromising cat-health brand built around fresh food, science and an independent voice. This verifies intended positioning, not customer recognition or preference. Sources: https://www.katkin.com/about-us</a:t>
            </a:r>
          </a:p>
          <a:p xmlns:a="http://schemas.openxmlformats.org/drawingml/2006/main">
            <a:r>
              <a:t>K5 [VERIFIED EXTERNAL]: KatKin describes in-home taste panels and ongoing product testing, while acknowledging real-world parent reporting and company involvement. This supports a proprietary learning capability but does not by itself prove health outcomes or independent scientific authority. Sources: https://www.katkin.com/articles/in-home-taste-panel-how-we-learn-what-cats-really-enjoy</a:t>
            </a:r>
          </a:p>
          <a:p xmlns:a="http://schemas.openxmlformats.org/drawingml/2006/main">
            <a:r>
              <a:t>K9 [ASSUMPTION]: A visible proof ladder from product evidence to feeding confidence and observed outcomes could improve trial conversion, transition completion and retention. The required baselines are unavailable, so this is a commercial mechanism rather than a forecast. Sources: K2, K3, K5, K8</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msg_011CgAPmtqcDQewkBmvd2ZKh.</a:t>
            </a:r>
          </a:p>
          <a:p xmlns:a="http://schemas.openxmlformats.org/drawingml/2006/main">
            <a:r>
              <a:t>Evidence references:</a:t>
            </a:r>
          </a:p>
          <a:p xmlns:a="http://schemas.openxmlformats.org/drawingml/2006/main">
            <a:r>
              <a:t>K8 [ASSUMPTION]: The highest-value audience may be committed cat parents who want evidence strong enough to justify the price and operational change of frozen fresh food. KatKin has supplied no first-party segment conversion, cancellation-reason or cohort data to verify this audience. Sources: K2, K3, K4, K6</a:t>
            </a:r>
          </a:p>
          <a:p xmlns:a="http://schemas.openxmlformats.org/drawingml/2006/main">
            <a:r>
              <a:t>K9 [ASSUMPTION]: A visible proof ladder from product evidence to feeding confidence and observed outcomes could improve trial conversion, transition completion and retention. The required baselines are unavailable, so this is a commercial mechanism rather than a forecast. Sources: K2, K3, K5, K8</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msg_011CgAPmtqcDQewkBmvd2ZKh.</a:t>
            </a:r>
          </a:p>
          <a:p xmlns:a="http://schemas.openxmlformats.org/drawingml/2006/main">
            <a:r>
              <a:t>Evidence references:</a:t>
            </a:r>
          </a:p>
          <a:p xmlns:a="http://schemas.openxmlformats.org/drawingml/2006/main">
            <a:r>
              <a:t>K6 [VERIFIED EXTERNAL]: Untamed currently offers a low-cost trial, flexible delivery and whole-meat recipes while claiming 50 million meals delivered. Its current proposition shows that convenience, personalisation, real meat and subscription flexibility are not unique to KatKin. Sources: https://untamed.com/products/try-now?step=cats-info, https://untamed.com/pages/cat-food-subscription</a:t>
            </a:r>
          </a:p>
          <a:p xmlns:a="http://schemas.openxmlformats.org/drawingml/2006/main">
            <a:r>
              <a:t>K8 [ASSUMPTION]: The highest-value audience may be committed cat parents who want evidence strong enough to justify the price and operational change of frozen fresh food. KatKin has supplied no first-party segment conversion, cancellation-reason or cohort data to verify this audience. Sources: K2, K3, K4, K6</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unsolicited calibration. Not client-approved. Provider message: msg_011CgAPmtqcDQewkBmvd2ZKh.</a:t>
            </a:r>
          </a:p>
          <a:p xmlns:a="http://schemas.openxmlformats.org/drawingml/2006/main">
            <a:r>
              <a:t>Evidence references:</a:t>
            </a:r>
          </a:p>
          <a:p xmlns:a="http://schemas.openxmlformats.org/drawingml/2006/main">
            <a:r>
              <a:t>K3 [VERIFIED EXTERNAL]: KatKin's July 2026 company article says its 26-product heat-damage study found fresh diets had lower AGE levels and higher available lysine than the compared wet foods, and says the research passed peer review. The article also says all diets exceeded minimum lysine requirements and that the health effect of AGE intake in cats is unknown. The underlying independent journal record was not located in this research pass, so the claim needs direct paper verification before external use. Sources: https://www.katkin.com/articles/katkins-heat-damage-study</a:t>
            </a:r>
          </a:p>
          <a:p xmlns:a="http://schemas.openxmlformats.org/drawingml/2006/main">
            <a:r>
              <a:t>K4 [VERIFIED EXTERNAL]: KatKin presents itself as an uncompromising cat-health brand built around fresh food, science and an independent voice. This verifies intended positioning, not customer recognition or preference. Sources: https://www.katkin.com/about-us</a:t>
            </a:r>
          </a:p>
          <a:p xmlns:a="http://schemas.openxmlformats.org/drawingml/2006/main">
            <a:r>
              <a:t>K8 [ASSUMPTION]: The highest-value audience may be committed cat parents who want evidence strong enough to justify the price and operational change of frozen fresh food. KatKin has supplied no first-party segment conversion, cancellation-reason or cohort data to verify this audience. Sources: K2, K3, K4, K6</a:t>
            </a:r>
          </a:p>
          <a:p xmlns:a="http://schemas.openxmlformats.org/drawingml/2006/main">
            <a:r>
              <a:t>K9 [ASSUMPTION]: A visible proof ladder from product evidence to feeding confidence and observed outcomes could improve trial conversion, transition completion and retention. The required baselines are unavailable, so this is a commercial mechanism rather than a forecast. Sources: K2, K3, K5, K8</a:t>
            </a:r>
          </a:p>
          <a:p xmlns:a="http://schemas.openxmlformats.org/drawingml/2006/main">
            <a:r>
              <a:t>No external action or presentation handoff was triggered by the commissioning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06737e4c0d4a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cfb734464447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4f54ff903c46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c4ea974fdac4a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03f4134c4f44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a637d4c43845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7129F2-5454-49BD-9FA7-F49A5CA8D19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8FF57E8-3497-46DB-9298-2014688D047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C348DD-FD55-4697-A06A-DDB0E52DDBE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073846-5572-439F-B7F2-0BB6B8C27B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01A546-0498-435E-B50F-ECD85AD82DC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6A3CE6-FBF9-4225-B0F4-957EFD4C1A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4BD8AD-2E1A-4711-8783-E9AA4CD4E9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064C073-C186-44D2-9DD4-1F577350104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DDBF27-FABD-41D4-8B52-38C7C93A9C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F8BA15-32FD-4291-8394-40CEFADDBF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9a0a72f6794515" /><Relationship Type="http://schemas.openxmlformats.org/officeDocument/2006/relationships/slideLayout" Target="/ppt/slideLayouts/slideLayout1.xml" Id="R3871b875a1cb42fe" /><Relationship Type="http://schemas.openxmlformats.org/officeDocument/2006/relationships/slideLayout" Target="/ppt/slideLayouts/slideLayout2.xml" Id="R79bbdd1bf0f94ef8" /><Relationship Type="http://schemas.openxmlformats.org/officeDocument/2006/relationships/slideLayout" Target="/ppt/slideLayouts/slideLayout3.xml" Id="R5d633ccba0964e38" /><Relationship Type="http://schemas.openxmlformats.org/officeDocument/2006/relationships/slideLayout" Target="/ppt/slideLayouts/slideLayout4.xml" Id="Rea39ed562a6f423b" /><Relationship Type="http://schemas.openxmlformats.org/officeDocument/2006/relationships/slideLayout" Target="/ppt/slideLayouts/slideLayout5.xml" Id="Re7b94fcca4ba4e60" /><Relationship Type="http://schemas.openxmlformats.org/officeDocument/2006/relationships/slideLayout" Target="/ppt/slideLayouts/slideLayout6.xml" Id="Rf195047f6cd845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71b875a1cb42fe"/>
    <p:sldLayoutId xmlns:r="http://schemas.openxmlformats.org/officeDocument/2006/relationships" id="2147483650" r:id="R79bbdd1bf0f94ef8"/>
    <p:sldLayoutId xmlns:r="http://schemas.openxmlformats.org/officeDocument/2006/relationships" id="2147483651" r:id="R5d633ccba0964e38"/>
    <p:sldLayoutId xmlns:r="http://schemas.openxmlformats.org/officeDocument/2006/relationships" id="2147483652" r:id="Rea39ed562a6f423b"/>
    <p:sldLayoutId xmlns:r="http://schemas.openxmlformats.org/officeDocument/2006/relationships" id="2147483653" r:id="Re7b94fcca4ba4e60"/>
    <p:sldLayoutId xmlns:r="http://schemas.openxmlformats.org/officeDocument/2006/relationships" id="2147483654" r:id="Rf195047f6cd845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9f19b2cf25467e" /><Relationship Type="http://schemas.openxmlformats.org/officeDocument/2006/relationships/image" Target="/ppt/media/image.png" Id="Rd08bd2b97e1842da" /><Relationship Type="http://schemas.openxmlformats.org/officeDocument/2006/relationships/notesSlide" Target="/ppt/notesSlides/notesSlide1.xml" Id="Rf925a1a47b7641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257e44e32e43b1" /><Relationship Type="http://schemas.openxmlformats.org/officeDocument/2006/relationships/image" Target="/ppt/media/image2.png" Id="Rb42a4bfb762945d6" /><Relationship Type="http://schemas.openxmlformats.org/officeDocument/2006/relationships/notesSlide" Target="/ppt/notesSlides/notesSlide2.xml" Id="Rffb77a78b48b48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aa2611984f54902" /><Relationship Type="http://schemas.openxmlformats.org/officeDocument/2006/relationships/notesSlide" Target="/ppt/notesSlides/notesSlide3.xml" Id="R39e78bd9f4934a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d0d0454c64647d2" /><Relationship Type="http://schemas.openxmlformats.org/officeDocument/2006/relationships/notesSlide" Target="/ppt/notesSlides/notesSlide4.xml" Id="Rfc5fbfc9321d40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1ba67a0e3eb4563" /><Relationship Type="http://schemas.openxmlformats.org/officeDocument/2006/relationships/image" Target="/ppt/media/image3.png" Id="Rda97a70602fd4251" /><Relationship Type="http://schemas.openxmlformats.org/officeDocument/2006/relationships/notesSlide" Target="/ppt/notesSlides/notesSlide5.xml" Id="R1f7c019fb2134a63" /></Relationships>
</file>

<file path=ppt/slides/slide1.xml><?xml version="1.0" encoding="utf-8"?>
<p:sld xmlns:p="http://schemas.openxmlformats.org/presentationml/2006/main">
  <p:cSld>
    <p:bg>
      <p:bgPr>
        <a:solidFill xmlns:a="http://schemas.openxmlformats.org/drawingml/2006/main">
          <a:srgbClr val="FFF4EA"/>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8A22854-DD68-46D5-83F5-B87AB795A6A4}"/>
              </a:ext>
            </a:extLst>
          </p:cNvPr>
          <p:cNvPicPr>
            <a:picLocks xmlns:a="http://schemas.openxmlformats.org/drawingml/2006/main" noChangeAspect="1"/>
          </p:cNvPicPr>
          <p:nvPr/>
        </p:nvPicPr>
        <p:blipFill>
          <a:blip xmlns:r="http://schemas.openxmlformats.org/officeDocument/2006/relationships" xmlns:a="http://schemas.openxmlformats.org/drawingml/2006/main" r:embed="Rd08bd2b97e1842da"/>
          <a:srcRect xmlns:a="http://schemas.openxmlformats.org/drawingml/2006/main" l="26941" t="0" r="2694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5191E96-4BE0-462F-821C-9EDA1C4B11DC}"/>
              </a:ext>
            </a:extLst>
          </p:cNvPr>
          <p:cNvSpPr>
            <a:spLocks xmlns:a="http://schemas.openxmlformats.org/drawingml/2006/main" noGrp="1"/>
          </p:cNvSpPr>
          <p:nvPr/>
        </p:nvSpPr>
        <p:spPr>
          <a:xfrm xmlns:a="http://schemas.openxmlformats.org/drawingml/2006/main">
            <a:off x="0" y="0"/>
            <a:ext cx="7810500" cy="6858000"/>
          </a:xfrm>
          <a:prstGeom xmlns:a="http://schemas.openxmlformats.org/drawingml/2006/main" prst="rect">
            <a:avLst/>
          </a:prstGeom>
          <a:solidFill xmlns:a="http://schemas.openxmlformats.org/drawingml/2006/main">
            <a:srgbClr val="FFF4EA">
              <a:alpha val="96078"/>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E8A2FAE-3E25-437D-9A4A-70F46EFA6D8E}"/>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6546D7"/>
                </a:solidFill>
                <a:latin typeface="Arial"/>
                <a:ea typeface="Arial"/>
                <a:cs typeface="Arial"/>
              </a:defRPr>
            </a:defPPr>
            <a:lvl1pPr algn="l">
              <a:defRPr sz="825" b="1" i="0">
                <a:solidFill>
                  <a:srgbClr val="6546D7"/>
                </a:solidFill>
                <a:latin typeface="Arial"/>
                <a:ea typeface="Arial"/>
                <a:cs typeface="Arial"/>
              </a:defRPr>
            </a:lvl1pPr>
            <a:lvl2pPr algn="l">
              <a:defRPr sz="825" b="1" i="0">
                <a:solidFill>
                  <a:srgbClr val="6546D7"/>
                </a:solidFill>
                <a:latin typeface="Arial"/>
                <a:ea typeface="Arial"/>
                <a:cs typeface="Arial"/>
              </a:defRPr>
            </a:lvl2pPr>
            <a:lvl3pPr algn="l">
              <a:defRPr sz="825" b="1" i="0">
                <a:solidFill>
                  <a:srgbClr val="6546D7"/>
                </a:solidFill>
                <a:latin typeface="Arial"/>
                <a:ea typeface="Arial"/>
                <a:cs typeface="Arial"/>
              </a:defRPr>
            </a:lvl3pPr>
            <a:lvl4pPr algn="l">
              <a:defRPr sz="825" b="1" i="0">
                <a:solidFill>
                  <a:srgbClr val="6546D7"/>
                </a:solidFill>
                <a:latin typeface="Arial"/>
                <a:ea typeface="Arial"/>
                <a:cs typeface="Arial"/>
              </a:defRPr>
            </a:lvl4pPr>
            <a:lvl5pPr algn="l">
              <a:defRPr sz="825" b="1" i="0">
                <a:solidFill>
                  <a:srgbClr val="6546D7"/>
                </a:solidFill>
                <a:latin typeface="Arial"/>
                <a:ea typeface="Arial"/>
                <a:cs typeface="Arial"/>
              </a:defRPr>
            </a:lvl5pPr>
            <a:lvl6pPr algn="l">
              <a:defRPr sz="825" b="1" i="0">
                <a:solidFill>
                  <a:srgbClr val="6546D7"/>
                </a:solidFill>
                <a:latin typeface="Arial"/>
                <a:ea typeface="Arial"/>
                <a:cs typeface="Arial"/>
              </a:defRPr>
            </a:lvl6pPr>
            <a:lvl7pPr algn="l">
              <a:defRPr sz="825" b="1" i="0">
                <a:solidFill>
                  <a:srgbClr val="6546D7"/>
                </a:solidFill>
                <a:latin typeface="Arial"/>
                <a:ea typeface="Arial"/>
                <a:cs typeface="Arial"/>
              </a:defRPr>
            </a:lvl7pPr>
            <a:lvl8pPr algn="l">
              <a:defRPr sz="825" b="1" i="0">
                <a:solidFill>
                  <a:srgbClr val="6546D7"/>
                </a:solidFill>
                <a:latin typeface="Arial"/>
                <a:ea typeface="Arial"/>
                <a:cs typeface="Arial"/>
              </a:defRPr>
            </a:lvl8pPr>
            <a:lvl9pPr algn="l">
              <a:defRPr sz="825" b="1" i="0">
                <a:solidFill>
                  <a:srgbClr val="6546D7"/>
                </a:solidFill>
                <a:latin typeface="Arial"/>
                <a:ea typeface="Arial"/>
                <a:cs typeface="Arial"/>
              </a:defRPr>
            </a:lvl9pPr>
          </a:lstStyle>
          <a:p xmlns:a="http://schemas.openxmlformats.org/drawingml/2006/main">
            <a:pPr algn="l">
              <a:defRPr sz="825" b="1" i="0">
                <a:solidFill>
                  <a:srgbClr val="6546D7"/>
                </a:solidFill>
                <a:latin typeface="Arial"/>
                <a:ea typeface="Arial"/>
                <a:cs typeface="Arial"/>
              </a:defRPr>
            </a:pPr>
            <a:r>
              <a:rPr sz="825" b="1" i="0">
                <a:solidFill>
                  <a:srgbClr val="6546D7"/>
                </a:solidFill>
                <a:latin typeface="Arial"/>
                <a:ea typeface="Arial"/>
                <a:cs typeface="Arial"/>
              </a:rPr>
              <a:t>01 / THE FOUNDER'S CURRENT POSITION</a:t>
            </a:r>
          </a:p>
        </p:txBody>
      </p:sp>
      <p:sp>
        <p:nvSpPr>
          <p:cNvPr id="4" name="">
            <a:extLst xmlns:a="http://schemas.openxmlformats.org/drawingml/2006/main">
              <a:ext uri="{FF2B5EF4-FFF2-40B4-BE49-F238E27FC236}">
                <a16:creationId xmlns:a16="http://schemas.microsoft.com/office/drawing/2014/main" id="{97BCC5EF-6D31-4E4E-A9B6-BCCA9F005419}"/>
              </a:ext>
            </a:extLst>
          </p:cNvPr>
          <p:cNvSpPr>
            <a:spLocks xmlns:a="http://schemas.openxmlformats.org/drawingml/2006/main" noGrp="1"/>
          </p:cNvSpPr>
          <p:nvPr/>
        </p:nvSpPr>
        <p:spPr>
          <a:xfrm xmlns:a="http://schemas.openxmlformats.org/drawingml/2006/main">
            <a:off x="590550" y="1066800"/>
            <a:ext cx="742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525" b="1" i="0">
                <a:solidFill>
                  <a:srgbClr val="181619"/>
                </a:solidFill>
                <a:latin typeface="Arial"/>
                <a:ea typeface="Arial"/>
                <a:cs typeface="Arial"/>
              </a:defRPr>
            </a:defPPr>
            <a:lvl1pPr algn="l">
              <a:defRPr sz="3525" b="1" i="0">
                <a:solidFill>
                  <a:srgbClr val="181619"/>
                </a:solidFill>
                <a:latin typeface="Arial"/>
                <a:ea typeface="Arial"/>
                <a:cs typeface="Arial"/>
              </a:defRPr>
            </a:lvl1pPr>
            <a:lvl2pPr algn="l">
              <a:defRPr sz="3525" b="1" i="0">
                <a:solidFill>
                  <a:srgbClr val="181619"/>
                </a:solidFill>
                <a:latin typeface="Arial"/>
                <a:ea typeface="Arial"/>
                <a:cs typeface="Arial"/>
              </a:defRPr>
            </a:lvl2pPr>
            <a:lvl3pPr algn="l">
              <a:defRPr sz="3525" b="1" i="0">
                <a:solidFill>
                  <a:srgbClr val="181619"/>
                </a:solidFill>
                <a:latin typeface="Arial"/>
                <a:ea typeface="Arial"/>
                <a:cs typeface="Arial"/>
              </a:defRPr>
            </a:lvl3pPr>
            <a:lvl4pPr algn="l">
              <a:defRPr sz="3525" b="1" i="0">
                <a:solidFill>
                  <a:srgbClr val="181619"/>
                </a:solidFill>
                <a:latin typeface="Arial"/>
                <a:ea typeface="Arial"/>
                <a:cs typeface="Arial"/>
              </a:defRPr>
            </a:lvl4pPr>
            <a:lvl5pPr algn="l">
              <a:defRPr sz="3525" b="1" i="0">
                <a:solidFill>
                  <a:srgbClr val="181619"/>
                </a:solidFill>
                <a:latin typeface="Arial"/>
                <a:ea typeface="Arial"/>
                <a:cs typeface="Arial"/>
              </a:defRPr>
            </a:lvl5pPr>
            <a:lvl6pPr algn="l">
              <a:defRPr sz="3525" b="1" i="0">
                <a:solidFill>
                  <a:srgbClr val="181619"/>
                </a:solidFill>
                <a:latin typeface="Arial"/>
                <a:ea typeface="Arial"/>
                <a:cs typeface="Arial"/>
              </a:defRPr>
            </a:lvl6pPr>
            <a:lvl7pPr algn="l">
              <a:defRPr sz="3525" b="1" i="0">
                <a:solidFill>
                  <a:srgbClr val="181619"/>
                </a:solidFill>
                <a:latin typeface="Arial"/>
                <a:ea typeface="Arial"/>
                <a:cs typeface="Arial"/>
              </a:defRPr>
            </a:lvl7pPr>
            <a:lvl8pPr algn="l">
              <a:defRPr sz="3525" b="1" i="0">
                <a:solidFill>
                  <a:srgbClr val="181619"/>
                </a:solidFill>
                <a:latin typeface="Arial"/>
                <a:ea typeface="Arial"/>
                <a:cs typeface="Arial"/>
              </a:defRPr>
            </a:lvl8pPr>
            <a:lvl9pPr algn="l">
              <a:defRPr sz="3525" b="1" i="0">
                <a:solidFill>
                  <a:srgbClr val="181619"/>
                </a:solidFill>
                <a:latin typeface="Arial"/>
                <a:ea typeface="Arial"/>
                <a:cs typeface="Arial"/>
              </a:defRPr>
            </a:lvl9pPr>
          </a:lstStyle>
          <a:p xmlns:a="http://schemas.openxmlformats.org/drawingml/2006/main">
            <a:pPr algn="l">
              <a:defRPr sz="3525" b="1" i="0">
                <a:solidFill>
                  <a:srgbClr val="181619"/>
                </a:solidFill>
                <a:latin typeface="Arial"/>
                <a:ea typeface="Arial"/>
                <a:cs typeface="Arial"/>
              </a:defRPr>
            </a:pPr>
            <a:r>
              <a:rPr sz="3525" b="1" i="0">
                <a:solidFill>
                  <a:srgbClr val="181619"/>
                </a:solidFill>
                <a:latin typeface="Arial"/>
                <a:ea typeface="Arial"/>
                <a:cs typeface="Arial"/>
              </a:rPr>
              <a:t>Science is the difference.</a:t>
            </a:r>
          </a:p>
        </p:txBody>
      </p:sp>
      <p:sp>
        <p:nvSpPr>
          <p:cNvPr id="5" name="">
            <a:extLst xmlns:a="http://schemas.openxmlformats.org/drawingml/2006/main">
              <a:ext uri="{FF2B5EF4-FFF2-40B4-BE49-F238E27FC236}">
                <a16:creationId xmlns:a16="http://schemas.microsoft.com/office/drawing/2014/main" id="{0145D2B2-2FBA-4BF5-A1BD-6ACC408403FB}"/>
              </a:ext>
            </a:extLst>
          </p:cNvPr>
          <p:cNvSpPr>
            <a:spLocks xmlns:a="http://schemas.openxmlformats.org/drawingml/2006/main" noGrp="1"/>
          </p:cNvSpPr>
          <p:nvPr/>
        </p:nvSpPr>
        <p:spPr>
          <a:xfrm xmlns:a="http://schemas.openxmlformats.org/drawingml/2006/main">
            <a:off x="590550" y="1752600"/>
            <a:ext cx="742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525" b="1" i="0">
                <a:solidFill>
                  <a:srgbClr val="6546D7"/>
                </a:solidFill>
                <a:latin typeface="Arial"/>
                <a:ea typeface="Arial"/>
                <a:cs typeface="Arial"/>
              </a:defRPr>
            </a:defPPr>
            <a:lvl1pPr algn="l">
              <a:defRPr sz="3525" b="1" i="0">
                <a:solidFill>
                  <a:srgbClr val="6546D7"/>
                </a:solidFill>
                <a:latin typeface="Arial"/>
                <a:ea typeface="Arial"/>
                <a:cs typeface="Arial"/>
              </a:defRPr>
            </a:lvl1pPr>
            <a:lvl2pPr algn="l">
              <a:defRPr sz="3525" b="1" i="0">
                <a:solidFill>
                  <a:srgbClr val="6546D7"/>
                </a:solidFill>
                <a:latin typeface="Arial"/>
                <a:ea typeface="Arial"/>
                <a:cs typeface="Arial"/>
              </a:defRPr>
            </a:lvl2pPr>
            <a:lvl3pPr algn="l">
              <a:defRPr sz="3525" b="1" i="0">
                <a:solidFill>
                  <a:srgbClr val="6546D7"/>
                </a:solidFill>
                <a:latin typeface="Arial"/>
                <a:ea typeface="Arial"/>
                <a:cs typeface="Arial"/>
              </a:defRPr>
            </a:lvl3pPr>
            <a:lvl4pPr algn="l">
              <a:defRPr sz="3525" b="1" i="0">
                <a:solidFill>
                  <a:srgbClr val="6546D7"/>
                </a:solidFill>
                <a:latin typeface="Arial"/>
                <a:ea typeface="Arial"/>
                <a:cs typeface="Arial"/>
              </a:defRPr>
            </a:lvl4pPr>
            <a:lvl5pPr algn="l">
              <a:defRPr sz="3525" b="1" i="0">
                <a:solidFill>
                  <a:srgbClr val="6546D7"/>
                </a:solidFill>
                <a:latin typeface="Arial"/>
                <a:ea typeface="Arial"/>
                <a:cs typeface="Arial"/>
              </a:defRPr>
            </a:lvl5pPr>
            <a:lvl6pPr algn="l">
              <a:defRPr sz="3525" b="1" i="0">
                <a:solidFill>
                  <a:srgbClr val="6546D7"/>
                </a:solidFill>
                <a:latin typeface="Arial"/>
                <a:ea typeface="Arial"/>
                <a:cs typeface="Arial"/>
              </a:defRPr>
            </a:lvl6pPr>
            <a:lvl7pPr algn="l">
              <a:defRPr sz="3525" b="1" i="0">
                <a:solidFill>
                  <a:srgbClr val="6546D7"/>
                </a:solidFill>
                <a:latin typeface="Arial"/>
                <a:ea typeface="Arial"/>
                <a:cs typeface="Arial"/>
              </a:defRPr>
            </a:lvl7pPr>
            <a:lvl8pPr algn="l">
              <a:defRPr sz="3525" b="1" i="0">
                <a:solidFill>
                  <a:srgbClr val="6546D7"/>
                </a:solidFill>
                <a:latin typeface="Arial"/>
                <a:ea typeface="Arial"/>
                <a:cs typeface="Arial"/>
              </a:defRPr>
            </a:lvl8pPr>
            <a:lvl9pPr algn="l">
              <a:defRPr sz="3525" b="1" i="0">
                <a:solidFill>
                  <a:srgbClr val="6546D7"/>
                </a:solidFill>
                <a:latin typeface="Arial"/>
                <a:ea typeface="Arial"/>
                <a:cs typeface="Arial"/>
              </a:defRPr>
            </a:lvl9pPr>
          </a:lstStyle>
          <a:p xmlns:a="http://schemas.openxmlformats.org/drawingml/2006/main">
            <a:pPr algn="l">
              <a:defRPr sz="3525" b="1" i="0">
                <a:solidFill>
                  <a:srgbClr val="6546D7"/>
                </a:solidFill>
                <a:latin typeface="Arial"/>
                <a:ea typeface="Arial"/>
                <a:cs typeface="Arial"/>
              </a:defRPr>
            </a:pPr>
            <a:r>
              <a:rPr sz="3525" b="1" i="0">
                <a:solidFill>
                  <a:srgbClr val="6546D7"/>
                </a:solidFill>
                <a:latin typeface="Arial"/>
                <a:ea typeface="Arial"/>
                <a:cs typeface="Arial"/>
              </a:rPr>
              <a:t>The journey does not yet prove it.</a:t>
            </a:r>
          </a:p>
        </p:txBody>
      </p:sp>
      <p:sp>
        <p:nvSpPr>
          <p:cNvPr id="6" name="">
            <a:extLst xmlns:a="http://schemas.openxmlformats.org/drawingml/2006/main">
              <a:ext uri="{FF2B5EF4-FFF2-40B4-BE49-F238E27FC236}">
                <a16:creationId xmlns:a16="http://schemas.microsoft.com/office/drawing/2014/main" id="{1676E186-B4D9-4355-9DA3-DD7A6DDD6501}"/>
              </a:ext>
            </a:extLst>
          </p:cNvPr>
          <p:cNvSpPr>
            <a:spLocks xmlns:a="http://schemas.openxmlformats.org/drawingml/2006/main" noGrp="1"/>
          </p:cNvSpPr>
          <p:nvPr/>
        </p:nvSpPr>
        <p:spPr>
          <a:xfrm xmlns:a="http://schemas.openxmlformats.org/drawingml/2006/main">
            <a:off x="590550" y="3009900"/>
            <a:ext cx="619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i="0">
                <a:solidFill>
                  <a:srgbClr val="181619"/>
                </a:solidFill>
                <a:latin typeface="Arial"/>
                <a:ea typeface="Arial"/>
                <a:cs typeface="Arial"/>
              </a:defRPr>
            </a:defPPr>
            <a:lvl1pPr algn="l">
              <a:defRPr sz="1725" b="0" i="0">
                <a:solidFill>
                  <a:srgbClr val="181619"/>
                </a:solidFill>
                <a:latin typeface="Arial"/>
                <a:ea typeface="Arial"/>
                <a:cs typeface="Arial"/>
              </a:defRPr>
            </a:lvl1pPr>
            <a:lvl2pPr algn="l">
              <a:defRPr sz="1725" b="0" i="0">
                <a:solidFill>
                  <a:srgbClr val="181619"/>
                </a:solidFill>
                <a:latin typeface="Arial"/>
                <a:ea typeface="Arial"/>
                <a:cs typeface="Arial"/>
              </a:defRPr>
            </a:lvl2pPr>
            <a:lvl3pPr algn="l">
              <a:defRPr sz="1725" b="0" i="0">
                <a:solidFill>
                  <a:srgbClr val="181619"/>
                </a:solidFill>
                <a:latin typeface="Arial"/>
                <a:ea typeface="Arial"/>
                <a:cs typeface="Arial"/>
              </a:defRPr>
            </a:lvl3pPr>
            <a:lvl4pPr algn="l">
              <a:defRPr sz="1725" b="0" i="0">
                <a:solidFill>
                  <a:srgbClr val="181619"/>
                </a:solidFill>
                <a:latin typeface="Arial"/>
                <a:ea typeface="Arial"/>
                <a:cs typeface="Arial"/>
              </a:defRPr>
            </a:lvl4pPr>
            <a:lvl5pPr algn="l">
              <a:defRPr sz="1725" b="0" i="0">
                <a:solidFill>
                  <a:srgbClr val="181619"/>
                </a:solidFill>
                <a:latin typeface="Arial"/>
                <a:ea typeface="Arial"/>
                <a:cs typeface="Arial"/>
              </a:defRPr>
            </a:lvl5pPr>
            <a:lvl6pPr algn="l">
              <a:defRPr sz="1725" b="0" i="0">
                <a:solidFill>
                  <a:srgbClr val="181619"/>
                </a:solidFill>
                <a:latin typeface="Arial"/>
                <a:ea typeface="Arial"/>
                <a:cs typeface="Arial"/>
              </a:defRPr>
            </a:lvl6pPr>
            <a:lvl7pPr algn="l">
              <a:defRPr sz="1725" b="0" i="0">
                <a:solidFill>
                  <a:srgbClr val="181619"/>
                </a:solidFill>
                <a:latin typeface="Arial"/>
                <a:ea typeface="Arial"/>
                <a:cs typeface="Arial"/>
              </a:defRPr>
            </a:lvl7pPr>
            <a:lvl8pPr algn="l">
              <a:defRPr sz="1725" b="0" i="0">
                <a:solidFill>
                  <a:srgbClr val="181619"/>
                </a:solidFill>
                <a:latin typeface="Arial"/>
                <a:ea typeface="Arial"/>
                <a:cs typeface="Arial"/>
              </a:defRPr>
            </a:lvl8pPr>
            <a:lvl9pPr algn="l">
              <a:defRPr sz="1725" b="0" i="0">
                <a:solidFill>
                  <a:srgbClr val="181619"/>
                </a:solidFill>
                <a:latin typeface="Arial"/>
                <a:ea typeface="Arial"/>
                <a:cs typeface="Arial"/>
              </a:defRPr>
            </a:lvl9pPr>
          </a:lstStyle>
          <a:p xmlns:a="http://schemas.openxmlformats.org/drawingml/2006/main">
            <a:pPr algn="l">
              <a:defRPr sz="1725" b="0" i="0">
                <a:solidFill>
                  <a:srgbClr val="181619"/>
                </a:solidFill>
                <a:latin typeface="Arial"/>
                <a:ea typeface="Arial"/>
                <a:cs typeface="Arial"/>
              </a:defRPr>
            </a:pPr>
            <a:r>
              <a:rPr sz="1725" b="0" i="0">
                <a:solidFill>
                  <a:srgbClr val="181619"/>
                </a:solidFill>
                <a:latin typeface="Arial"/>
                <a:ea typeface="Arial"/>
                <a:cs typeface="Arial"/>
              </a:rPr>
              <a:t>KatKin has capital, scale claims, fresh-food conviction and scientific ambition. Public evidence does not reveal acquisition economics, transition completion or retained-feeder value.</a:t>
            </a:r>
          </a:p>
        </p:txBody>
      </p:sp>
      <p:sp>
        <p:nvSpPr>
          <p:cNvPr id="7" name="">
            <a:extLst xmlns:a="http://schemas.openxmlformats.org/drawingml/2006/main">
              <a:ext uri="{FF2B5EF4-FFF2-40B4-BE49-F238E27FC236}">
                <a16:creationId xmlns:a16="http://schemas.microsoft.com/office/drawing/2014/main" id="{2625582F-5783-43B1-BFE5-AECED9DC5099}"/>
              </a:ext>
            </a:extLst>
          </p:cNvPr>
          <p:cNvSpPr>
            <a:spLocks xmlns:a="http://schemas.openxmlformats.org/drawingml/2006/main" noGrp="1"/>
          </p:cNvSpPr>
          <p:nvPr/>
        </p:nvSpPr>
        <p:spPr>
          <a:xfrm xmlns:a="http://schemas.openxmlformats.org/drawingml/2006/main">
            <a:off x="590550" y="476250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6546D7"/>
                </a:solidFill>
                <a:latin typeface="Arial"/>
                <a:ea typeface="Arial"/>
                <a:cs typeface="Arial"/>
              </a:defRPr>
            </a:defPPr>
            <a:lvl1pPr algn="l">
              <a:defRPr sz="825" b="1" i="0">
                <a:solidFill>
                  <a:srgbClr val="6546D7"/>
                </a:solidFill>
                <a:latin typeface="Arial"/>
                <a:ea typeface="Arial"/>
                <a:cs typeface="Arial"/>
              </a:defRPr>
            </a:lvl1pPr>
            <a:lvl2pPr algn="l">
              <a:defRPr sz="825" b="1" i="0">
                <a:solidFill>
                  <a:srgbClr val="6546D7"/>
                </a:solidFill>
                <a:latin typeface="Arial"/>
                <a:ea typeface="Arial"/>
                <a:cs typeface="Arial"/>
              </a:defRPr>
            </a:lvl2pPr>
            <a:lvl3pPr algn="l">
              <a:defRPr sz="825" b="1" i="0">
                <a:solidFill>
                  <a:srgbClr val="6546D7"/>
                </a:solidFill>
                <a:latin typeface="Arial"/>
                <a:ea typeface="Arial"/>
                <a:cs typeface="Arial"/>
              </a:defRPr>
            </a:lvl3pPr>
            <a:lvl4pPr algn="l">
              <a:defRPr sz="825" b="1" i="0">
                <a:solidFill>
                  <a:srgbClr val="6546D7"/>
                </a:solidFill>
                <a:latin typeface="Arial"/>
                <a:ea typeface="Arial"/>
                <a:cs typeface="Arial"/>
              </a:defRPr>
            </a:lvl4pPr>
            <a:lvl5pPr algn="l">
              <a:defRPr sz="825" b="1" i="0">
                <a:solidFill>
                  <a:srgbClr val="6546D7"/>
                </a:solidFill>
                <a:latin typeface="Arial"/>
                <a:ea typeface="Arial"/>
                <a:cs typeface="Arial"/>
              </a:defRPr>
            </a:lvl5pPr>
            <a:lvl6pPr algn="l">
              <a:defRPr sz="825" b="1" i="0">
                <a:solidFill>
                  <a:srgbClr val="6546D7"/>
                </a:solidFill>
                <a:latin typeface="Arial"/>
                <a:ea typeface="Arial"/>
                <a:cs typeface="Arial"/>
              </a:defRPr>
            </a:lvl6pPr>
            <a:lvl7pPr algn="l">
              <a:defRPr sz="825" b="1" i="0">
                <a:solidFill>
                  <a:srgbClr val="6546D7"/>
                </a:solidFill>
                <a:latin typeface="Arial"/>
                <a:ea typeface="Arial"/>
                <a:cs typeface="Arial"/>
              </a:defRPr>
            </a:lvl7pPr>
            <a:lvl8pPr algn="l">
              <a:defRPr sz="825" b="1" i="0">
                <a:solidFill>
                  <a:srgbClr val="6546D7"/>
                </a:solidFill>
                <a:latin typeface="Arial"/>
                <a:ea typeface="Arial"/>
                <a:cs typeface="Arial"/>
              </a:defRPr>
            </a:lvl8pPr>
            <a:lvl9pPr algn="l">
              <a:defRPr sz="825" b="1" i="0">
                <a:solidFill>
                  <a:srgbClr val="6546D7"/>
                </a:solidFill>
                <a:latin typeface="Arial"/>
                <a:ea typeface="Arial"/>
                <a:cs typeface="Arial"/>
              </a:defRPr>
            </a:lvl9pPr>
          </a:lstStyle>
          <a:p xmlns:a="http://schemas.openxmlformats.org/drawingml/2006/main">
            <a:pPr algn="l">
              <a:defRPr sz="825" b="1" i="0">
                <a:solidFill>
                  <a:srgbClr val="6546D7"/>
                </a:solidFill>
                <a:latin typeface="Arial"/>
                <a:ea typeface="Arial"/>
                <a:cs typeface="Arial"/>
              </a:defRPr>
            </a:pPr>
            <a:r>
              <a:rPr sz="825" b="1" i="0">
                <a:solidFill>
                  <a:srgbClr val="6546D7"/>
                </a:solidFill>
                <a:latin typeface="Arial"/>
                <a:ea typeface="Arial"/>
                <a:cs typeface="Arial"/>
              </a:rPr>
              <a:t>FOUNDER DECISION</a:t>
            </a:r>
          </a:p>
        </p:txBody>
      </p:sp>
      <p:sp>
        <p:nvSpPr>
          <p:cNvPr id="8" name="">
            <a:extLst xmlns:a="http://schemas.openxmlformats.org/drawingml/2006/main">
              <a:ext uri="{FF2B5EF4-FFF2-40B4-BE49-F238E27FC236}">
                <a16:creationId xmlns:a16="http://schemas.microsoft.com/office/drawing/2014/main" id="{8336471C-2B22-498A-8FE8-B489F8BC2379}"/>
              </a:ext>
            </a:extLst>
          </p:cNvPr>
          <p:cNvSpPr>
            <a:spLocks xmlns:a="http://schemas.openxmlformats.org/drawingml/2006/main" noGrp="1"/>
          </p:cNvSpPr>
          <p:nvPr/>
        </p:nvSpPr>
        <p:spPr>
          <a:xfrm xmlns:a="http://schemas.openxmlformats.org/drawingml/2006/main">
            <a:off x="590550" y="51054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650" b="1" i="0">
                <a:solidFill>
                  <a:srgbClr val="181619"/>
                </a:solidFill>
                <a:latin typeface="Arial"/>
                <a:ea typeface="Arial"/>
                <a:cs typeface="Arial"/>
              </a:defRPr>
            </a:defPPr>
            <a:lvl1pPr algn="l">
              <a:defRPr sz="1650" b="1" i="0">
                <a:solidFill>
                  <a:srgbClr val="181619"/>
                </a:solidFill>
                <a:latin typeface="Arial"/>
                <a:ea typeface="Arial"/>
                <a:cs typeface="Arial"/>
              </a:defRPr>
            </a:lvl1pPr>
            <a:lvl2pPr algn="l">
              <a:defRPr sz="1650" b="1" i="0">
                <a:solidFill>
                  <a:srgbClr val="181619"/>
                </a:solidFill>
                <a:latin typeface="Arial"/>
                <a:ea typeface="Arial"/>
                <a:cs typeface="Arial"/>
              </a:defRPr>
            </a:lvl2pPr>
            <a:lvl3pPr algn="l">
              <a:defRPr sz="1650" b="1" i="0">
                <a:solidFill>
                  <a:srgbClr val="181619"/>
                </a:solidFill>
                <a:latin typeface="Arial"/>
                <a:ea typeface="Arial"/>
                <a:cs typeface="Arial"/>
              </a:defRPr>
            </a:lvl3pPr>
            <a:lvl4pPr algn="l">
              <a:defRPr sz="1650" b="1" i="0">
                <a:solidFill>
                  <a:srgbClr val="181619"/>
                </a:solidFill>
                <a:latin typeface="Arial"/>
                <a:ea typeface="Arial"/>
                <a:cs typeface="Arial"/>
              </a:defRPr>
            </a:lvl4pPr>
            <a:lvl5pPr algn="l">
              <a:defRPr sz="1650" b="1" i="0">
                <a:solidFill>
                  <a:srgbClr val="181619"/>
                </a:solidFill>
                <a:latin typeface="Arial"/>
                <a:ea typeface="Arial"/>
                <a:cs typeface="Arial"/>
              </a:defRPr>
            </a:lvl5pPr>
            <a:lvl6pPr algn="l">
              <a:defRPr sz="1650" b="1" i="0">
                <a:solidFill>
                  <a:srgbClr val="181619"/>
                </a:solidFill>
                <a:latin typeface="Arial"/>
                <a:ea typeface="Arial"/>
                <a:cs typeface="Arial"/>
              </a:defRPr>
            </a:lvl6pPr>
            <a:lvl7pPr algn="l">
              <a:defRPr sz="1650" b="1" i="0">
                <a:solidFill>
                  <a:srgbClr val="181619"/>
                </a:solidFill>
                <a:latin typeface="Arial"/>
                <a:ea typeface="Arial"/>
                <a:cs typeface="Arial"/>
              </a:defRPr>
            </a:lvl7pPr>
            <a:lvl8pPr algn="l">
              <a:defRPr sz="1650" b="1" i="0">
                <a:solidFill>
                  <a:srgbClr val="181619"/>
                </a:solidFill>
                <a:latin typeface="Arial"/>
                <a:ea typeface="Arial"/>
                <a:cs typeface="Arial"/>
              </a:defRPr>
            </a:lvl8pPr>
            <a:lvl9pPr algn="l">
              <a:defRPr sz="1650" b="1" i="0">
                <a:solidFill>
                  <a:srgbClr val="181619"/>
                </a:solidFill>
                <a:latin typeface="Arial"/>
                <a:ea typeface="Arial"/>
                <a:cs typeface="Arial"/>
              </a:defRPr>
            </a:lvl9pPr>
          </a:lstStyle>
          <a:p xmlns:a="http://schemas.openxmlformats.org/drawingml/2006/main">
            <a:pPr algn="l">
              <a:defRPr sz="1650" b="1" i="0">
                <a:solidFill>
                  <a:srgbClr val="181619"/>
                </a:solidFill>
                <a:latin typeface="Arial"/>
                <a:ea typeface="Arial"/>
                <a:cs typeface="Arial"/>
              </a:defRPr>
            </a:pPr>
            <a:r>
              <a:rPr sz="1650" b="1" i="0">
                <a:solidFill>
                  <a:srgbClr val="181619"/>
                </a:solidFill>
                <a:latin typeface="Arial"/>
                <a:ea typeface="Arial"/>
                <a:cs typeface="Arial"/>
              </a:rPr>
              <a:t>Decide whether to commission baseline measurement of trial, transition and retention before scaling spend.</a:t>
            </a:r>
          </a:p>
        </p:txBody>
      </p:sp>
      <p:sp>
        <p:nvSpPr>
          <p:cNvPr id="9" name="">
            <a:extLst xmlns:a="http://schemas.openxmlformats.org/drawingml/2006/main">
              <a:ext uri="{FF2B5EF4-FFF2-40B4-BE49-F238E27FC236}">
                <a16:creationId xmlns:a16="http://schemas.microsoft.com/office/drawing/2014/main" id="{FF5DA71B-834B-4405-BE6B-DFAAAA0F4E51}"/>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6A6267"/>
                </a:solidFill>
                <a:latin typeface="Arial"/>
                <a:ea typeface="Arial"/>
                <a:cs typeface="Arial"/>
              </a:defRPr>
            </a:defPPr>
            <a:lvl1pPr algn="l">
              <a:defRPr sz="675" b="1" i="0">
                <a:solidFill>
                  <a:srgbClr val="6A6267"/>
                </a:solidFill>
                <a:latin typeface="Arial"/>
                <a:ea typeface="Arial"/>
                <a:cs typeface="Arial"/>
              </a:defRPr>
            </a:lvl1pPr>
            <a:lvl2pPr algn="l">
              <a:defRPr sz="675" b="1" i="0">
                <a:solidFill>
                  <a:srgbClr val="6A6267"/>
                </a:solidFill>
                <a:latin typeface="Arial"/>
                <a:ea typeface="Arial"/>
                <a:cs typeface="Arial"/>
              </a:defRPr>
            </a:lvl2pPr>
            <a:lvl3pPr algn="l">
              <a:defRPr sz="675" b="1" i="0">
                <a:solidFill>
                  <a:srgbClr val="6A6267"/>
                </a:solidFill>
                <a:latin typeface="Arial"/>
                <a:ea typeface="Arial"/>
                <a:cs typeface="Arial"/>
              </a:defRPr>
            </a:lvl3pPr>
            <a:lvl4pPr algn="l">
              <a:defRPr sz="675" b="1" i="0">
                <a:solidFill>
                  <a:srgbClr val="6A6267"/>
                </a:solidFill>
                <a:latin typeface="Arial"/>
                <a:ea typeface="Arial"/>
                <a:cs typeface="Arial"/>
              </a:defRPr>
            </a:lvl4pPr>
            <a:lvl5pPr algn="l">
              <a:defRPr sz="675" b="1" i="0">
                <a:solidFill>
                  <a:srgbClr val="6A6267"/>
                </a:solidFill>
                <a:latin typeface="Arial"/>
                <a:ea typeface="Arial"/>
                <a:cs typeface="Arial"/>
              </a:defRPr>
            </a:lvl5pPr>
            <a:lvl6pPr algn="l">
              <a:defRPr sz="675" b="1" i="0">
                <a:solidFill>
                  <a:srgbClr val="6A6267"/>
                </a:solidFill>
                <a:latin typeface="Arial"/>
                <a:ea typeface="Arial"/>
                <a:cs typeface="Arial"/>
              </a:defRPr>
            </a:lvl6pPr>
            <a:lvl7pPr algn="l">
              <a:defRPr sz="675" b="1" i="0">
                <a:solidFill>
                  <a:srgbClr val="6A6267"/>
                </a:solidFill>
                <a:latin typeface="Arial"/>
                <a:ea typeface="Arial"/>
                <a:cs typeface="Arial"/>
              </a:defRPr>
            </a:lvl7pPr>
            <a:lvl8pPr algn="l">
              <a:defRPr sz="675" b="1" i="0">
                <a:solidFill>
                  <a:srgbClr val="6A6267"/>
                </a:solidFill>
                <a:latin typeface="Arial"/>
                <a:ea typeface="Arial"/>
                <a:cs typeface="Arial"/>
              </a:defRPr>
            </a:lvl8pPr>
            <a:lvl9pPr algn="l">
              <a:defRPr sz="675" b="1" i="0">
                <a:solidFill>
                  <a:srgbClr val="6A6267"/>
                </a:solidFill>
                <a:latin typeface="Arial"/>
                <a:ea typeface="Arial"/>
                <a:cs typeface="Arial"/>
              </a:defRPr>
            </a:lvl9pPr>
          </a:lstStyle>
          <a:p xmlns:a="http://schemas.openxmlformats.org/drawingml/2006/main">
            <a:pPr algn="l">
              <a:defRPr sz="675" b="1" i="0">
                <a:solidFill>
                  <a:srgbClr val="6A6267"/>
                </a:solidFill>
                <a:latin typeface="Arial"/>
                <a:ea typeface="Arial"/>
                <a:cs typeface="Arial"/>
              </a:defRPr>
            </a:pPr>
            <a:r>
              <a:rPr sz="675" b="1" i="0">
                <a:solidFill>
                  <a:srgbClr val="6A6267"/>
                </a:solidFill>
                <a:latin typeface="Arial"/>
                <a:ea typeface="Arial"/>
                <a:cs typeface="Arial"/>
              </a:rPr>
              <a:t>FIELDWORK / KATKIN / INTERNAL CALIBRATION</a:t>
            </a:r>
          </a:p>
        </p:txBody>
      </p:sp>
      <p:sp>
        <p:nvSpPr>
          <p:cNvPr id="10" name="">
            <a:extLst xmlns:a="http://schemas.openxmlformats.org/drawingml/2006/main">
              <a:ext uri="{FF2B5EF4-FFF2-40B4-BE49-F238E27FC236}">
                <a16:creationId xmlns:a16="http://schemas.microsoft.com/office/drawing/2014/main" id="{FF81E178-58F8-491D-9434-BC1B75CE1E76}"/>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A6267"/>
                </a:solidFill>
                <a:latin typeface="Arial"/>
                <a:ea typeface="Arial"/>
                <a:cs typeface="Arial"/>
              </a:defRPr>
            </a:defPPr>
            <a:lvl1pPr algn="r">
              <a:defRPr sz="675" b="1" i="0">
                <a:solidFill>
                  <a:srgbClr val="6A6267"/>
                </a:solidFill>
                <a:latin typeface="Arial"/>
                <a:ea typeface="Arial"/>
                <a:cs typeface="Arial"/>
              </a:defRPr>
            </a:lvl1pPr>
            <a:lvl2pPr algn="r">
              <a:defRPr sz="675" b="1" i="0">
                <a:solidFill>
                  <a:srgbClr val="6A6267"/>
                </a:solidFill>
                <a:latin typeface="Arial"/>
                <a:ea typeface="Arial"/>
                <a:cs typeface="Arial"/>
              </a:defRPr>
            </a:lvl2pPr>
            <a:lvl3pPr algn="r">
              <a:defRPr sz="675" b="1" i="0">
                <a:solidFill>
                  <a:srgbClr val="6A6267"/>
                </a:solidFill>
                <a:latin typeface="Arial"/>
                <a:ea typeface="Arial"/>
                <a:cs typeface="Arial"/>
              </a:defRPr>
            </a:lvl3pPr>
            <a:lvl4pPr algn="r">
              <a:defRPr sz="675" b="1" i="0">
                <a:solidFill>
                  <a:srgbClr val="6A6267"/>
                </a:solidFill>
                <a:latin typeface="Arial"/>
                <a:ea typeface="Arial"/>
                <a:cs typeface="Arial"/>
              </a:defRPr>
            </a:lvl4pPr>
            <a:lvl5pPr algn="r">
              <a:defRPr sz="675" b="1" i="0">
                <a:solidFill>
                  <a:srgbClr val="6A6267"/>
                </a:solidFill>
                <a:latin typeface="Arial"/>
                <a:ea typeface="Arial"/>
                <a:cs typeface="Arial"/>
              </a:defRPr>
            </a:lvl5pPr>
            <a:lvl6pPr algn="r">
              <a:defRPr sz="675" b="1" i="0">
                <a:solidFill>
                  <a:srgbClr val="6A6267"/>
                </a:solidFill>
                <a:latin typeface="Arial"/>
                <a:ea typeface="Arial"/>
                <a:cs typeface="Arial"/>
              </a:defRPr>
            </a:lvl6pPr>
            <a:lvl7pPr algn="r">
              <a:defRPr sz="675" b="1" i="0">
                <a:solidFill>
                  <a:srgbClr val="6A6267"/>
                </a:solidFill>
                <a:latin typeface="Arial"/>
                <a:ea typeface="Arial"/>
                <a:cs typeface="Arial"/>
              </a:defRPr>
            </a:lvl7pPr>
            <a:lvl8pPr algn="r">
              <a:defRPr sz="675" b="1" i="0">
                <a:solidFill>
                  <a:srgbClr val="6A6267"/>
                </a:solidFill>
                <a:latin typeface="Arial"/>
                <a:ea typeface="Arial"/>
                <a:cs typeface="Arial"/>
              </a:defRPr>
            </a:lvl8pPr>
            <a:lvl9pPr algn="r">
              <a:defRPr sz="675" b="1" i="0">
                <a:solidFill>
                  <a:srgbClr val="6A6267"/>
                </a:solidFill>
                <a:latin typeface="Arial"/>
                <a:ea typeface="Arial"/>
                <a:cs typeface="Arial"/>
              </a:defRPr>
            </a:lvl9pPr>
          </a:lstStyle>
          <a:p xmlns:a="http://schemas.openxmlformats.org/drawingml/2006/main">
            <a:pPr algn="r">
              <a:defRPr sz="675" b="1" i="0">
                <a:solidFill>
                  <a:srgbClr val="6A6267"/>
                </a:solidFill>
                <a:latin typeface="Arial"/>
                <a:ea typeface="Arial"/>
                <a:cs typeface="Arial"/>
              </a:defRPr>
            </a:pPr>
            <a:r>
              <a:rPr sz="675" b="1" i="0">
                <a:solidFill>
                  <a:srgbClr val="6A6267"/>
                </a:solidFill>
                <a:latin typeface="Arial"/>
                <a:ea typeface="Arial"/>
                <a:cs typeface="Arial"/>
              </a:rPr>
              <a:t>PUBLIC EVIDENCE + OPEN FIRST-PARTY INPUTS</a:t>
            </a:r>
          </a:p>
        </p:txBody>
      </p:sp>
      <p:sp>
        <p:nvSpPr>
          <p:cNvPr id="11" name="">
            <a:extLst xmlns:a="http://schemas.openxmlformats.org/drawingml/2006/main">
              <a:ext uri="{FF2B5EF4-FFF2-40B4-BE49-F238E27FC236}">
                <a16:creationId xmlns:a16="http://schemas.microsoft.com/office/drawing/2014/main" id="{5848A30D-9BDA-403B-A11F-A6B536BA2396}"/>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A6267"/>
                </a:solidFill>
                <a:latin typeface="Arial"/>
                <a:ea typeface="Arial"/>
                <a:cs typeface="Arial"/>
              </a:defRPr>
            </a:defPPr>
            <a:lvl1pPr algn="r">
              <a:defRPr sz="675" b="1" i="0">
                <a:solidFill>
                  <a:srgbClr val="6A6267"/>
                </a:solidFill>
                <a:latin typeface="Arial"/>
                <a:ea typeface="Arial"/>
                <a:cs typeface="Arial"/>
              </a:defRPr>
            </a:lvl1pPr>
            <a:lvl2pPr algn="r">
              <a:defRPr sz="675" b="1" i="0">
                <a:solidFill>
                  <a:srgbClr val="6A6267"/>
                </a:solidFill>
                <a:latin typeface="Arial"/>
                <a:ea typeface="Arial"/>
                <a:cs typeface="Arial"/>
              </a:defRPr>
            </a:lvl2pPr>
            <a:lvl3pPr algn="r">
              <a:defRPr sz="675" b="1" i="0">
                <a:solidFill>
                  <a:srgbClr val="6A6267"/>
                </a:solidFill>
                <a:latin typeface="Arial"/>
                <a:ea typeface="Arial"/>
                <a:cs typeface="Arial"/>
              </a:defRPr>
            </a:lvl3pPr>
            <a:lvl4pPr algn="r">
              <a:defRPr sz="675" b="1" i="0">
                <a:solidFill>
                  <a:srgbClr val="6A6267"/>
                </a:solidFill>
                <a:latin typeface="Arial"/>
                <a:ea typeface="Arial"/>
                <a:cs typeface="Arial"/>
              </a:defRPr>
            </a:lvl4pPr>
            <a:lvl5pPr algn="r">
              <a:defRPr sz="675" b="1" i="0">
                <a:solidFill>
                  <a:srgbClr val="6A6267"/>
                </a:solidFill>
                <a:latin typeface="Arial"/>
                <a:ea typeface="Arial"/>
                <a:cs typeface="Arial"/>
              </a:defRPr>
            </a:lvl5pPr>
            <a:lvl6pPr algn="r">
              <a:defRPr sz="675" b="1" i="0">
                <a:solidFill>
                  <a:srgbClr val="6A6267"/>
                </a:solidFill>
                <a:latin typeface="Arial"/>
                <a:ea typeface="Arial"/>
                <a:cs typeface="Arial"/>
              </a:defRPr>
            </a:lvl6pPr>
            <a:lvl7pPr algn="r">
              <a:defRPr sz="675" b="1" i="0">
                <a:solidFill>
                  <a:srgbClr val="6A6267"/>
                </a:solidFill>
                <a:latin typeface="Arial"/>
                <a:ea typeface="Arial"/>
                <a:cs typeface="Arial"/>
              </a:defRPr>
            </a:lvl7pPr>
            <a:lvl8pPr algn="r">
              <a:defRPr sz="675" b="1" i="0">
                <a:solidFill>
                  <a:srgbClr val="6A6267"/>
                </a:solidFill>
                <a:latin typeface="Arial"/>
                <a:ea typeface="Arial"/>
                <a:cs typeface="Arial"/>
              </a:defRPr>
            </a:lvl8pPr>
            <a:lvl9pPr algn="r">
              <a:defRPr sz="675" b="1" i="0">
                <a:solidFill>
                  <a:srgbClr val="6A6267"/>
                </a:solidFill>
                <a:latin typeface="Arial"/>
                <a:ea typeface="Arial"/>
                <a:cs typeface="Arial"/>
              </a:defRPr>
            </a:lvl9pPr>
          </a:lstStyle>
          <a:p xmlns:a="http://schemas.openxmlformats.org/drawingml/2006/main">
            <a:pPr algn="r">
              <a:defRPr sz="675" b="1" i="0">
                <a:solidFill>
                  <a:srgbClr val="6A6267"/>
                </a:solidFill>
                <a:latin typeface="Arial"/>
                <a:ea typeface="Arial"/>
                <a:cs typeface="Arial"/>
              </a:defRPr>
            </a:pPr>
            <a:r>
              <a:rPr sz="675" b="1" i="0">
                <a:solidFill>
                  <a:srgbClr val="6A6267"/>
                </a:solidFill>
                <a:latin typeface="Arial"/>
                <a:ea typeface="Arial"/>
                <a:cs typeface="Arial"/>
              </a:rPr>
              <a:t>01 / 05</a:t>
            </a:r>
          </a:p>
        </p:txBody>
      </p:sp>
    </p:spTree>
    <p:extLst>
      <p:ext uri="{BB962C8B-B14F-4D97-AF65-F5344CB8AC3E}">
        <p14:creationId xmlns:p14="http://schemas.microsoft.com/office/powerpoint/2010/main" val="1918811361"/>
      </p:ext>
    </p:extLst>
  </p:cSld>
</p:sld>
</file>

<file path=ppt/slides/slide2.xml><?xml version="1.0" encoding="utf-8"?>
<p:sld xmlns:p="http://schemas.openxmlformats.org/presentationml/2006/main">
  <p:cSld>
    <p:bg>
      <p:bgPr>
        <a:solidFill xmlns:a="http://schemas.openxmlformats.org/drawingml/2006/main">
          <a:srgbClr val="181619"/>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7DE14134-6D63-47EB-A4F3-149A94A2A996}"/>
              </a:ext>
            </a:extLst>
          </p:cNvPr>
          <p:cNvPicPr>
            <a:picLocks xmlns:a="http://schemas.openxmlformats.org/drawingml/2006/main" noChangeAspect="1"/>
          </p:cNvPicPr>
          <p:nvPr/>
        </p:nvPicPr>
        <p:blipFill>
          <a:blip xmlns:r="http://schemas.openxmlformats.org/officeDocument/2006/relationships" xmlns:a="http://schemas.openxmlformats.org/drawingml/2006/main" r:embed="Rb42a4bfb762945d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1A46CD5-B200-4F7F-B689-C89726DA48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1619">
              <a:alpha val="92157"/>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BF79CCE-B2B6-47B4-8C80-C064A67FEA26}"/>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FF5B4D"/>
                </a:solidFill>
                <a:latin typeface="Arial"/>
                <a:ea typeface="Arial"/>
                <a:cs typeface="Arial"/>
              </a:defRPr>
            </a:defPPr>
            <a:lvl1pPr algn="l">
              <a:defRPr sz="825" b="1" i="0">
                <a:solidFill>
                  <a:srgbClr val="FF5B4D"/>
                </a:solidFill>
                <a:latin typeface="Arial"/>
                <a:ea typeface="Arial"/>
                <a:cs typeface="Arial"/>
              </a:defRPr>
            </a:lvl1pPr>
            <a:lvl2pPr algn="l">
              <a:defRPr sz="825" b="1" i="0">
                <a:solidFill>
                  <a:srgbClr val="FF5B4D"/>
                </a:solidFill>
                <a:latin typeface="Arial"/>
                <a:ea typeface="Arial"/>
                <a:cs typeface="Arial"/>
              </a:defRPr>
            </a:lvl2pPr>
            <a:lvl3pPr algn="l">
              <a:defRPr sz="825" b="1" i="0">
                <a:solidFill>
                  <a:srgbClr val="FF5B4D"/>
                </a:solidFill>
                <a:latin typeface="Arial"/>
                <a:ea typeface="Arial"/>
                <a:cs typeface="Arial"/>
              </a:defRPr>
            </a:lvl3pPr>
            <a:lvl4pPr algn="l">
              <a:defRPr sz="825" b="1" i="0">
                <a:solidFill>
                  <a:srgbClr val="FF5B4D"/>
                </a:solidFill>
                <a:latin typeface="Arial"/>
                <a:ea typeface="Arial"/>
                <a:cs typeface="Arial"/>
              </a:defRPr>
            </a:lvl4pPr>
            <a:lvl5pPr algn="l">
              <a:defRPr sz="825" b="1" i="0">
                <a:solidFill>
                  <a:srgbClr val="FF5B4D"/>
                </a:solidFill>
                <a:latin typeface="Arial"/>
                <a:ea typeface="Arial"/>
                <a:cs typeface="Arial"/>
              </a:defRPr>
            </a:lvl5pPr>
            <a:lvl6pPr algn="l">
              <a:defRPr sz="825" b="1" i="0">
                <a:solidFill>
                  <a:srgbClr val="FF5B4D"/>
                </a:solidFill>
                <a:latin typeface="Arial"/>
                <a:ea typeface="Arial"/>
                <a:cs typeface="Arial"/>
              </a:defRPr>
            </a:lvl6pPr>
            <a:lvl7pPr algn="l">
              <a:defRPr sz="825" b="1" i="0">
                <a:solidFill>
                  <a:srgbClr val="FF5B4D"/>
                </a:solidFill>
                <a:latin typeface="Arial"/>
                <a:ea typeface="Arial"/>
                <a:cs typeface="Arial"/>
              </a:defRPr>
            </a:lvl7pPr>
            <a:lvl8pPr algn="l">
              <a:defRPr sz="825" b="1" i="0">
                <a:solidFill>
                  <a:srgbClr val="FF5B4D"/>
                </a:solidFill>
                <a:latin typeface="Arial"/>
                <a:ea typeface="Arial"/>
                <a:cs typeface="Arial"/>
              </a:defRPr>
            </a:lvl8pPr>
            <a:lvl9pPr algn="l">
              <a:defRPr sz="825" b="1" i="0">
                <a:solidFill>
                  <a:srgbClr val="FF5B4D"/>
                </a:solidFill>
                <a:latin typeface="Arial"/>
                <a:ea typeface="Arial"/>
                <a:cs typeface="Arial"/>
              </a:defRPr>
            </a:lvl9pPr>
          </a:lstStyle>
          <a:p xmlns:a="http://schemas.openxmlformats.org/drawingml/2006/main">
            <a:pPr algn="l">
              <a:defRPr sz="825" b="1" i="0">
                <a:solidFill>
                  <a:srgbClr val="FF5B4D"/>
                </a:solidFill>
                <a:latin typeface="Arial"/>
                <a:ea typeface="Arial"/>
                <a:cs typeface="Arial"/>
              </a:defRPr>
            </a:pPr>
            <a:r>
              <a:rPr sz="825" b="1" i="0">
                <a:solidFill>
                  <a:srgbClr val="FF5B4D"/>
                </a:solidFill>
                <a:latin typeface="Arial"/>
                <a:ea typeface="Arial"/>
                <a:cs typeface="Arial"/>
              </a:rPr>
              <a:t>02 / THE COMMERCIAL OPPORTUNITY</a:t>
            </a:r>
          </a:p>
        </p:txBody>
      </p:sp>
      <p:sp>
        <p:nvSpPr>
          <p:cNvPr id="4" name="">
            <a:extLst xmlns:a="http://schemas.openxmlformats.org/drawingml/2006/main">
              <a:ext uri="{FF2B5EF4-FFF2-40B4-BE49-F238E27FC236}">
                <a16:creationId xmlns:a16="http://schemas.microsoft.com/office/drawing/2014/main" id="{7AEA3A88-70C0-412C-B272-6F1D1EA8DC35}"/>
              </a:ext>
            </a:extLst>
          </p:cNvPr>
          <p:cNvSpPr>
            <a:spLocks xmlns:a="http://schemas.openxmlformats.org/drawingml/2006/main" noGrp="1"/>
          </p:cNvSpPr>
          <p:nvPr/>
        </p:nvSpPr>
        <p:spPr>
          <a:xfrm xmlns:a="http://schemas.openxmlformats.org/drawingml/2006/main">
            <a:off x="590550" y="933450"/>
            <a:ext cx="1028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i="0">
                <a:solidFill>
                  <a:srgbClr val="FFFFFF"/>
                </a:solidFill>
                <a:latin typeface="Arial"/>
                <a:ea typeface="Arial"/>
                <a:cs typeface="Arial"/>
              </a:defRPr>
            </a:defPPr>
            <a:lvl1pPr algn="l">
              <a:defRPr sz="3150" b="1" i="0">
                <a:solidFill>
                  <a:srgbClr val="FFFFFF"/>
                </a:solidFill>
                <a:latin typeface="Arial"/>
                <a:ea typeface="Arial"/>
                <a:cs typeface="Arial"/>
              </a:defRPr>
            </a:lvl1pPr>
            <a:lvl2pPr algn="l">
              <a:defRPr sz="3150" b="1" i="0">
                <a:solidFill>
                  <a:srgbClr val="FFFFFF"/>
                </a:solidFill>
                <a:latin typeface="Arial"/>
                <a:ea typeface="Arial"/>
                <a:cs typeface="Arial"/>
              </a:defRPr>
            </a:lvl2pPr>
            <a:lvl3pPr algn="l">
              <a:defRPr sz="3150" b="1" i="0">
                <a:solidFill>
                  <a:srgbClr val="FFFFFF"/>
                </a:solidFill>
                <a:latin typeface="Arial"/>
                <a:ea typeface="Arial"/>
                <a:cs typeface="Arial"/>
              </a:defRPr>
            </a:lvl3pPr>
            <a:lvl4pPr algn="l">
              <a:defRPr sz="3150" b="1" i="0">
                <a:solidFill>
                  <a:srgbClr val="FFFFFF"/>
                </a:solidFill>
                <a:latin typeface="Arial"/>
                <a:ea typeface="Arial"/>
                <a:cs typeface="Arial"/>
              </a:defRPr>
            </a:lvl4pPr>
            <a:lvl5pPr algn="l">
              <a:defRPr sz="3150" b="1" i="0">
                <a:solidFill>
                  <a:srgbClr val="FFFFFF"/>
                </a:solidFill>
                <a:latin typeface="Arial"/>
                <a:ea typeface="Arial"/>
                <a:cs typeface="Arial"/>
              </a:defRPr>
            </a:lvl5pPr>
            <a:lvl6pPr algn="l">
              <a:defRPr sz="3150" b="1" i="0">
                <a:solidFill>
                  <a:srgbClr val="FFFFFF"/>
                </a:solidFill>
                <a:latin typeface="Arial"/>
                <a:ea typeface="Arial"/>
                <a:cs typeface="Arial"/>
              </a:defRPr>
            </a:lvl6pPr>
            <a:lvl7pPr algn="l">
              <a:defRPr sz="3150" b="1" i="0">
                <a:solidFill>
                  <a:srgbClr val="FFFFFF"/>
                </a:solidFill>
                <a:latin typeface="Arial"/>
                <a:ea typeface="Arial"/>
                <a:cs typeface="Arial"/>
              </a:defRPr>
            </a:lvl7pPr>
            <a:lvl8pPr algn="l">
              <a:defRPr sz="3150" b="1" i="0">
                <a:solidFill>
                  <a:srgbClr val="FFFFFF"/>
                </a:solidFill>
                <a:latin typeface="Arial"/>
                <a:ea typeface="Arial"/>
                <a:cs typeface="Arial"/>
              </a:defRPr>
            </a:lvl8pPr>
            <a:lvl9pPr algn="l">
              <a:defRPr sz="3150" b="1" i="0">
                <a:solidFill>
                  <a:srgbClr val="FFFFFF"/>
                </a:solidFill>
                <a:latin typeface="Arial"/>
                <a:ea typeface="Arial"/>
                <a:cs typeface="Arial"/>
              </a:defRPr>
            </a:lvl9pPr>
          </a:lstStyle>
          <a:p xmlns:a="http://schemas.openxmlformats.org/drawingml/2006/main">
            <a:pPr algn="l">
              <a:defRPr sz="3150" b="1" i="0">
                <a:solidFill>
                  <a:srgbClr val="FFFFFF"/>
                </a:solidFill>
                <a:latin typeface="Arial"/>
                <a:ea typeface="Arial"/>
                <a:cs typeface="Arial"/>
              </a:defRPr>
            </a:pPr>
            <a:r>
              <a:rPr sz="3150" b="1" i="0">
                <a:solidFill>
                  <a:srgbClr val="FFFFFF"/>
                </a:solidFill>
                <a:latin typeface="Arial"/>
                <a:ea typeface="Arial"/>
                <a:cs typeface="Arial"/>
              </a:rPr>
              <a:t>Turn science into a decision system customers can use.</a:t>
            </a:r>
          </a:p>
        </p:txBody>
      </p:sp>
      <p:sp>
        <p:nvSpPr>
          <p:cNvPr id="5" name="">
            <a:extLst xmlns:a="http://schemas.openxmlformats.org/drawingml/2006/main">
              <a:ext uri="{FF2B5EF4-FFF2-40B4-BE49-F238E27FC236}">
                <a16:creationId xmlns:a16="http://schemas.microsoft.com/office/drawing/2014/main" id="{3DCB393C-3744-45EE-B445-04D42CAEF752}"/>
              </a:ext>
            </a:extLst>
          </p:cNvPr>
          <p:cNvSpPr>
            <a:spLocks xmlns:a="http://schemas.openxmlformats.org/drawingml/2006/main" noGrp="1"/>
          </p:cNvSpPr>
          <p:nvPr/>
        </p:nvSpPr>
        <p:spPr>
          <a:xfrm xmlns:a="http://schemas.openxmlformats.org/drawingml/2006/main">
            <a:off x="628650" y="26479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i="0">
                <a:solidFill>
                  <a:srgbClr val="FF5B4D"/>
                </a:solidFill>
                <a:latin typeface="Arial"/>
                <a:ea typeface="Arial"/>
                <a:cs typeface="Arial"/>
              </a:defRPr>
            </a:defPPr>
            <a:lvl1pPr algn="ctr">
              <a:defRPr sz="1275" b="1" i="0">
                <a:solidFill>
                  <a:srgbClr val="FF5B4D"/>
                </a:solidFill>
                <a:latin typeface="Arial"/>
                <a:ea typeface="Arial"/>
                <a:cs typeface="Arial"/>
              </a:defRPr>
            </a:lvl1pPr>
            <a:lvl2pPr algn="ctr">
              <a:defRPr sz="1275" b="1" i="0">
                <a:solidFill>
                  <a:srgbClr val="FF5B4D"/>
                </a:solidFill>
                <a:latin typeface="Arial"/>
                <a:ea typeface="Arial"/>
                <a:cs typeface="Arial"/>
              </a:defRPr>
            </a:lvl2pPr>
            <a:lvl3pPr algn="ctr">
              <a:defRPr sz="1275" b="1" i="0">
                <a:solidFill>
                  <a:srgbClr val="FF5B4D"/>
                </a:solidFill>
                <a:latin typeface="Arial"/>
                <a:ea typeface="Arial"/>
                <a:cs typeface="Arial"/>
              </a:defRPr>
            </a:lvl3pPr>
            <a:lvl4pPr algn="ctr">
              <a:defRPr sz="1275" b="1" i="0">
                <a:solidFill>
                  <a:srgbClr val="FF5B4D"/>
                </a:solidFill>
                <a:latin typeface="Arial"/>
                <a:ea typeface="Arial"/>
                <a:cs typeface="Arial"/>
              </a:defRPr>
            </a:lvl4pPr>
            <a:lvl5pPr algn="ctr">
              <a:defRPr sz="1275" b="1" i="0">
                <a:solidFill>
                  <a:srgbClr val="FF5B4D"/>
                </a:solidFill>
                <a:latin typeface="Arial"/>
                <a:ea typeface="Arial"/>
                <a:cs typeface="Arial"/>
              </a:defRPr>
            </a:lvl5pPr>
            <a:lvl6pPr algn="ctr">
              <a:defRPr sz="1275" b="1" i="0">
                <a:solidFill>
                  <a:srgbClr val="FF5B4D"/>
                </a:solidFill>
                <a:latin typeface="Arial"/>
                <a:ea typeface="Arial"/>
                <a:cs typeface="Arial"/>
              </a:defRPr>
            </a:lvl6pPr>
            <a:lvl7pPr algn="ctr">
              <a:defRPr sz="1275" b="1" i="0">
                <a:solidFill>
                  <a:srgbClr val="FF5B4D"/>
                </a:solidFill>
                <a:latin typeface="Arial"/>
                <a:ea typeface="Arial"/>
                <a:cs typeface="Arial"/>
              </a:defRPr>
            </a:lvl7pPr>
            <a:lvl8pPr algn="ctr">
              <a:defRPr sz="1275" b="1" i="0">
                <a:solidFill>
                  <a:srgbClr val="FF5B4D"/>
                </a:solidFill>
                <a:latin typeface="Arial"/>
                <a:ea typeface="Arial"/>
                <a:cs typeface="Arial"/>
              </a:defRPr>
            </a:lvl8pPr>
            <a:lvl9pPr algn="ctr">
              <a:defRPr sz="1275" b="1" i="0">
                <a:solidFill>
                  <a:srgbClr val="FF5B4D"/>
                </a:solidFill>
                <a:latin typeface="Arial"/>
                <a:ea typeface="Arial"/>
                <a:cs typeface="Arial"/>
              </a:defRPr>
            </a:lvl9pPr>
          </a:lstStyle>
          <a:p xmlns:a="http://schemas.openxmlformats.org/drawingml/2006/main">
            <a:pPr algn="ctr">
              <a:defRPr sz="1275" b="1" i="0">
                <a:solidFill>
                  <a:srgbClr val="FF5B4D"/>
                </a:solidFill>
                <a:latin typeface="Arial"/>
                <a:ea typeface="Arial"/>
                <a:cs typeface="Arial"/>
              </a:defRPr>
            </a:pPr>
            <a:r>
              <a:rPr sz="1275" b="1" i="0">
                <a:solidFill>
                  <a:srgbClr val="FF5B4D"/>
                </a:solidFill>
                <a:latin typeface="Arial"/>
                <a:ea typeface="Arial"/>
                <a:cs typeface="Arial"/>
              </a:rPr>
              <a:t>QUALIFIED TRIAL</a:t>
            </a:r>
          </a:p>
        </p:txBody>
      </p:sp>
      <p:sp>
        <p:nvSpPr>
          <p:cNvPr id="6" name="">
            <a:extLst xmlns:a="http://schemas.openxmlformats.org/drawingml/2006/main">
              <a:ext uri="{FF2B5EF4-FFF2-40B4-BE49-F238E27FC236}">
                <a16:creationId xmlns:a16="http://schemas.microsoft.com/office/drawing/2014/main" id="{6B0B36ED-0258-436C-92F7-79C01967433D}"/>
              </a:ext>
            </a:extLst>
          </p:cNvPr>
          <p:cNvSpPr>
            <a:spLocks xmlns:a="http://schemas.openxmlformats.org/drawingml/2006/main" noGrp="1"/>
          </p:cNvSpPr>
          <p:nvPr/>
        </p:nvSpPr>
        <p:spPr>
          <a:xfrm xmlns:a="http://schemas.openxmlformats.org/drawingml/2006/main">
            <a:off x="2990850" y="269557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2250" b="1" i="0">
                <a:solidFill>
                  <a:srgbClr val="FFFFFF"/>
                </a:solidFill>
                <a:latin typeface="Arial"/>
                <a:ea typeface="Arial"/>
                <a:cs typeface="Arial"/>
              </a:defRPr>
            </a:defPPr>
            <a:lvl1pPr algn="ctr">
              <a:defRPr sz="2250" b="1" i="0">
                <a:solidFill>
                  <a:srgbClr val="FFFFFF"/>
                </a:solidFill>
                <a:latin typeface="Arial"/>
                <a:ea typeface="Arial"/>
                <a:cs typeface="Arial"/>
              </a:defRPr>
            </a:lvl1pPr>
            <a:lvl2pPr algn="ctr">
              <a:defRPr sz="2250" b="1" i="0">
                <a:solidFill>
                  <a:srgbClr val="FFFFFF"/>
                </a:solidFill>
                <a:latin typeface="Arial"/>
                <a:ea typeface="Arial"/>
                <a:cs typeface="Arial"/>
              </a:defRPr>
            </a:lvl2pPr>
            <a:lvl3pPr algn="ctr">
              <a:defRPr sz="2250" b="1" i="0">
                <a:solidFill>
                  <a:srgbClr val="FFFFFF"/>
                </a:solidFill>
                <a:latin typeface="Arial"/>
                <a:ea typeface="Arial"/>
                <a:cs typeface="Arial"/>
              </a:defRPr>
            </a:lvl3pPr>
            <a:lvl4pPr algn="ctr">
              <a:defRPr sz="2250" b="1" i="0">
                <a:solidFill>
                  <a:srgbClr val="FFFFFF"/>
                </a:solidFill>
                <a:latin typeface="Arial"/>
                <a:ea typeface="Arial"/>
                <a:cs typeface="Arial"/>
              </a:defRPr>
            </a:lvl4pPr>
            <a:lvl5pPr algn="ctr">
              <a:defRPr sz="2250" b="1" i="0">
                <a:solidFill>
                  <a:srgbClr val="FFFFFF"/>
                </a:solidFill>
                <a:latin typeface="Arial"/>
                <a:ea typeface="Arial"/>
                <a:cs typeface="Arial"/>
              </a:defRPr>
            </a:lvl5pPr>
            <a:lvl6pPr algn="ctr">
              <a:defRPr sz="2250" b="1" i="0">
                <a:solidFill>
                  <a:srgbClr val="FFFFFF"/>
                </a:solidFill>
                <a:latin typeface="Arial"/>
                <a:ea typeface="Arial"/>
                <a:cs typeface="Arial"/>
              </a:defRPr>
            </a:lvl6pPr>
            <a:lvl7pPr algn="ctr">
              <a:defRPr sz="2250" b="1" i="0">
                <a:solidFill>
                  <a:srgbClr val="FFFFFF"/>
                </a:solidFill>
                <a:latin typeface="Arial"/>
                <a:ea typeface="Arial"/>
                <a:cs typeface="Arial"/>
              </a:defRPr>
            </a:lvl7pPr>
            <a:lvl8pPr algn="ctr">
              <a:defRPr sz="2250" b="1" i="0">
                <a:solidFill>
                  <a:srgbClr val="FFFFFF"/>
                </a:solidFill>
                <a:latin typeface="Arial"/>
                <a:ea typeface="Arial"/>
                <a:cs typeface="Arial"/>
              </a:defRPr>
            </a:lvl8pPr>
            <a:lvl9pPr algn="ctr">
              <a:defRPr sz="2250" b="1" i="0">
                <a:solidFill>
                  <a:srgbClr val="FFFFFF"/>
                </a:solidFill>
                <a:latin typeface="Arial"/>
                <a:ea typeface="Arial"/>
                <a:cs typeface="Arial"/>
              </a:defRPr>
            </a:lvl9pPr>
          </a:lstStyle>
          <a:p xmlns:a="http://schemas.openxmlformats.org/drawingml/2006/main">
            <a:pPr algn="ctr">
              <a:defRPr sz="2250" b="1" i="0">
                <a:solidFill>
                  <a:srgbClr val="FFFFFF"/>
                </a:solidFill>
                <a:latin typeface="Arial"/>
                <a:ea typeface="Arial"/>
                <a:cs typeface="Arial"/>
              </a:defRPr>
            </a:pPr>
            <a:r>
              <a:rPr sz="2250" b="1" i="0">
                <a:solidFill>
                  <a:srgbClr val="FFFFFF"/>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88996D0E-C081-4301-8789-552A9838FF3A}"/>
              </a:ext>
            </a:extLst>
          </p:cNvPr>
          <p:cNvSpPr>
            <a:spLocks xmlns:a="http://schemas.openxmlformats.org/drawingml/2006/main" noGrp="1"/>
          </p:cNvSpPr>
          <p:nvPr/>
        </p:nvSpPr>
        <p:spPr>
          <a:xfrm xmlns:a="http://schemas.openxmlformats.org/drawingml/2006/main">
            <a:off x="3352800" y="26479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i="0">
                <a:solidFill>
                  <a:srgbClr val="FF5B4D"/>
                </a:solidFill>
                <a:latin typeface="Arial"/>
                <a:ea typeface="Arial"/>
                <a:cs typeface="Arial"/>
              </a:defRPr>
            </a:defPPr>
            <a:lvl1pPr algn="ctr">
              <a:defRPr sz="1275" b="1" i="0">
                <a:solidFill>
                  <a:srgbClr val="FF5B4D"/>
                </a:solidFill>
                <a:latin typeface="Arial"/>
                <a:ea typeface="Arial"/>
                <a:cs typeface="Arial"/>
              </a:defRPr>
            </a:lvl1pPr>
            <a:lvl2pPr algn="ctr">
              <a:defRPr sz="1275" b="1" i="0">
                <a:solidFill>
                  <a:srgbClr val="FF5B4D"/>
                </a:solidFill>
                <a:latin typeface="Arial"/>
                <a:ea typeface="Arial"/>
                <a:cs typeface="Arial"/>
              </a:defRPr>
            </a:lvl2pPr>
            <a:lvl3pPr algn="ctr">
              <a:defRPr sz="1275" b="1" i="0">
                <a:solidFill>
                  <a:srgbClr val="FF5B4D"/>
                </a:solidFill>
                <a:latin typeface="Arial"/>
                <a:ea typeface="Arial"/>
                <a:cs typeface="Arial"/>
              </a:defRPr>
            </a:lvl3pPr>
            <a:lvl4pPr algn="ctr">
              <a:defRPr sz="1275" b="1" i="0">
                <a:solidFill>
                  <a:srgbClr val="FF5B4D"/>
                </a:solidFill>
                <a:latin typeface="Arial"/>
                <a:ea typeface="Arial"/>
                <a:cs typeface="Arial"/>
              </a:defRPr>
            </a:lvl4pPr>
            <a:lvl5pPr algn="ctr">
              <a:defRPr sz="1275" b="1" i="0">
                <a:solidFill>
                  <a:srgbClr val="FF5B4D"/>
                </a:solidFill>
                <a:latin typeface="Arial"/>
                <a:ea typeface="Arial"/>
                <a:cs typeface="Arial"/>
              </a:defRPr>
            </a:lvl5pPr>
            <a:lvl6pPr algn="ctr">
              <a:defRPr sz="1275" b="1" i="0">
                <a:solidFill>
                  <a:srgbClr val="FF5B4D"/>
                </a:solidFill>
                <a:latin typeface="Arial"/>
                <a:ea typeface="Arial"/>
                <a:cs typeface="Arial"/>
              </a:defRPr>
            </a:lvl6pPr>
            <a:lvl7pPr algn="ctr">
              <a:defRPr sz="1275" b="1" i="0">
                <a:solidFill>
                  <a:srgbClr val="FF5B4D"/>
                </a:solidFill>
                <a:latin typeface="Arial"/>
                <a:ea typeface="Arial"/>
                <a:cs typeface="Arial"/>
              </a:defRPr>
            </a:lvl7pPr>
            <a:lvl8pPr algn="ctr">
              <a:defRPr sz="1275" b="1" i="0">
                <a:solidFill>
                  <a:srgbClr val="FF5B4D"/>
                </a:solidFill>
                <a:latin typeface="Arial"/>
                <a:ea typeface="Arial"/>
                <a:cs typeface="Arial"/>
              </a:defRPr>
            </a:lvl8pPr>
            <a:lvl9pPr algn="ctr">
              <a:defRPr sz="1275" b="1" i="0">
                <a:solidFill>
                  <a:srgbClr val="FF5B4D"/>
                </a:solidFill>
                <a:latin typeface="Arial"/>
                <a:ea typeface="Arial"/>
                <a:cs typeface="Arial"/>
              </a:defRPr>
            </a:lvl9pPr>
          </a:lstStyle>
          <a:p xmlns:a="http://schemas.openxmlformats.org/drawingml/2006/main">
            <a:pPr algn="ctr">
              <a:defRPr sz="1275" b="1" i="0">
                <a:solidFill>
                  <a:srgbClr val="FF5B4D"/>
                </a:solidFill>
                <a:latin typeface="Arial"/>
                <a:ea typeface="Arial"/>
                <a:cs typeface="Arial"/>
              </a:defRPr>
            </a:pPr>
            <a:r>
              <a:rPr sz="1275" b="1" i="0">
                <a:solidFill>
                  <a:srgbClr val="FF5B4D"/>
                </a:solidFill>
                <a:latin typeface="Arial"/>
                <a:ea typeface="Arial"/>
                <a:cs typeface="Arial"/>
              </a:rPr>
              <a:t>TRANSITION</a:t>
            </a:r>
          </a:p>
        </p:txBody>
      </p:sp>
      <p:sp>
        <p:nvSpPr>
          <p:cNvPr id="8" name="">
            <a:extLst xmlns:a="http://schemas.openxmlformats.org/drawingml/2006/main">
              <a:ext uri="{FF2B5EF4-FFF2-40B4-BE49-F238E27FC236}">
                <a16:creationId xmlns:a16="http://schemas.microsoft.com/office/drawing/2014/main" id="{DB0FBE9D-E483-4EE5-8B41-D4C6D5892D35}"/>
              </a:ext>
            </a:extLst>
          </p:cNvPr>
          <p:cNvSpPr>
            <a:spLocks xmlns:a="http://schemas.openxmlformats.org/drawingml/2006/main" noGrp="1"/>
          </p:cNvSpPr>
          <p:nvPr/>
        </p:nvSpPr>
        <p:spPr>
          <a:xfrm xmlns:a="http://schemas.openxmlformats.org/drawingml/2006/main">
            <a:off x="5715000" y="269557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2250" b="1" i="0">
                <a:solidFill>
                  <a:srgbClr val="FFFFFF"/>
                </a:solidFill>
                <a:latin typeface="Arial"/>
                <a:ea typeface="Arial"/>
                <a:cs typeface="Arial"/>
              </a:defRPr>
            </a:defPPr>
            <a:lvl1pPr algn="ctr">
              <a:defRPr sz="2250" b="1" i="0">
                <a:solidFill>
                  <a:srgbClr val="FFFFFF"/>
                </a:solidFill>
                <a:latin typeface="Arial"/>
                <a:ea typeface="Arial"/>
                <a:cs typeface="Arial"/>
              </a:defRPr>
            </a:lvl1pPr>
            <a:lvl2pPr algn="ctr">
              <a:defRPr sz="2250" b="1" i="0">
                <a:solidFill>
                  <a:srgbClr val="FFFFFF"/>
                </a:solidFill>
                <a:latin typeface="Arial"/>
                <a:ea typeface="Arial"/>
                <a:cs typeface="Arial"/>
              </a:defRPr>
            </a:lvl2pPr>
            <a:lvl3pPr algn="ctr">
              <a:defRPr sz="2250" b="1" i="0">
                <a:solidFill>
                  <a:srgbClr val="FFFFFF"/>
                </a:solidFill>
                <a:latin typeface="Arial"/>
                <a:ea typeface="Arial"/>
                <a:cs typeface="Arial"/>
              </a:defRPr>
            </a:lvl3pPr>
            <a:lvl4pPr algn="ctr">
              <a:defRPr sz="2250" b="1" i="0">
                <a:solidFill>
                  <a:srgbClr val="FFFFFF"/>
                </a:solidFill>
                <a:latin typeface="Arial"/>
                <a:ea typeface="Arial"/>
                <a:cs typeface="Arial"/>
              </a:defRPr>
            </a:lvl4pPr>
            <a:lvl5pPr algn="ctr">
              <a:defRPr sz="2250" b="1" i="0">
                <a:solidFill>
                  <a:srgbClr val="FFFFFF"/>
                </a:solidFill>
                <a:latin typeface="Arial"/>
                <a:ea typeface="Arial"/>
                <a:cs typeface="Arial"/>
              </a:defRPr>
            </a:lvl5pPr>
            <a:lvl6pPr algn="ctr">
              <a:defRPr sz="2250" b="1" i="0">
                <a:solidFill>
                  <a:srgbClr val="FFFFFF"/>
                </a:solidFill>
                <a:latin typeface="Arial"/>
                <a:ea typeface="Arial"/>
                <a:cs typeface="Arial"/>
              </a:defRPr>
            </a:lvl6pPr>
            <a:lvl7pPr algn="ctr">
              <a:defRPr sz="2250" b="1" i="0">
                <a:solidFill>
                  <a:srgbClr val="FFFFFF"/>
                </a:solidFill>
                <a:latin typeface="Arial"/>
                <a:ea typeface="Arial"/>
                <a:cs typeface="Arial"/>
              </a:defRPr>
            </a:lvl7pPr>
            <a:lvl8pPr algn="ctr">
              <a:defRPr sz="2250" b="1" i="0">
                <a:solidFill>
                  <a:srgbClr val="FFFFFF"/>
                </a:solidFill>
                <a:latin typeface="Arial"/>
                <a:ea typeface="Arial"/>
                <a:cs typeface="Arial"/>
              </a:defRPr>
            </a:lvl8pPr>
            <a:lvl9pPr algn="ctr">
              <a:defRPr sz="2250" b="1" i="0">
                <a:solidFill>
                  <a:srgbClr val="FFFFFF"/>
                </a:solidFill>
                <a:latin typeface="Arial"/>
                <a:ea typeface="Arial"/>
                <a:cs typeface="Arial"/>
              </a:defRPr>
            </a:lvl9pPr>
          </a:lstStyle>
          <a:p xmlns:a="http://schemas.openxmlformats.org/drawingml/2006/main">
            <a:pPr algn="ctr">
              <a:defRPr sz="2250" b="1" i="0">
                <a:solidFill>
                  <a:srgbClr val="FFFFFF"/>
                </a:solidFill>
                <a:latin typeface="Arial"/>
                <a:ea typeface="Arial"/>
                <a:cs typeface="Arial"/>
              </a:defRPr>
            </a:pPr>
            <a:r>
              <a:rPr sz="2250" b="1" i="0">
                <a:solidFill>
                  <a:srgbClr val="FFFFF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94B8B6B4-2E41-42BF-B865-979A7ABBFE42}"/>
              </a:ext>
            </a:extLst>
          </p:cNvPr>
          <p:cNvSpPr>
            <a:spLocks xmlns:a="http://schemas.openxmlformats.org/drawingml/2006/main" noGrp="1"/>
          </p:cNvSpPr>
          <p:nvPr/>
        </p:nvSpPr>
        <p:spPr>
          <a:xfrm xmlns:a="http://schemas.openxmlformats.org/drawingml/2006/main">
            <a:off x="6076950" y="26479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i="0">
                <a:solidFill>
                  <a:srgbClr val="FF5B4D"/>
                </a:solidFill>
                <a:latin typeface="Arial"/>
                <a:ea typeface="Arial"/>
                <a:cs typeface="Arial"/>
              </a:defRPr>
            </a:defPPr>
            <a:lvl1pPr algn="ctr">
              <a:defRPr sz="1275" b="1" i="0">
                <a:solidFill>
                  <a:srgbClr val="FF5B4D"/>
                </a:solidFill>
                <a:latin typeface="Arial"/>
                <a:ea typeface="Arial"/>
                <a:cs typeface="Arial"/>
              </a:defRPr>
            </a:lvl1pPr>
            <a:lvl2pPr algn="ctr">
              <a:defRPr sz="1275" b="1" i="0">
                <a:solidFill>
                  <a:srgbClr val="FF5B4D"/>
                </a:solidFill>
                <a:latin typeface="Arial"/>
                <a:ea typeface="Arial"/>
                <a:cs typeface="Arial"/>
              </a:defRPr>
            </a:lvl2pPr>
            <a:lvl3pPr algn="ctr">
              <a:defRPr sz="1275" b="1" i="0">
                <a:solidFill>
                  <a:srgbClr val="FF5B4D"/>
                </a:solidFill>
                <a:latin typeface="Arial"/>
                <a:ea typeface="Arial"/>
                <a:cs typeface="Arial"/>
              </a:defRPr>
            </a:lvl3pPr>
            <a:lvl4pPr algn="ctr">
              <a:defRPr sz="1275" b="1" i="0">
                <a:solidFill>
                  <a:srgbClr val="FF5B4D"/>
                </a:solidFill>
                <a:latin typeface="Arial"/>
                <a:ea typeface="Arial"/>
                <a:cs typeface="Arial"/>
              </a:defRPr>
            </a:lvl4pPr>
            <a:lvl5pPr algn="ctr">
              <a:defRPr sz="1275" b="1" i="0">
                <a:solidFill>
                  <a:srgbClr val="FF5B4D"/>
                </a:solidFill>
                <a:latin typeface="Arial"/>
                <a:ea typeface="Arial"/>
                <a:cs typeface="Arial"/>
              </a:defRPr>
            </a:lvl5pPr>
            <a:lvl6pPr algn="ctr">
              <a:defRPr sz="1275" b="1" i="0">
                <a:solidFill>
                  <a:srgbClr val="FF5B4D"/>
                </a:solidFill>
                <a:latin typeface="Arial"/>
                <a:ea typeface="Arial"/>
                <a:cs typeface="Arial"/>
              </a:defRPr>
            </a:lvl6pPr>
            <a:lvl7pPr algn="ctr">
              <a:defRPr sz="1275" b="1" i="0">
                <a:solidFill>
                  <a:srgbClr val="FF5B4D"/>
                </a:solidFill>
                <a:latin typeface="Arial"/>
                <a:ea typeface="Arial"/>
                <a:cs typeface="Arial"/>
              </a:defRPr>
            </a:lvl7pPr>
            <a:lvl8pPr algn="ctr">
              <a:defRPr sz="1275" b="1" i="0">
                <a:solidFill>
                  <a:srgbClr val="FF5B4D"/>
                </a:solidFill>
                <a:latin typeface="Arial"/>
                <a:ea typeface="Arial"/>
                <a:cs typeface="Arial"/>
              </a:defRPr>
            </a:lvl8pPr>
            <a:lvl9pPr algn="ctr">
              <a:defRPr sz="1275" b="1" i="0">
                <a:solidFill>
                  <a:srgbClr val="FF5B4D"/>
                </a:solidFill>
                <a:latin typeface="Arial"/>
                <a:ea typeface="Arial"/>
                <a:cs typeface="Arial"/>
              </a:defRPr>
            </a:lvl9pPr>
          </a:lstStyle>
          <a:p xmlns:a="http://schemas.openxmlformats.org/drawingml/2006/main">
            <a:pPr algn="ctr">
              <a:defRPr sz="1275" b="1" i="0">
                <a:solidFill>
                  <a:srgbClr val="FF5B4D"/>
                </a:solidFill>
                <a:latin typeface="Arial"/>
                <a:ea typeface="Arial"/>
                <a:cs typeface="Arial"/>
              </a:defRPr>
            </a:pPr>
            <a:r>
              <a:rPr sz="1275" b="1" i="0">
                <a:solidFill>
                  <a:srgbClr val="FF5B4D"/>
                </a:solidFill>
                <a:latin typeface="Arial"/>
                <a:ea typeface="Arial"/>
                <a:cs typeface="Arial"/>
              </a:rPr>
              <a:t>EARLY CONFIDENCE</a:t>
            </a:r>
          </a:p>
        </p:txBody>
      </p:sp>
      <p:sp>
        <p:nvSpPr>
          <p:cNvPr id="10" name="">
            <a:extLst xmlns:a="http://schemas.openxmlformats.org/drawingml/2006/main">
              <a:ext uri="{FF2B5EF4-FFF2-40B4-BE49-F238E27FC236}">
                <a16:creationId xmlns:a16="http://schemas.microsoft.com/office/drawing/2014/main" id="{FA958309-D8DD-4F28-BD18-B40763FD1938}"/>
              </a:ext>
            </a:extLst>
          </p:cNvPr>
          <p:cNvSpPr>
            <a:spLocks xmlns:a="http://schemas.openxmlformats.org/drawingml/2006/main" noGrp="1"/>
          </p:cNvSpPr>
          <p:nvPr/>
        </p:nvSpPr>
        <p:spPr>
          <a:xfrm xmlns:a="http://schemas.openxmlformats.org/drawingml/2006/main">
            <a:off x="8439150" y="269557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ctr">
              <a:defRPr sz="2250" b="1" i="0">
                <a:solidFill>
                  <a:srgbClr val="FFFFFF"/>
                </a:solidFill>
                <a:latin typeface="Arial"/>
                <a:ea typeface="Arial"/>
                <a:cs typeface="Arial"/>
              </a:defRPr>
            </a:defPPr>
            <a:lvl1pPr algn="ctr">
              <a:defRPr sz="2250" b="1" i="0">
                <a:solidFill>
                  <a:srgbClr val="FFFFFF"/>
                </a:solidFill>
                <a:latin typeface="Arial"/>
                <a:ea typeface="Arial"/>
                <a:cs typeface="Arial"/>
              </a:defRPr>
            </a:lvl1pPr>
            <a:lvl2pPr algn="ctr">
              <a:defRPr sz="2250" b="1" i="0">
                <a:solidFill>
                  <a:srgbClr val="FFFFFF"/>
                </a:solidFill>
                <a:latin typeface="Arial"/>
                <a:ea typeface="Arial"/>
                <a:cs typeface="Arial"/>
              </a:defRPr>
            </a:lvl2pPr>
            <a:lvl3pPr algn="ctr">
              <a:defRPr sz="2250" b="1" i="0">
                <a:solidFill>
                  <a:srgbClr val="FFFFFF"/>
                </a:solidFill>
                <a:latin typeface="Arial"/>
                <a:ea typeface="Arial"/>
                <a:cs typeface="Arial"/>
              </a:defRPr>
            </a:lvl3pPr>
            <a:lvl4pPr algn="ctr">
              <a:defRPr sz="2250" b="1" i="0">
                <a:solidFill>
                  <a:srgbClr val="FFFFFF"/>
                </a:solidFill>
                <a:latin typeface="Arial"/>
                <a:ea typeface="Arial"/>
                <a:cs typeface="Arial"/>
              </a:defRPr>
            </a:lvl4pPr>
            <a:lvl5pPr algn="ctr">
              <a:defRPr sz="2250" b="1" i="0">
                <a:solidFill>
                  <a:srgbClr val="FFFFFF"/>
                </a:solidFill>
                <a:latin typeface="Arial"/>
                <a:ea typeface="Arial"/>
                <a:cs typeface="Arial"/>
              </a:defRPr>
            </a:lvl5pPr>
            <a:lvl6pPr algn="ctr">
              <a:defRPr sz="2250" b="1" i="0">
                <a:solidFill>
                  <a:srgbClr val="FFFFFF"/>
                </a:solidFill>
                <a:latin typeface="Arial"/>
                <a:ea typeface="Arial"/>
                <a:cs typeface="Arial"/>
              </a:defRPr>
            </a:lvl6pPr>
            <a:lvl7pPr algn="ctr">
              <a:defRPr sz="2250" b="1" i="0">
                <a:solidFill>
                  <a:srgbClr val="FFFFFF"/>
                </a:solidFill>
                <a:latin typeface="Arial"/>
                <a:ea typeface="Arial"/>
                <a:cs typeface="Arial"/>
              </a:defRPr>
            </a:lvl7pPr>
            <a:lvl8pPr algn="ctr">
              <a:defRPr sz="2250" b="1" i="0">
                <a:solidFill>
                  <a:srgbClr val="FFFFFF"/>
                </a:solidFill>
                <a:latin typeface="Arial"/>
                <a:ea typeface="Arial"/>
                <a:cs typeface="Arial"/>
              </a:defRPr>
            </a:lvl8pPr>
            <a:lvl9pPr algn="ctr">
              <a:defRPr sz="2250" b="1" i="0">
                <a:solidFill>
                  <a:srgbClr val="FFFFFF"/>
                </a:solidFill>
                <a:latin typeface="Arial"/>
                <a:ea typeface="Arial"/>
                <a:cs typeface="Arial"/>
              </a:defRPr>
            </a:lvl9pPr>
          </a:lstStyle>
          <a:p xmlns:a="http://schemas.openxmlformats.org/drawingml/2006/main">
            <a:pPr algn="ctr">
              <a:defRPr sz="2250" b="1" i="0">
                <a:solidFill>
                  <a:srgbClr val="FFFFFF"/>
                </a:solidFill>
                <a:latin typeface="Arial"/>
                <a:ea typeface="Arial"/>
                <a:cs typeface="Arial"/>
              </a:defRPr>
            </a:pPr>
            <a:r>
              <a:rPr sz="2250" b="1" i="0">
                <a:solidFill>
                  <a:srgbClr val="FFFFF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755674F3-5FAC-4927-87CC-8870D1DE2315}"/>
              </a:ext>
            </a:extLst>
          </p:cNvPr>
          <p:cNvSpPr>
            <a:spLocks xmlns:a="http://schemas.openxmlformats.org/drawingml/2006/main" noGrp="1"/>
          </p:cNvSpPr>
          <p:nvPr/>
        </p:nvSpPr>
        <p:spPr>
          <a:xfrm xmlns:a="http://schemas.openxmlformats.org/drawingml/2006/main">
            <a:off x="8801100" y="264795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i="0">
                <a:solidFill>
                  <a:srgbClr val="FF5B4D"/>
                </a:solidFill>
                <a:latin typeface="Arial"/>
                <a:ea typeface="Arial"/>
                <a:cs typeface="Arial"/>
              </a:defRPr>
            </a:defPPr>
            <a:lvl1pPr algn="ctr">
              <a:defRPr sz="1275" b="1" i="0">
                <a:solidFill>
                  <a:srgbClr val="FF5B4D"/>
                </a:solidFill>
                <a:latin typeface="Arial"/>
                <a:ea typeface="Arial"/>
                <a:cs typeface="Arial"/>
              </a:defRPr>
            </a:lvl1pPr>
            <a:lvl2pPr algn="ctr">
              <a:defRPr sz="1275" b="1" i="0">
                <a:solidFill>
                  <a:srgbClr val="FF5B4D"/>
                </a:solidFill>
                <a:latin typeface="Arial"/>
                <a:ea typeface="Arial"/>
                <a:cs typeface="Arial"/>
              </a:defRPr>
            </a:lvl2pPr>
            <a:lvl3pPr algn="ctr">
              <a:defRPr sz="1275" b="1" i="0">
                <a:solidFill>
                  <a:srgbClr val="FF5B4D"/>
                </a:solidFill>
                <a:latin typeface="Arial"/>
                <a:ea typeface="Arial"/>
                <a:cs typeface="Arial"/>
              </a:defRPr>
            </a:lvl3pPr>
            <a:lvl4pPr algn="ctr">
              <a:defRPr sz="1275" b="1" i="0">
                <a:solidFill>
                  <a:srgbClr val="FF5B4D"/>
                </a:solidFill>
                <a:latin typeface="Arial"/>
                <a:ea typeface="Arial"/>
                <a:cs typeface="Arial"/>
              </a:defRPr>
            </a:lvl4pPr>
            <a:lvl5pPr algn="ctr">
              <a:defRPr sz="1275" b="1" i="0">
                <a:solidFill>
                  <a:srgbClr val="FF5B4D"/>
                </a:solidFill>
                <a:latin typeface="Arial"/>
                <a:ea typeface="Arial"/>
                <a:cs typeface="Arial"/>
              </a:defRPr>
            </a:lvl5pPr>
            <a:lvl6pPr algn="ctr">
              <a:defRPr sz="1275" b="1" i="0">
                <a:solidFill>
                  <a:srgbClr val="FF5B4D"/>
                </a:solidFill>
                <a:latin typeface="Arial"/>
                <a:ea typeface="Arial"/>
                <a:cs typeface="Arial"/>
              </a:defRPr>
            </a:lvl6pPr>
            <a:lvl7pPr algn="ctr">
              <a:defRPr sz="1275" b="1" i="0">
                <a:solidFill>
                  <a:srgbClr val="FF5B4D"/>
                </a:solidFill>
                <a:latin typeface="Arial"/>
                <a:ea typeface="Arial"/>
                <a:cs typeface="Arial"/>
              </a:defRPr>
            </a:lvl7pPr>
            <a:lvl8pPr algn="ctr">
              <a:defRPr sz="1275" b="1" i="0">
                <a:solidFill>
                  <a:srgbClr val="FF5B4D"/>
                </a:solidFill>
                <a:latin typeface="Arial"/>
                <a:ea typeface="Arial"/>
                <a:cs typeface="Arial"/>
              </a:defRPr>
            </a:lvl8pPr>
            <a:lvl9pPr algn="ctr">
              <a:defRPr sz="1275" b="1" i="0">
                <a:solidFill>
                  <a:srgbClr val="FF5B4D"/>
                </a:solidFill>
                <a:latin typeface="Arial"/>
                <a:ea typeface="Arial"/>
                <a:cs typeface="Arial"/>
              </a:defRPr>
            </a:lvl9pPr>
          </a:lstStyle>
          <a:p xmlns:a="http://schemas.openxmlformats.org/drawingml/2006/main">
            <a:pPr algn="ctr">
              <a:defRPr sz="1275" b="1" i="0">
                <a:solidFill>
                  <a:srgbClr val="FF5B4D"/>
                </a:solidFill>
                <a:latin typeface="Arial"/>
                <a:ea typeface="Arial"/>
                <a:cs typeface="Arial"/>
              </a:defRPr>
            </a:pPr>
            <a:r>
              <a:rPr sz="1275" b="1" i="0">
                <a:solidFill>
                  <a:srgbClr val="FF5B4D"/>
                </a:solidFill>
                <a:latin typeface="Arial"/>
                <a:ea typeface="Arial"/>
                <a:cs typeface="Arial"/>
              </a:rPr>
              <a:t>RETENTION</a:t>
            </a:r>
          </a:p>
        </p:txBody>
      </p:sp>
      <p:sp>
        <p:nvSpPr>
          <p:cNvPr id="12" name="">
            <a:extLst xmlns:a="http://schemas.openxmlformats.org/drawingml/2006/main">
              <a:ext uri="{FF2B5EF4-FFF2-40B4-BE49-F238E27FC236}">
                <a16:creationId xmlns:a16="http://schemas.microsoft.com/office/drawing/2014/main" id="{3A74756B-954A-4DD7-8981-115C3B6F65AE}"/>
              </a:ext>
            </a:extLst>
          </p:cNvPr>
          <p:cNvSpPr>
            <a:spLocks xmlns:a="http://schemas.openxmlformats.org/drawingml/2006/main" noGrp="1"/>
          </p:cNvSpPr>
          <p:nvPr/>
        </p:nvSpPr>
        <p:spPr>
          <a:xfrm xmlns:a="http://schemas.openxmlformats.org/drawingml/2006/main">
            <a:off x="628650" y="3619500"/>
            <a:ext cx="10287000" cy="66675"/>
          </a:xfrm>
          <a:prstGeom xmlns:a="http://schemas.openxmlformats.org/drawingml/2006/main" prst="rect">
            <a:avLst/>
          </a:prstGeom>
          <a:solidFill xmlns:a="http://schemas.openxmlformats.org/drawingml/2006/main">
            <a:srgbClr val="FF5B4D">
              <a:alpha val="100000"/>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13B2C8E-A139-4AEF-B2DF-D1509CB62B3F}"/>
              </a:ext>
            </a:extLst>
          </p:cNvPr>
          <p:cNvSpPr>
            <a:spLocks xmlns:a="http://schemas.openxmlformats.org/drawingml/2006/main" noGrp="1"/>
          </p:cNvSpPr>
          <p:nvPr/>
        </p:nvSpPr>
        <p:spPr>
          <a:xfrm xmlns:a="http://schemas.openxmlformats.org/drawingml/2006/main">
            <a:off x="628650" y="409575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250" b="1" i="0">
                <a:solidFill>
                  <a:srgbClr val="FFFFFF"/>
                </a:solidFill>
                <a:latin typeface="Arial"/>
                <a:ea typeface="Arial"/>
                <a:cs typeface="Arial"/>
              </a:defRPr>
            </a:defPPr>
            <a:lvl1pPr algn="l">
              <a:defRPr sz="2250" b="1" i="0">
                <a:solidFill>
                  <a:srgbClr val="FFFFFF"/>
                </a:solidFill>
                <a:latin typeface="Arial"/>
                <a:ea typeface="Arial"/>
                <a:cs typeface="Arial"/>
              </a:defRPr>
            </a:lvl1pPr>
            <a:lvl2pPr algn="l">
              <a:defRPr sz="2250" b="1" i="0">
                <a:solidFill>
                  <a:srgbClr val="FFFFFF"/>
                </a:solidFill>
                <a:latin typeface="Arial"/>
                <a:ea typeface="Arial"/>
                <a:cs typeface="Arial"/>
              </a:defRPr>
            </a:lvl2pPr>
            <a:lvl3pPr algn="l">
              <a:defRPr sz="2250" b="1" i="0">
                <a:solidFill>
                  <a:srgbClr val="FFFFFF"/>
                </a:solidFill>
                <a:latin typeface="Arial"/>
                <a:ea typeface="Arial"/>
                <a:cs typeface="Arial"/>
              </a:defRPr>
            </a:lvl3pPr>
            <a:lvl4pPr algn="l">
              <a:defRPr sz="2250" b="1" i="0">
                <a:solidFill>
                  <a:srgbClr val="FFFFFF"/>
                </a:solidFill>
                <a:latin typeface="Arial"/>
                <a:ea typeface="Arial"/>
                <a:cs typeface="Arial"/>
              </a:defRPr>
            </a:lvl4pPr>
            <a:lvl5pPr algn="l">
              <a:defRPr sz="2250" b="1" i="0">
                <a:solidFill>
                  <a:srgbClr val="FFFFFF"/>
                </a:solidFill>
                <a:latin typeface="Arial"/>
                <a:ea typeface="Arial"/>
                <a:cs typeface="Arial"/>
              </a:defRPr>
            </a:lvl5pPr>
            <a:lvl6pPr algn="l">
              <a:defRPr sz="2250" b="1" i="0">
                <a:solidFill>
                  <a:srgbClr val="FFFFFF"/>
                </a:solidFill>
                <a:latin typeface="Arial"/>
                <a:ea typeface="Arial"/>
                <a:cs typeface="Arial"/>
              </a:defRPr>
            </a:lvl6pPr>
            <a:lvl7pPr algn="l">
              <a:defRPr sz="2250" b="1" i="0">
                <a:solidFill>
                  <a:srgbClr val="FFFFFF"/>
                </a:solidFill>
                <a:latin typeface="Arial"/>
                <a:ea typeface="Arial"/>
                <a:cs typeface="Arial"/>
              </a:defRPr>
            </a:lvl7pPr>
            <a:lvl8pPr algn="l">
              <a:defRPr sz="2250" b="1" i="0">
                <a:solidFill>
                  <a:srgbClr val="FFFFFF"/>
                </a:solidFill>
                <a:latin typeface="Arial"/>
                <a:ea typeface="Arial"/>
                <a:cs typeface="Arial"/>
              </a:defRPr>
            </a:lvl8pPr>
            <a:lvl9pPr algn="l">
              <a:defRPr sz="2250" b="1" i="0">
                <a:solidFill>
                  <a:srgbClr val="FFFFFF"/>
                </a:solidFill>
                <a:latin typeface="Arial"/>
                <a:ea typeface="Arial"/>
                <a:cs typeface="Arial"/>
              </a:defRPr>
            </a:lvl9pPr>
          </a:lstStyle>
          <a:p xmlns:a="http://schemas.openxmlformats.org/drawingml/2006/main">
            <a:pPr algn="l">
              <a:defRPr sz="2250" b="1" i="0">
                <a:solidFill>
                  <a:srgbClr val="FFFFFF"/>
                </a:solidFill>
                <a:latin typeface="Arial"/>
                <a:ea typeface="Arial"/>
                <a:cs typeface="Arial"/>
              </a:defRPr>
            </a:pPr>
            <a:r>
              <a:rPr sz="2250" b="1" i="0">
                <a:solidFill>
                  <a:srgbClr val="FFFFFF"/>
                </a:solidFill>
                <a:latin typeface="Arial"/>
                <a:ea typeface="Arial"/>
                <a:cs typeface="Arial"/>
              </a:rPr>
              <a:t>A measurable growth relationship — not a financial forecast.</a:t>
            </a:r>
          </a:p>
        </p:txBody>
      </p:sp>
      <p:sp>
        <p:nvSpPr>
          <p:cNvPr id="14" name="">
            <a:extLst xmlns:a="http://schemas.openxmlformats.org/drawingml/2006/main">
              <a:ext uri="{FF2B5EF4-FFF2-40B4-BE49-F238E27FC236}">
                <a16:creationId xmlns:a16="http://schemas.microsoft.com/office/drawing/2014/main" id="{6370B56E-867E-4F54-95B0-D2803889449A}"/>
              </a:ext>
            </a:extLst>
          </p:cNvPr>
          <p:cNvSpPr>
            <a:spLocks xmlns:a="http://schemas.openxmlformats.org/drawingml/2006/main" noGrp="1"/>
          </p:cNvSpPr>
          <p:nvPr/>
        </p:nvSpPr>
        <p:spPr>
          <a:xfrm xmlns:a="http://schemas.openxmlformats.org/drawingml/2006/main">
            <a:off x="628650" y="495300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FFFFFF"/>
                </a:solidFill>
                <a:latin typeface="Arial"/>
                <a:ea typeface="Arial"/>
                <a:cs typeface="Arial"/>
              </a:defRPr>
            </a:defPPr>
            <a:lvl1pPr algn="l">
              <a:defRPr sz="1575" b="0" i="0">
                <a:solidFill>
                  <a:srgbClr val="FFFFFF"/>
                </a:solidFill>
                <a:latin typeface="Arial"/>
                <a:ea typeface="Arial"/>
                <a:cs typeface="Arial"/>
              </a:defRPr>
            </a:lvl1pPr>
            <a:lvl2pPr algn="l">
              <a:defRPr sz="1575" b="0" i="0">
                <a:solidFill>
                  <a:srgbClr val="FFFFFF"/>
                </a:solidFill>
                <a:latin typeface="Arial"/>
                <a:ea typeface="Arial"/>
                <a:cs typeface="Arial"/>
              </a:defRPr>
            </a:lvl2pPr>
            <a:lvl3pPr algn="l">
              <a:defRPr sz="1575" b="0" i="0">
                <a:solidFill>
                  <a:srgbClr val="FFFFFF"/>
                </a:solidFill>
                <a:latin typeface="Arial"/>
                <a:ea typeface="Arial"/>
                <a:cs typeface="Arial"/>
              </a:defRPr>
            </a:lvl3pPr>
            <a:lvl4pPr algn="l">
              <a:defRPr sz="1575" b="0" i="0">
                <a:solidFill>
                  <a:srgbClr val="FFFFFF"/>
                </a:solidFill>
                <a:latin typeface="Arial"/>
                <a:ea typeface="Arial"/>
                <a:cs typeface="Arial"/>
              </a:defRPr>
            </a:lvl4pPr>
            <a:lvl5pPr algn="l">
              <a:defRPr sz="1575" b="0" i="0">
                <a:solidFill>
                  <a:srgbClr val="FFFFFF"/>
                </a:solidFill>
                <a:latin typeface="Arial"/>
                <a:ea typeface="Arial"/>
                <a:cs typeface="Arial"/>
              </a:defRPr>
            </a:lvl5pPr>
            <a:lvl6pPr algn="l">
              <a:defRPr sz="1575" b="0" i="0">
                <a:solidFill>
                  <a:srgbClr val="FFFFFF"/>
                </a:solidFill>
                <a:latin typeface="Arial"/>
                <a:ea typeface="Arial"/>
                <a:cs typeface="Arial"/>
              </a:defRPr>
            </a:lvl6pPr>
            <a:lvl7pPr algn="l">
              <a:defRPr sz="1575" b="0" i="0">
                <a:solidFill>
                  <a:srgbClr val="FFFFFF"/>
                </a:solidFill>
                <a:latin typeface="Arial"/>
                <a:ea typeface="Arial"/>
                <a:cs typeface="Arial"/>
              </a:defRPr>
            </a:lvl7pPr>
            <a:lvl8pPr algn="l">
              <a:defRPr sz="1575" b="0" i="0">
                <a:solidFill>
                  <a:srgbClr val="FFFFFF"/>
                </a:solidFill>
                <a:latin typeface="Arial"/>
                <a:ea typeface="Arial"/>
                <a:cs typeface="Arial"/>
              </a:defRPr>
            </a:lvl8pPr>
            <a:lvl9pPr algn="l">
              <a:defRPr sz="1575" b="0" i="0">
                <a:solidFill>
                  <a:srgbClr val="FFFFFF"/>
                </a:solidFill>
                <a:latin typeface="Arial"/>
                <a:ea typeface="Arial"/>
                <a:cs typeface="Arial"/>
              </a:defRPr>
            </a:lvl9pPr>
          </a:lstStyle>
          <a:p xmlns:a="http://schemas.openxmlformats.org/drawingml/2006/main">
            <a:pPr algn="l">
              <a:defRPr sz="1575" b="0" i="0">
                <a:solidFill>
                  <a:srgbClr val="FFFFFF"/>
                </a:solidFill>
                <a:latin typeface="Arial"/>
                <a:ea typeface="Arial"/>
                <a:cs typeface="Arial"/>
              </a:defRPr>
            </a:pPr>
            <a:r>
              <a:rPr sz="1575" b="0" i="0">
                <a:solidFill>
                  <a:srgbClr val="FFFFFF"/>
                </a:solidFill>
                <a:latin typeface="Arial"/>
                <a:ea typeface="Arial"/>
                <a:cs typeface="Arial"/>
              </a:rPr>
              <a:t>Replace every term with first-party baselines; test the sequence; scale only what improves durable customer value.</a:t>
            </a:r>
          </a:p>
        </p:txBody>
      </p:sp>
      <p:sp>
        <p:nvSpPr>
          <p:cNvPr id="15" name="">
            <a:extLst xmlns:a="http://schemas.openxmlformats.org/drawingml/2006/main">
              <a:ext uri="{FF2B5EF4-FFF2-40B4-BE49-F238E27FC236}">
                <a16:creationId xmlns:a16="http://schemas.microsoft.com/office/drawing/2014/main" id="{B8D92617-E7B7-4F71-9082-BA0726A4C1E8}"/>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6A6267"/>
                </a:solidFill>
                <a:latin typeface="Arial"/>
                <a:ea typeface="Arial"/>
                <a:cs typeface="Arial"/>
              </a:defRPr>
            </a:defPPr>
            <a:lvl1pPr algn="l">
              <a:defRPr sz="675" b="1" i="0">
                <a:solidFill>
                  <a:srgbClr val="6A6267"/>
                </a:solidFill>
                <a:latin typeface="Arial"/>
                <a:ea typeface="Arial"/>
                <a:cs typeface="Arial"/>
              </a:defRPr>
            </a:lvl1pPr>
            <a:lvl2pPr algn="l">
              <a:defRPr sz="675" b="1" i="0">
                <a:solidFill>
                  <a:srgbClr val="6A6267"/>
                </a:solidFill>
                <a:latin typeface="Arial"/>
                <a:ea typeface="Arial"/>
                <a:cs typeface="Arial"/>
              </a:defRPr>
            </a:lvl2pPr>
            <a:lvl3pPr algn="l">
              <a:defRPr sz="675" b="1" i="0">
                <a:solidFill>
                  <a:srgbClr val="6A6267"/>
                </a:solidFill>
                <a:latin typeface="Arial"/>
                <a:ea typeface="Arial"/>
                <a:cs typeface="Arial"/>
              </a:defRPr>
            </a:lvl3pPr>
            <a:lvl4pPr algn="l">
              <a:defRPr sz="675" b="1" i="0">
                <a:solidFill>
                  <a:srgbClr val="6A6267"/>
                </a:solidFill>
                <a:latin typeface="Arial"/>
                <a:ea typeface="Arial"/>
                <a:cs typeface="Arial"/>
              </a:defRPr>
            </a:lvl4pPr>
            <a:lvl5pPr algn="l">
              <a:defRPr sz="675" b="1" i="0">
                <a:solidFill>
                  <a:srgbClr val="6A6267"/>
                </a:solidFill>
                <a:latin typeface="Arial"/>
                <a:ea typeface="Arial"/>
                <a:cs typeface="Arial"/>
              </a:defRPr>
            </a:lvl5pPr>
            <a:lvl6pPr algn="l">
              <a:defRPr sz="675" b="1" i="0">
                <a:solidFill>
                  <a:srgbClr val="6A6267"/>
                </a:solidFill>
                <a:latin typeface="Arial"/>
                <a:ea typeface="Arial"/>
                <a:cs typeface="Arial"/>
              </a:defRPr>
            </a:lvl6pPr>
            <a:lvl7pPr algn="l">
              <a:defRPr sz="675" b="1" i="0">
                <a:solidFill>
                  <a:srgbClr val="6A6267"/>
                </a:solidFill>
                <a:latin typeface="Arial"/>
                <a:ea typeface="Arial"/>
                <a:cs typeface="Arial"/>
              </a:defRPr>
            </a:lvl7pPr>
            <a:lvl8pPr algn="l">
              <a:defRPr sz="675" b="1" i="0">
                <a:solidFill>
                  <a:srgbClr val="6A6267"/>
                </a:solidFill>
                <a:latin typeface="Arial"/>
                <a:ea typeface="Arial"/>
                <a:cs typeface="Arial"/>
              </a:defRPr>
            </a:lvl8pPr>
            <a:lvl9pPr algn="l">
              <a:defRPr sz="675" b="1" i="0">
                <a:solidFill>
                  <a:srgbClr val="6A6267"/>
                </a:solidFill>
                <a:latin typeface="Arial"/>
                <a:ea typeface="Arial"/>
                <a:cs typeface="Arial"/>
              </a:defRPr>
            </a:lvl9pPr>
          </a:lstStyle>
          <a:p xmlns:a="http://schemas.openxmlformats.org/drawingml/2006/main">
            <a:pPr algn="l">
              <a:defRPr sz="675" b="1" i="0">
                <a:solidFill>
                  <a:srgbClr val="6A6267"/>
                </a:solidFill>
                <a:latin typeface="Arial"/>
                <a:ea typeface="Arial"/>
                <a:cs typeface="Arial"/>
              </a:defRPr>
            </a:pPr>
            <a:r>
              <a:rPr sz="675" b="1" i="0">
                <a:solidFill>
                  <a:srgbClr val="6A6267"/>
                </a:solidFill>
                <a:latin typeface="Arial"/>
                <a:ea typeface="Arial"/>
                <a:cs typeface="Arial"/>
              </a:rPr>
              <a:t>FIELDWORK / KATKIN / INTERNAL CALIBRATION</a:t>
            </a:r>
          </a:p>
        </p:txBody>
      </p:sp>
      <p:sp>
        <p:nvSpPr>
          <p:cNvPr id="16" name="">
            <a:extLst xmlns:a="http://schemas.openxmlformats.org/drawingml/2006/main">
              <a:ext uri="{FF2B5EF4-FFF2-40B4-BE49-F238E27FC236}">
                <a16:creationId xmlns:a16="http://schemas.microsoft.com/office/drawing/2014/main" id="{46AB6FDD-9067-4538-ABDA-1A1F84794A35}"/>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A6267"/>
                </a:solidFill>
                <a:latin typeface="Arial"/>
                <a:ea typeface="Arial"/>
                <a:cs typeface="Arial"/>
              </a:defRPr>
            </a:defPPr>
            <a:lvl1pPr algn="r">
              <a:defRPr sz="675" b="1" i="0">
                <a:solidFill>
                  <a:srgbClr val="6A6267"/>
                </a:solidFill>
                <a:latin typeface="Arial"/>
                <a:ea typeface="Arial"/>
                <a:cs typeface="Arial"/>
              </a:defRPr>
            </a:lvl1pPr>
            <a:lvl2pPr algn="r">
              <a:defRPr sz="675" b="1" i="0">
                <a:solidFill>
                  <a:srgbClr val="6A6267"/>
                </a:solidFill>
                <a:latin typeface="Arial"/>
                <a:ea typeface="Arial"/>
                <a:cs typeface="Arial"/>
              </a:defRPr>
            </a:lvl2pPr>
            <a:lvl3pPr algn="r">
              <a:defRPr sz="675" b="1" i="0">
                <a:solidFill>
                  <a:srgbClr val="6A6267"/>
                </a:solidFill>
                <a:latin typeface="Arial"/>
                <a:ea typeface="Arial"/>
                <a:cs typeface="Arial"/>
              </a:defRPr>
            </a:lvl3pPr>
            <a:lvl4pPr algn="r">
              <a:defRPr sz="675" b="1" i="0">
                <a:solidFill>
                  <a:srgbClr val="6A6267"/>
                </a:solidFill>
                <a:latin typeface="Arial"/>
                <a:ea typeface="Arial"/>
                <a:cs typeface="Arial"/>
              </a:defRPr>
            </a:lvl4pPr>
            <a:lvl5pPr algn="r">
              <a:defRPr sz="675" b="1" i="0">
                <a:solidFill>
                  <a:srgbClr val="6A6267"/>
                </a:solidFill>
                <a:latin typeface="Arial"/>
                <a:ea typeface="Arial"/>
                <a:cs typeface="Arial"/>
              </a:defRPr>
            </a:lvl5pPr>
            <a:lvl6pPr algn="r">
              <a:defRPr sz="675" b="1" i="0">
                <a:solidFill>
                  <a:srgbClr val="6A6267"/>
                </a:solidFill>
                <a:latin typeface="Arial"/>
                <a:ea typeface="Arial"/>
                <a:cs typeface="Arial"/>
              </a:defRPr>
            </a:lvl6pPr>
            <a:lvl7pPr algn="r">
              <a:defRPr sz="675" b="1" i="0">
                <a:solidFill>
                  <a:srgbClr val="6A6267"/>
                </a:solidFill>
                <a:latin typeface="Arial"/>
                <a:ea typeface="Arial"/>
                <a:cs typeface="Arial"/>
              </a:defRPr>
            </a:lvl7pPr>
            <a:lvl8pPr algn="r">
              <a:defRPr sz="675" b="1" i="0">
                <a:solidFill>
                  <a:srgbClr val="6A6267"/>
                </a:solidFill>
                <a:latin typeface="Arial"/>
                <a:ea typeface="Arial"/>
                <a:cs typeface="Arial"/>
              </a:defRPr>
            </a:lvl8pPr>
            <a:lvl9pPr algn="r">
              <a:defRPr sz="675" b="1" i="0">
                <a:solidFill>
                  <a:srgbClr val="6A6267"/>
                </a:solidFill>
                <a:latin typeface="Arial"/>
                <a:ea typeface="Arial"/>
                <a:cs typeface="Arial"/>
              </a:defRPr>
            </a:lvl9pPr>
          </a:lstStyle>
          <a:p xmlns:a="http://schemas.openxmlformats.org/drawingml/2006/main">
            <a:pPr algn="r">
              <a:defRPr sz="675" b="1" i="0">
                <a:solidFill>
                  <a:srgbClr val="6A6267"/>
                </a:solidFill>
                <a:latin typeface="Arial"/>
                <a:ea typeface="Arial"/>
                <a:cs typeface="Arial"/>
              </a:defRPr>
            </a:pPr>
            <a:r>
              <a:rPr sz="675" b="1" i="0">
                <a:solidFill>
                  <a:srgbClr val="6A6267"/>
                </a:solidFill>
                <a:latin typeface="Arial"/>
                <a:ea typeface="Arial"/>
                <a:cs typeface="Arial"/>
              </a:rPr>
              <a:t>MODELLED MECHANISM / NO £ FORECAST</a:t>
            </a:r>
          </a:p>
        </p:txBody>
      </p:sp>
      <p:sp>
        <p:nvSpPr>
          <p:cNvPr id="17" name="">
            <a:extLst xmlns:a="http://schemas.openxmlformats.org/drawingml/2006/main">
              <a:ext uri="{FF2B5EF4-FFF2-40B4-BE49-F238E27FC236}">
                <a16:creationId xmlns:a16="http://schemas.microsoft.com/office/drawing/2014/main" id="{6B3AA538-C943-46C2-9EB3-9BD259BEF130}"/>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A6267"/>
                </a:solidFill>
                <a:latin typeface="Arial"/>
                <a:ea typeface="Arial"/>
                <a:cs typeface="Arial"/>
              </a:defRPr>
            </a:defPPr>
            <a:lvl1pPr algn="r">
              <a:defRPr sz="675" b="1" i="0">
                <a:solidFill>
                  <a:srgbClr val="6A6267"/>
                </a:solidFill>
                <a:latin typeface="Arial"/>
                <a:ea typeface="Arial"/>
                <a:cs typeface="Arial"/>
              </a:defRPr>
            </a:lvl1pPr>
            <a:lvl2pPr algn="r">
              <a:defRPr sz="675" b="1" i="0">
                <a:solidFill>
                  <a:srgbClr val="6A6267"/>
                </a:solidFill>
                <a:latin typeface="Arial"/>
                <a:ea typeface="Arial"/>
                <a:cs typeface="Arial"/>
              </a:defRPr>
            </a:lvl2pPr>
            <a:lvl3pPr algn="r">
              <a:defRPr sz="675" b="1" i="0">
                <a:solidFill>
                  <a:srgbClr val="6A6267"/>
                </a:solidFill>
                <a:latin typeface="Arial"/>
                <a:ea typeface="Arial"/>
                <a:cs typeface="Arial"/>
              </a:defRPr>
            </a:lvl3pPr>
            <a:lvl4pPr algn="r">
              <a:defRPr sz="675" b="1" i="0">
                <a:solidFill>
                  <a:srgbClr val="6A6267"/>
                </a:solidFill>
                <a:latin typeface="Arial"/>
                <a:ea typeface="Arial"/>
                <a:cs typeface="Arial"/>
              </a:defRPr>
            </a:lvl4pPr>
            <a:lvl5pPr algn="r">
              <a:defRPr sz="675" b="1" i="0">
                <a:solidFill>
                  <a:srgbClr val="6A6267"/>
                </a:solidFill>
                <a:latin typeface="Arial"/>
                <a:ea typeface="Arial"/>
                <a:cs typeface="Arial"/>
              </a:defRPr>
            </a:lvl5pPr>
            <a:lvl6pPr algn="r">
              <a:defRPr sz="675" b="1" i="0">
                <a:solidFill>
                  <a:srgbClr val="6A6267"/>
                </a:solidFill>
                <a:latin typeface="Arial"/>
                <a:ea typeface="Arial"/>
                <a:cs typeface="Arial"/>
              </a:defRPr>
            </a:lvl6pPr>
            <a:lvl7pPr algn="r">
              <a:defRPr sz="675" b="1" i="0">
                <a:solidFill>
                  <a:srgbClr val="6A6267"/>
                </a:solidFill>
                <a:latin typeface="Arial"/>
                <a:ea typeface="Arial"/>
                <a:cs typeface="Arial"/>
              </a:defRPr>
            </a:lvl7pPr>
            <a:lvl8pPr algn="r">
              <a:defRPr sz="675" b="1" i="0">
                <a:solidFill>
                  <a:srgbClr val="6A6267"/>
                </a:solidFill>
                <a:latin typeface="Arial"/>
                <a:ea typeface="Arial"/>
                <a:cs typeface="Arial"/>
              </a:defRPr>
            </a:lvl8pPr>
            <a:lvl9pPr algn="r">
              <a:defRPr sz="675" b="1" i="0">
                <a:solidFill>
                  <a:srgbClr val="6A6267"/>
                </a:solidFill>
                <a:latin typeface="Arial"/>
                <a:ea typeface="Arial"/>
                <a:cs typeface="Arial"/>
              </a:defRPr>
            </a:lvl9pPr>
          </a:lstStyle>
          <a:p xmlns:a="http://schemas.openxmlformats.org/drawingml/2006/main">
            <a:pPr algn="r">
              <a:defRPr sz="675" b="1" i="0">
                <a:solidFill>
                  <a:srgbClr val="6A6267"/>
                </a:solidFill>
                <a:latin typeface="Arial"/>
                <a:ea typeface="Arial"/>
                <a:cs typeface="Arial"/>
              </a:defRPr>
            </a:pPr>
            <a:r>
              <a:rPr sz="675" b="1" i="0">
                <a:solidFill>
                  <a:srgbClr val="6A6267"/>
                </a:solidFill>
                <a:latin typeface="Arial"/>
                <a:ea typeface="Arial"/>
                <a:cs typeface="Arial"/>
              </a:rPr>
              <a:t>02 / 05</a:t>
            </a:r>
          </a:p>
        </p:txBody>
      </p:sp>
    </p:spTree>
    <p:extLst>
      <p:ext uri="{BB962C8B-B14F-4D97-AF65-F5344CB8AC3E}">
        <p14:creationId xmlns:p14="http://schemas.microsoft.com/office/powerpoint/2010/main" val="1130277298"/>
      </p:ext>
    </p:extLst>
  </p:cSld>
</p:sld>
</file>

<file path=ppt/slides/slide3.xml><?xml version="1.0" encoding="utf-8"?>
<p:sld xmlns:p="http://schemas.openxmlformats.org/presentationml/2006/main">
  <p:cSld>
    <p:bg>
      <p:bgPr>
        <a:solidFill xmlns:a="http://schemas.openxmlformats.org/drawingml/2006/main">
          <a:srgbClr val="FFF4E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FF9C20D-5AA7-4B88-91B8-4EEA42091A10}"/>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6546D7"/>
                </a:solidFill>
                <a:latin typeface="Arial"/>
                <a:ea typeface="Arial"/>
                <a:cs typeface="Arial"/>
              </a:defRPr>
            </a:defPPr>
            <a:lvl1pPr algn="l">
              <a:defRPr sz="825" b="1" i="0">
                <a:solidFill>
                  <a:srgbClr val="6546D7"/>
                </a:solidFill>
                <a:latin typeface="Arial"/>
                <a:ea typeface="Arial"/>
                <a:cs typeface="Arial"/>
              </a:defRPr>
            </a:lvl1pPr>
            <a:lvl2pPr algn="l">
              <a:defRPr sz="825" b="1" i="0">
                <a:solidFill>
                  <a:srgbClr val="6546D7"/>
                </a:solidFill>
                <a:latin typeface="Arial"/>
                <a:ea typeface="Arial"/>
                <a:cs typeface="Arial"/>
              </a:defRPr>
            </a:lvl2pPr>
            <a:lvl3pPr algn="l">
              <a:defRPr sz="825" b="1" i="0">
                <a:solidFill>
                  <a:srgbClr val="6546D7"/>
                </a:solidFill>
                <a:latin typeface="Arial"/>
                <a:ea typeface="Arial"/>
                <a:cs typeface="Arial"/>
              </a:defRPr>
            </a:lvl3pPr>
            <a:lvl4pPr algn="l">
              <a:defRPr sz="825" b="1" i="0">
                <a:solidFill>
                  <a:srgbClr val="6546D7"/>
                </a:solidFill>
                <a:latin typeface="Arial"/>
                <a:ea typeface="Arial"/>
                <a:cs typeface="Arial"/>
              </a:defRPr>
            </a:lvl4pPr>
            <a:lvl5pPr algn="l">
              <a:defRPr sz="825" b="1" i="0">
                <a:solidFill>
                  <a:srgbClr val="6546D7"/>
                </a:solidFill>
                <a:latin typeface="Arial"/>
                <a:ea typeface="Arial"/>
                <a:cs typeface="Arial"/>
              </a:defRPr>
            </a:lvl5pPr>
            <a:lvl6pPr algn="l">
              <a:defRPr sz="825" b="1" i="0">
                <a:solidFill>
                  <a:srgbClr val="6546D7"/>
                </a:solidFill>
                <a:latin typeface="Arial"/>
                <a:ea typeface="Arial"/>
                <a:cs typeface="Arial"/>
              </a:defRPr>
            </a:lvl6pPr>
            <a:lvl7pPr algn="l">
              <a:defRPr sz="825" b="1" i="0">
                <a:solidFill>
                  <a:srgbClr val="6546D7"/>
                </a:solidFill>
                <a:latin typeface="Arial"/>
                <a:ea typeface="Arial"/>
                <a:cs typeface="Arial"/>
              </a:defRPr>
            </a:lvl7pPr>
            <a:lvl8pPr algn="l">
              <a:defRPr sz="825" b="1" i="0">
                <a:solidFill>
                  <a:srgbClr val="6546D7"/>
                </a:solidFill>
                <a:latin typeface="Arial"/>
                <a:ea typeface="Arial"/>
                <a:cs typeface="Arial"/>
              </a:defRPr>
            </a:lvl8pPr>
            <a:lvl9pPr algn="l">
              <a:defRPr sz="825" b="1" i="0">
                <a:solidFill>
                  <a:srgbClr val="6546D7"/>
                </a:solidFill>
                <a:latin typeface="Arial"/>
                <a:ea typeface="Arial"/>
                <a:cs typeface="Arial"/>
              </a:defRPr>
            </a:lvl9pPr>
          </a:lstStyle>
          <a:p xmlns:a="http://schemas.openxmlformats.org/drawingml/2006/main">
            <a:pPr algn="l">
              <a:defRPr sz="825" b="1" i="0">
                <a:solidFill>
                  <a:srgbClr val="6546D7"/>
                </a:solidFill>
                <a:latin typeface="Arial"/>
                <a:ea typeface="Arial"/>
                <a:cs typeface="Arial"/>
              </a:defRPr>
            </a:pPr>
            <a:r>
              <a:rPr sz="825" b="1" i="0">
                <a:solidFill>
                  <a:srgbClr val="6546D7"/>
                </a:solidFill>
                <a:latin typeface="Arial"/>
                <a:ea typeface="Arial"/>
                <a:cs typeface="Arial"/>
              </a:rPr>
              <a:t>03 / THE GROWTH LEVERS</a:t>
            </a:r>
          </a:p>
        </p:txBody>
      </p:sp>
      <p:sp>
        <p:nvSpPr>
          <p:cNvPr id="2" name="">
            <a:extLst xmlns:a="http://schemas.openxmlformats.org/drawingml/2006/main">
              <a:ext uri="{FF2B5EF4-FFF2-40B4-BE49-F238E27FC236}">
                <a16:creationId xmlns:a16="http://schemas.microsoft.com/office/drawing/2014/main" id="{ACD67423-B7EC-413C-ADE2-2EE46DDAE2CA}"/>
              </a:ext>
            </a:extLst>
          </p:cNvPr>
          <p:cNvSpPr>
            <a:spLocks xmlns:a="http://schemas.openxmlformats.org/drawingml/2006/main" noGrp="1"/>
          </p:cNvSpPr>
          <p:nvPr/>
        </p:nvSpPr>
        <p:spPr>
          <a:xfrm xmlns:a="http://schemas.openxmlformats.org/drawingml/2006/main">
            <a:off x="590550" y="876300"/>
            <a:ext cx="876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225" b="1" i="0">
                <a:solidFill>
                  <a:srgbClr val="181619"/>
                </a:solidFill>
                <a:latin typeface="Arial"/>
                <a:ea typeface="Arial"/>
                <a:cs typeface="Arial"/>
              </a:defRPr>
            </a:defPPr>
            <a:lvl1pPr algn="l">
              <a:defRPr sz="3225" b="1" i="0">
                <a:solidFill>
                  <a:srgbClr val="181619"/>
                </a:solidFill>
                <a:latin typeface="Arial"/>
                <a:ea typeface="Arial"/>
                <a:cs typeface="Arial"/>
              </a:defRPr>
            </a:lvl1pPr>
            <a:lvl2pPr algn="l">
              <a:defRPr sz="3225" b="1" i="0">
                <a:solidFill>
                  <a:srgbClr val="181619"/>
                </a:solidFill>
                <a:latin typeface="Arial"/>
                <a:ea typeface="Arial"/>
                <a:cs typeface="Arial"/>
              </a:defRPr>
            </a:lvl2pPr>
            <a:lvl3pPr algn="l">
              <a:defRPr sz="3225" b="1" i="0">
                <a:solidFill>
                  <a:srgbClr val="181619"/>
                </a:solidFill>
                <a:latin typeface="Arial"/>
                <a:ea typeface="Arial"/>
                <a:cs typeface="Arial"/>
              </a:defRPr>
            </a:lvl3pPr>
            <a:lvl4pPr algn="l">
              <a:defRPr sz="3225" b="1" i="0">
                <a:solidFill>
                  <a:srgbClr val="181619"/>
                </a:solidFill>
                <a:latin typeface="Arial"/>
                <a:ea typeface="Arial"/>
                <a:cs typeface="Arial"/>
              </a:defRPr>
            </a:lvl4pPr>
            <a:lvl5pPr algn="l">
              <a:defRPr sz="3225" b="1" i="0">
                <a:solidFill>
                  <a:srgbClr val="181619"/>
                </a:solidFill>
                <a:latin typeface="Arial"/>
                <a:ea typeface="Arial"/>
                <a:cs typeface="Arial"/>
              </a:defRPr>
            </a:lvl5pPr>
            <a:lvl6pPr algn="l">
              <a:defRPr sz="3225" b="1" i="0">
                <a:solidFill>
                  <a:srgbClr val="181619"/>
                </a:solidFill>
                <a:latin typeface="Arial"/>
                <a:ea typeface="Arial"/>
                <a:cs typeface="Arial"/>
              </a:defRPr>
            </a:lvl6pPr>
            <a:lvl7pPr algn="l">
              <a:defRPr sz="3225" b="1" i="0">
                <a:solidFill>
                  <a:srgbClr val="181619"/>
                </a:solidFill>
                <a:latin typeface="Arial"/>
                <a:ea typeface="Arial"/>
                <a:cs typeface="Arial"/>
              </a:defRPr>
            </a:lvl7pPr>
            <a:lvl8pPr algn="l">
              <a:defRPr sz="3225" b="1" i="0">
                <a:solidFill>
                  <a:srgbClr val="181619"/>
                </a:solidFill>
                <a:latin typeface="Arial"/>
                <a:ea typeface="Arial"/>
                <a:cs typeface="Arial"/>
              </a:defRPr>
            </a:lvl8pPr>
            <a:lvl9pPr algn="l">
              <a:defRPr sz="3225" b="1" i="0">
                <a:solidFill>
                  <a:srgbClr val="181619"/>
                </a:solidFill>
                <a:latin typeface="Arial"/>
                <a:ea typeface="Arial"/>
                <a:cs typeface="Arial"/>
              </a:defRPr>
            </a:lvl9pPr>
          </a:lstStyle>
          <a:p xmlns:a="http://schemas.openxmlformats.org/drawingml/2006/main">
            <a:pPr algn="l">
              <a:defRPr sz="3225" b="1" i="0">
                <a:solidFill>
                  <a:srgbClr val="181619"/>
                </a:solidFill>
                <a:latin typeface="Arial"/>
                <a:ea typeface="Arial"/>
                <a:cs typeface="Arial"/>
              </a:defRPr>
            </a:pPr>
            <a:r>
              <a:rPr sz="3225" b="1" i="0">
                <a:solidFill>
                  <a:srgbClr val="181619"/>
                </a:solidFill>
                <a:latin typeface="Arial"/>
                <a:ea typeface="Arial"/>
                <a:cs typeface="Arial"/>
              </a:rPr>
              <a:t>Four levers. One order of operations.</a:t>
            </a:r>
          </a:p>
        </p:txBody>
      </p:sp>
      <p:sp>
        <p:nvSpPr>
          <p:cNvPr id="3" name="">
            <a:extLst xmlns:a="http://schemas.openxmlformats.org/drawingml/2006/main">
              <a:ext uri="{FF2B5EF4-FFF2-40B4-BE49-F238E27FC236}">
                <a16:creationId xmlns:a16="http://schemas.microsoft.com/office/drawing/2014/main" id="{F6A8B9B9-2971-4E4E-B214-747D8EA3A5AC}"/>
              </a:ext>
            </a:extLst>
          </p:cNvPr>
          <p:cNvSpPr>
            <a:spLocks xmlns:a="http://schemas.openxmlformats.org/drawingml/2006/main" noGrp="1"/>
          </p:cNvSpPr>
          <p:nvPr/>
        </p:nvSpPr>
        <p:spPr>
          <a:xfrm xmlns:a="http://schemas.openxmlformats.org/drawingml/2006/main">
            <a:off x="590550" y="200025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6546D7"/>
                </a:solidFill>
                <a:latin typeface="Arial"/>
                <a:ea typeface="Arial"/>
                <a:cs typeface="Arial"/>
              </a:defRPr>
            </a:defPPr>
            <a:lvl1pPr algn="l">
              <a:defRPr sz="1275" b="1" i="0">
                <a:solidFill>
                  <a:srgbClr val="6546D7"/>
                </a:solidFill>
                <a:latin typeface="Arial"/>
                <a:ea typeface="Arial"/>
                <a:cs typeface="Arial"/>
              </a:defRPr>
            </a:lvl1pPr>
            <a:lvl2pPr algn="l">
              <a:defRPr sz="1275" b="1" i="0">
                <a:solidFill>
                  <a:srgbClr val="6546D7"/>
                </a:solidFill>
                <a:latin typeface="Arial"/>
                <a:ea typeface="Arial"/>
                <a:cs typeface="Arial"/>
              </a:defRPr>
            </a:lvl2pPr>
            <a:lvl3pPr algn="l">
              <a:defRPr sz="1275" b="1" i="0">
                <a:solidFill>
                  <a:srgbClr val="6546D7"/>
                </a:solidFill>
                <a:latin typeface="Arial"/>
                <a:ea typeface="Arial"/>
                <a:cs typeface="Arial"/>
              </a:defRPr>
            </a:lvl3pPr>
            <a:lvl4pPr algn="l">
              <a:defRPr sz="1275" b="1" i="0">
                <a:solidFill>
                  <a:srgbClr val="6546D7"/>
                </a:solidFill>
                <a:latin typeface="Arial"/>
                <a:ea typeface="Arial"/>
                <a:cs typeface="Arial"/>
              </a:defRPr>
            </a:lvl4pPr>
            <a:lvl5pPr algn="l">
              <a:defRPr sz="1275" b="1" i="0">
                <a:solidFill>
                  <a:srgbClr val="6546D7"/>
                </a:solidFill>
                <a:latin typeface="Arial"/>
                <a:ea typeface="Arial"/>
                <a:cs typeface="Arial"/>
              </a:defRPr>
            </a:lvl5pPr>
            <a:lvl6pPr algn="l">
              <a:defRPr sz="1275" b="1" i="0">
                <a:solidFill>
                  <a:srgbClr val="6546D7"/>
                </a:solidFill>
                <a:latin typeface="Arial"/>
                <a:ea typeface="Arial"/>
                <a:cs typeface="Arial"/>
              </a:defRPr>
            </a:lvl6pPr>
            <a:lvl7pPr algn="l">
              <a:defRPr sz="1275" b="1" i="0">
                <a:solidFill>
                  <a:srgbClr val="6546D7"/>
                </a:solidFill>
                <a:latin typeface="Arial"/>
                <a:ea typeface="Arial"/>
                <a:cs typeface="Arial"/>
              </a:defRPr>
            </a:lvl7pPr>
            <a:lvl8pPr algn="l">
              <a:defRPr sz="1275" b="1" i="0">
                <a:solidFill>
                  <a:srgbClr val="6546D7"/>
                </a:solidFill>
                <a:latin typeface="Arial"/>
                <a:ea typeface="Arial"/>
                <a:cs typeface="Arial"/>
              </a:defRPr>
            </a:lvl8pPr>
            <a:lvl9pPr algn="l">
              <a:defRPr sz="1275" b="1" i="0">
                <a:solidFill>
                  <a:srgbClr val="6546D7"/>
                </a:solidFill>
                <a:latin typeface="Arial"/>
                <a:ea typeface="Arial"/>
                <a:cs typeface="Arial"/>
              </a:defRPr>
            </a:lvl9pPr>
          </a:lstStyle>
          <a:p xmlns:a="http://schemas.openxmlformats.org/drawingml/2006/main">
            <a:pPr algn="l">
              <a:defRPr sz="1275" b="1" i="0">
                <a:solidFill>
                  <a:srgbClr val="6546D7"/>
                </a:solidFill>
                <a:latin typeface="Arial"/>
                <a:ea typeface="Arial"/>
                <a:cs typeface="Arial"/>
              </a:defRPr>
            </a:pPr>
            <a:r>
              <a:rPr sz="1275" b="1" i="0">
                <a:solidFill>
                  <a:srgbClr val="6546D7"/>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1E429FF-2E18-4F47-9DC2-C7D98E242D63}"/>
              </a:ext>
            </a:extLst>
          </p:cNvPr>
          <p:cNvSpPr>
            <a:spLocks xmlns:a="http://schemas.openxmlformats.org/drawingml/2006/main" noGrp="1"/>
          </p:cNvSpPr>
          <p:nvPr/>
        </p:nvSpPr>
        <p:spPr>
          <a:xfrm xmlns:a="http://schemas.openxmlformats.org/drawingml/2006/main">
            <a:off x="1352550" y="2000250"/>
            <a:ext cx="166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81619"/>
                </a:solidFill>
                <a:latin typeface="Arial"/>
                <a:ea typeface="Arial"/>
                <a:cs typeface="Arial"/>
              </a:defRPr>
            </a:defPPr>
            <a:lvl1pPr algn="l">
              <a:defRPr sz="1275" b="1" i="0">
                <a:solidFill>
                  <a:srgbClr val="181619"/>
                </a:solidFill>
                <a:latin typeface="Arial"/>
                <a:ea typeface="Arial"/>
                <a:cs typeface="Arial"/>
              </a:defRPr>
            </a:lvl1pPr>
            <a:lvl2pPr algn="l">
              <a:defRPr sz="1275" b="1" i="0">
                <a:solidFill>
                  <a:srgbClr val="181619"/>
                </a:solidFill>
                <a:latin typeface="Arial"/>
                <a:ea typeface="Arial"/>
                <a:cs typeface="Arial"/>
              </a:defRPr>
            </a:lvl2pPr>
            <a:lvl3pPr algn="l">
              <a:defRPr sz="1275" b="1" i="0">
                <a:solidFill>
                  <a:srgbClr val="181619"/>
                </a:solidFill>
                <a:latin typeface="Arial"/>
                <a:ea typeface="Arial"/>
                <a:cs typeface="Arial"/>
              </a:defRPr>
            </a:lvl3pPr>
            <a:lvl4pPr algn="l">
              <a:defRPr sz="1275" b="1" i="0">
                <a:solidFill>
                  <a:srgbClr val="181619"/>
                </a:solidFill>
                <a:latin typeface="Arial"/>
                <a:ea typeface="Arial"/>
                <a:cs typeface="Arial"/>
              </a:defRPr>
            </a:lvl4pPr>
            <a:lvl5pPr algn="l">
              <a:defRPr sz="1275" b="1" i="0">
                <a:solidFill>
                  <a:srgbClr val="181619"/>
                </a:solidFill>
                <a:latin typeface="Arial"/>
                <a:ea typeface="Arial"/>
                <a:cs typeface="Arial"/>
              </a:defRPr>
            </a:lvl5pPr>
            <a:lvl6pPr algn="l">
              <a:defRPr sz="1275" b="1" i="0">
                <a:solidFill>
                  <a:srgbClr val="181619"/>
                </a:solidFill>
                <a:latin typeface="Arial"/>
                <a:ea typeface="Arial"/>
                <a:cs typeface="Arial"/>
              </a:defRPr>
            </a:lvl6pPr>
            <a:lvl7pPr algn="l">
              <a:defRPr sz="1275" b="1" i="0">
                <a:solidFill>
                  <a:srgbClr val="181619"/>
                </a:solidFill>
                <a:latin typeface="Arial"/>
                <a:ea typeface="Arial"/>
                <a:cs typeface="Arial"/>
              </a:defRPr>
            </a:lvl7pPr>
            <a:lvl8pPr algn="l">
              <a:defRPr sz="1275" b="1" i="0">
                <a:solidFill>
                  <a:srgbClr val="181619"/>
                </a:solidFill>
                <a:latin typeface="Arial"/>
                <a:ea typeface="Arial"/>
                <a:cs typeface="Arial"/>
              </a:defRPr>
            </a:lvl8pPr>
            <a:lvl9pPr algn="l">
              <a:defRPr sz="1275" b="1" i="0">
                <a:solidFill>
                  <a:srgbClr val="181619"/>
                </a:solidFill>
                <a:latin typeface="Arial"/>
                <a:ea typeface="Arial"/>
                <a:cs typeface="Arial"/>
              </a:defRPr>
            </a:lvl9pPr>
          </a:lstStyle>
          <a:p xmlns:a="http://schemas.openxmlformats.org/drawingml/2006/main">
            <a:pPr algn="l">
              <a:defRPr sz="1275" b="1" i="0">
                <a:solidFill>
                  <a:srgbClr val="181619"/>
                </a:solidFill>
                <a:latin typeface="Arial"/>
                <a:ea typeface="Arial"/>
                <a:cs typeface="Arial"/>
              </a:defRPr>
            </a:pPr>
            <a:r>
              <a:rPr sz="1275" b="1" i="0">
                <a:solidFill>
                  <a:srgbClr val="181619"/>
                </a:solidFill>
                <a:latin typeface="Arial"/>
                <a:ea typeface="Arial"/>
                <a:cs typeface="Arial"/>
              </a:rPr>
              <a:t>QUALIFY</a:t>
            </a:r>
          </a:p>
        </p:txBody>
      </p:sp>
      <p:sp>
        <p:nvSpPr>
          <p:cNvPr id="5" name="">
            <a:extLst xmlns:a="http://schemas.openxmlformats.org/drawingml/2006/main">
              <a:ext uri="{FF2B5EF4-FFF2-40B4-BE49-F238E27FC236}">
                <a16:creationId xmlns:a16="http://schemas.microsoft.com/office/drawing/2014/main" id="{B5EAF6AA-F6A8-4B51-8FE4-1338EF85C3A4}"/>
              </a:ext>
            </a:extLst>
          </p:cNvPr>
          <p:cNvSpPr>
            <a:spLocks xmlns:a="http://schemas.openxmlformats.org/drawingml/2006/main" noGrp="1"/>
          </p:cNvSpPr>
          <p:nvPr/>
        </p:nvSpPr>
        <p:spPr>
          <a:xfrm xmlns:a="http://schemas.openxmlformats.org/drawingml/2006/main">
            <a:off x="3143250" y="196215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181619"/>
                </a:solidFill>
                <a:latin typeface="Arial"/>
                <a:ea typeface="Arial"/>
                <a:cs typeface="Arial"/>
              </a:defRPr>
            </a:defPPr>
            <a:lvl1pPr algn="l">
              <a:defRPr sz="1575" b="0" i="0">
                <a:solidFill>
                  <a:srgbClr val="181619"/>
                </a:solidFill>
                <a:latin typeface="Arial"/>
                <a:ea typeface="Arial"/>
                <a:cs typeface="Arial"/>
              </a:defRPr>
            </a:lvl1pPr>
            <a:lvl2pPr algn="l">
              <a:defRPr sz="1575" b="0" i="0">
                <a:solidFill>
                  <a:srgbClr val="181619"/>
                </a:solidFill>
                <a:latin typeface="Arial"/>
                <a:ea typeface="Arial"/>
                <a:cs typeface="Arial"/>
              </a:defRPr>
            </a:lvl2pPr>
            <a:lvl3pPr algn="l">
              <a:defRPr sz="1575" b="0" i="0">
                <a:solidFill>
                  <a:srgbClr val="181619"/>
                </a:solidFill>
                <a:latin typeface="Arial"/>
                <a:ea typeface="Arial"/>
                <a:cs typeface="Arial"/>
              </a:defRPr>
            </a:lvl3pPr>
            <a:lvl4pPr algn="l">
              <a:defRPr sz="1575" b="0" i="0">
                <a:solidFill>
                  <a:srgbClr val="181619"/>
                </a:solidFill>
                <a:latin typeface="Arial"/>
                <a:ea typeface="Arial"/>
                <a:cs typeface="Arial"/>
              </a:defRPr>
            </a:lvl4pPr>
            <a:lvl5pPr algn="l">
              <a:defRPr sz="1575" b="0" i="0">
                <a:solidFill>
                  <a:srgbClr val="181619"/>
                </a:solidFill>
                <a:latin typeface="Arial"/>
                <a:ea typeface="Arial"/>
                <a:cs typeface="Arial"/>
              </a:defRPr>
            </a:lvl5pPr>
            <a:lvl6pPr algn="l">
              <a:defRPr sz="1575" b="0" i="0">
                <a:solidFill>
                  <a:srgbClr val="181619"/>
                </a:solidFill>
                <a:latin typeface="Arial"/>
                <a:ea typeface="Arial"/>
                <a:cs typeface="Arial"/>
              </a:defRPr>
            </a:lvl6pPr>
            <a:lvl7pPr algn="l">
              <a:defRPr sz="1575" b="0" i="0">
                <a:solidFill>
                  <a:srgbClr val="181619"/>
                </a:solidFill>
                <a:latin typeface="Arial"/>
                <a:ea typeface="Arial"/>
                <a:cs typeface="Arial"/>
              </a:defRPr>
            </a:lvl7pPr>
            <a:lvl8pPr algn="l">
              <a:defRPr sz="1575" b="0" i="0">
                <a:solidFill>
                  <a:srgbClr val="181619"/>
                </a:solidFill>
                <a:latin typeface="Arial"/>
                <a:ea typeface="Arial"/>
                <a:cs typeface="Arial"/>
              </a:defRPr>
            </a:lvl8pPr>
            <a:lvl9pPr algn="l">
              <a:defRPr sz="1575" b="0" i="0">
                <a:solidFill>
                  <a:srgbClr val="181619"/>
                </a:solidFill>
                <a:latin typeface="Arial"/>
                <a:ea typeface="Arial"/>
                <a:cs typeface="Arial"/>
              </a:defRPr>
            </a:lvl9pPr>
          </a:lstStyle>
          <a:p xmlns:a="http://schemas.openxmlformats.org/drawingml/2006/main">
            <a:pPr algn="l">
              <a:defRPr sz="1575" b="0" i="0">
                <a:solidFill>
                  <a:srgbClr val="181619"/>
                </a:solidFill>
                <a:latin typeface="Arial"/>
                <a:ea typeface="Arial"/>
                <a:cs typeface="Arial"/>
              </a:defRPr>
            </a:pPr>
            <a:r>
              <a:rPr sz="1575" b="0" i="0">
                <a:solidFill>
                  <a:srgbClr val="181619"/>
                </a:solidFill>
                <a:latin typeface="Arial"/>
                <a:ea typeface="Arial"/>
                <a:cs typeface="Arial"/>
              </a:rPr>
              <a:t>Help the right cat parent decide whether fresh feeding fits.</a:t>
            </a:r>
          </a:p>
        </p:txBody>
      </p:sp>
      <p:sp>
        <p:nvSpPr>
          <p:cNvPr id="6" name="">
            <a:extLst xmlns:a="http://schemas.openxmlformats.org/drawingml/2006/main">
              <a:ext uri="{FF2B5EF4-FFF2-40B4-BE49-F238E27FC236}">
                <a16:creationId xmlns:a16="http://schemas.microsoft.com/office/drawing/2014/main" id="{CBB84717-DC88-4671-AA89-BF46DCCAC88E}"/>
              </a:ext>
            </a:extLst>
          </p:cNvPr>
          <p:cNvSpPr>
            <a:spLocks xmlns:a="http://schemas.openxmlformats.org/drawingml/2006/main" noGrp="1"/>
          </p:cNvSpPr>
          <p:nvPr/>
        </p:nvSpPr>
        <p:spPr>
          <a:xfrm xmlns:a="http://schemas.openxmlformats.org/drawingml/2006/main">
            <a:off x="590550" y="293370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6546D7"/>
                </a:solidFill>
                <a:latin typeface="Arial"/>
                <a:ea typeface="Arial"/>
                <a:cs typeface="Arial"/>
              </a:defRPr>
            </a:defPPr>
            <a:lvl1pPr algn="l">
              <a:defRPr sz="1275" b="1" i="0">
                <a:solidFill>
                  <a:srgbClr val="6546D7"/>
                </a:solidFill>
                <a:latin typeface="Arial"/>
                <a:ea typeface="Arial"/>
                <a:cs typeface="Arial"/>
              </a:defRPr>
            </a:lvl1pPr>
            <a:lvl2pPr algn="l">
              <a:defRPr sz="1275" b="1" i="0">
                <a:solidFill>
                  <a:srgbClr val="6546D7"/>
                </a:solidFill>
                <a:latin typeface="Arial"/>
                <a:ea typeface="Arial"/>
                <a:cs typeface="Arial"/>
              </a:defRPr>
            </a:lvl2pPr>
            <a:lvl3pPr algn="l">
              <a:defRPr sz="1275" b="1" i="0">
                <a:solidFill>
                  <a:srgbClr val="6546D7"/>
                </a:solidFill>
                <a:latin typeface="Arial"/>
                <a:ea typeface="Arial"/>
                <a:cs typeface="Arial"/>
              </a:defRPr>
            </a:lvl3pPr>
            <a:lvl4pPr algn="l">
              <a:defRPr sz="1275" b="1" i="0">
                <a:solidFill>
                  <a:srgbClr val="6546D7"/>
                </a:solidFill>
                <a:latin typeface="Arial"/>
                <a:ea typeface="Arial"/>
                <a:cs typeface="Arial"/>
              </a:defRPr>
            </a:lvl4pPr>
            <a:lvl5pPr algn="l">
              <a:defRPr sz="1275" b="1" i="0">
                <a:solidFill>
                  <a:srgbClr val="6546D7"/>
                </a:solidFill>
                <a:latin typeface="Arial"/>
                <a:ea typeface="Arial"/>
                <a:cs typeface="Arial"/>
              </a:defRPr>
            </a:lvl5pPr>
            <a:lvl6pPr algn="l">
              <a:defRPr sz="1275" b="1" i="0">
                <a:solidFill>
                  <a:srgbClr val="6546D7"/>
                </a:solidFill>
                <a:latin typeface="Arial"/>
                <a:ea typeface="Arial"/>
                <a:cs typeface="Arial"/>
              </a:defRPr>
            </a:lvl6pPr>
            <a:lvl7pPr algn="l">
              <a:defRPr sz="1275" b="1" i="0">
                <a:solidFill>
                  <a:srgbClr val="6546D7"/>
                </a:solidFill>
                <a:latin typeface="Arial"/>
                <a:ea typeface="Arial"/>
                <a:cs typeface="Arial"/>
              </a:defRPr>
            </a:lvl7pPr>
            <a:lvl8pPr algn="l">
              <a:defRPr sz="1275" b="1" i="0">
                <a:solidFill>
                  <a:srgbClr val="6546D7"/>
                </a:solidFill>
                <a:latin typeface="Arial"/>
                <a:ea typeface="Arial"/>
                <a:cs typeface="Arial"/>
              </a:defRPr>
            </a:lvl8pPr>
            <a:lvl9pPr algn="l">
              <a:defRPr sz="1275" b="1" i="0">
                <a:solidFill>
                  <a:srgbClr val="6546D7"/>
                </a:solidFill>
                <a:latin typeface="Arial"/>
                <a:ea typeface="Arial"/>
                <a:cs typeface="Arial"/>
              </a:defRPr>
            </a:lvl9pPr>
          </a:lstStyle>
          <a:p xmlns:a="http://schemas.openxmlformats.org/drawingml/2006/main">
            <a:pPr algn="l">
              <a:defRPr sz="1275" b="1" i="0">
                <a:solidFill>
                  <a:srgbClr val="6546D7"/>
                </a:solidFill>
                <a:latin typeface="Arial"/>
                <a:ea typeface="Arial"/>
                <a:cs typeface="Arial"/>
              </a:defRPr>
            </a:pPr>
            <a:r>
              <a:rPr sz="1275" b="1" i="0">
                <a:solidFill>
                  <a:srgbClr val="6546D7"/>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A648C355-EB6B-4F34-AFF7-A07904585687}"/>
              </a:ext>
            </a:extLst>
          </p:cNvPr>
          <p:cNvSpPr>
            <a:spLocks xmlns:a="http://schemas.openxmlformats.org/drawingml/2006/main" noGrp="1"/>
          </p:cNvSpPr>
          <p:nvPr/>
        </p:nvSpPr>
        <p:spPr>
          <a:xfrm xmlns:a="http://schemas.openxmlformats.org/drawingml/2006/main">
            <a:off x="1352550" y="2933700"/>
            <a:ext cx="166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81619"/>
                </a:solidFill>
                <a:latin typeface="Arial"/>
                <a:ea typeface="Arial"/>
                <a:cs typeface="Arial"/>
              </a:defRPr>
            </a:defPPr>
            <a:lvl1pPr algn="l">
              <a:defRPr sz="1275" b="1" i="0">
                <a:solidFill>
                  <a:srgbClr val="181619"/>
                </a:solidFill>
                <a:latin typeface="Arial"/>
                <a:ea typeface="Arial"/>
                <a:cs typeface="Arial"/>
              </a:defRPr>
            </a:lvl1pPr>
            <a:lvl2pPr algn="l">
              <a:defRPr sz="1275" b="1" i="0">
                <a:solidFill>
                  <a:srgbClr val="181619"/>
                </a:solidFill>
                <a:latin typeface="Arial"/>
                <a:ea typeface="Arial"/>
                <a:cs typeface="Arial"/>
              </a:defRPr>
            </a:lvl2pPr>
            <a:lvl3pPr algn="l">
              <a:defRPr sz="1275" b="1" i="0">
                <a:solidFill>
                  <a:srgbClr val="181619"/>
                </a:solidFill>
                <a:latin typeface="Arial"/>
                <a:ea typeface="Arial"/>
                <a:cs typeface="Arial"/>
              </a:defRPr>
            </a:lvl3pPr>
            <a:lvl4pPr algn="l">
              <a:defRPr sz="1275" b="1" i="0">
                <a:solidFill>
                  <a:srgbClr val="181619"/>
                </a:solidFill>
                <a:latin typeface="Arial"/>
                <a:ea typeface="Arial"/>
                <a:cs typeface="Arial"/>
              </a:defRPr>
            </a:lvl4pPr>
            <a:lvl5pPr algn="l">
              <a:defRPr sz="1275" b="1" i="0">
                <a:solidFill>
                  <a:srgbClr val="181619"/>
                </a:solidFill>
                <a:latin typeface="Arial"/>
                <a:ea typeface="Arial"/>
                <a:cs typeface="Arial"/>
              </a:defRPr>
            </a:lvl5pPr>
            <a:lvl6pPr algn="l">
              <a:defRPr sz="1275" b="1" i="0">
                <a:solidFill>
                  <a:srgbClr val="181619"/>
                </a:solidFill>
                <a:latin typeface="Arial"/>
                <a:ea typeface="Arial"/>
                <a:cs typeface="Arial"/>
              </a:defRPr>
            </a:lvl6pPr>
            <a:lvl7pPr algn="l">
              <a:defRPr sz="1275" b="1" i="0">
                <a:solidFill>
                  <a:srgbClr val="181619"/>
                </a:solidFill>
                <a:latin typeface="Arial"/>
                <a:ea typeface="Arial"/>
                <a:cs typeface="Arial"/>
              </a:defRPr>
            </a:lvl7pPr>
            <a:lvl8pPr algn="l">
              <a:defRPr sz="1275" b="1" i="0">
                <a:solidFill>
                  <a:srgbClr val="181619"/>
                </a:solidFill>
                <a:latin typeface="Arial"/>
                <a:ea typeface="Arial"/>
                <a:cs typeface="Arial"/>
              </a:defRPr>
            </a:lvl8pPr>
            <a:lvl9pPr algn="l">
              <a:defRPr sz="1275" b="1" i="0">
                <a:solidFill>
                  <a:srgbClr val="181619"/>
                </a:solidFill>
                <a:latin typeface="Arial"/>
                <a:ea typeface="Arial"/>
                <a:cs typeface="Arial"/>
              </a:defRPr>
            </a:lvl9pPr>
          </a:lstStyle>
          <a:p xmlns:a="http://schemas.openxmlformats.org/drawingml/2006/main">
            <a:pPr algn="l">
              <a:defRPr sz="1275" b="1" i="0">
                <a:solidFill>
                  <a:srgbClr val="181619"/>
                </a:solidFill>
                <a:latin typeface="Arial"/>
                <a:ea typeface="Arial"/>
                <a:cs typeface="Arial"/>
              </a:defRPr>
            </a:pPr>
            <a:r>
              <a:rPr sz="1275" b="1" i="0">
                <a:solidFill>
                  <a:srgbClr val="181619"/>
                </a:solidFill>
                <a:latin typeface="Arial"/>
                <a:ea typeface="Arial"/>
                <a:cs typeface="Arial"/>
              </a:rPr>
              <a:t>TRANSITION</a:t>
            </a:r>
          </a:p>
        </p:txBody>
      </p:sp>
      <p:sp>
        <p:nvSpPr>
          <p:cNvPr id="8" name="">
            <a:extLst xmlns:a="http://schemas.openxmlformats.org/drawingml/2006/main">
              <a:ext uri="{FF2B5EF4-FFF2-40B4-BE49-F238E27FC236}">
                <a16:creationId xmlns:a16="http://schemas.microsoft.com/office/drawing/2014/main" id="{9E593EF5-082F-42AC-9577-A281F8B72AA2}"/>
              </a:ext>
            </a:extLst>
          </p:cNvPr>
          <p:cNvSpPr>
            <a:spLocks xmlns:a="http://schemas.openxmlformats.org/drawingml/2006/main" noGrp="1"/>
          </p:cNvSpPr>
          <p:nvPr/>
        </p:nvSpPr>
        <p:spPr>
          <a:xfrm xmlns:a="http://schemas.openxmlformats.org/drawingml/2006/main">
            <a:off x="3143250" y="289560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181619"/>
                </a:solidFill>
                <a:latin typeface="Arial"/>
                <a:ea typeface="Arial"/>
                <a:cs typeface="Arial"/>
              </a:defRPr>
            </a:defPPr>
            <a:lvl1pPr algn="l">
              <a:defRPr sz="1575" b="0" i="0">
                <a:solidFill>
                  <a:srgbClr val="181619"/>
                </a:solidFill>
                <a:latin typeface="Arial"/>
                <a:ea typeface="Arial"/>
                <a:cs typeface="Arial"/>
              </a:defRPr>
            </a:lvl1pPr>
            <a:lvl2pPr algn="l">
              <a:defRPr sz="1575" b="0" i="0">
                <a:solidFill>
                  <a:srgbClr val="181619"/>
                </a:solidFill>
                <a:latin typeface="Arial"/>
                <a:ea typeface="Arial"/>
                <a:cs typeface="Arial"/>
              </a:defRPr>
            </a:lvl2pPr>
            <a:lvl3pPr algn="l">
              <a:defRPr sz="1575" b="0" i="0">
                <a:solidFill>
                  <a:srgbClr val="181619"/>
                </a:solidFill>
                <a:latin typeface="Arial"/>
                <a:ea typeface="Arial"/>
                <a:cs typeface="Arial"/>
              </a:defRPr>
            </a:lvl3pPr>
            <a:lvl4pPr algn="l">
              <a:defRPr sz="1575" b="0" i="0">
                <a:solidFill>
                  <a:srgbClr val="181619"/>
                </a:solidFill>
                <a:latin typeface="Arial"/>
                <a:ea typeface="Arial"/>
                <a:cs typeface="Arial"/>
              </a:defRPr>
            </a:lvl4pPr>
            <a:lvl5pPr algn="l">
              <a:defRPr sz="1575" b="0" i="0">
                <a:solidFill>
                  <a:srgbClr val="181619"/>
                </a:solidFill>
                <a:latin typeface="Arial"/>
                <a:ea typeface="Arial"/>
                <a:cs typeface="Arial"/>
              </a:defRPr>
            </a:lvl5pPr>
            <a:lvl6pPr algn="l">
              <a:defRPr sz="1575" b="0" i="0">
                <a:solidFill>
                  <a:srgbClr val="181619"/>
                </a:solidFill>
                <a:latin typeface="Arial"/>
                <a:ea typeface="Arial"/>
                <a:cs typeface="Arial"/>
              </a:defRPr>
            </a:lvl6pPr>
            <a:lvl7pPr algn="l">
              <a:defRPr sz="1575" b="0" i="0">
                <a:solidFill>
                  <a:srgbClr val="181619"/>
                </a:solidFill>
                <a:latin typeface="Arial"/>
                <a:ea typeface="Arial"/>
                <a:cs typeface="Arial"/>
              </a:defRPr>
            </a:lvl7pPr>
            <a:lvl8pPr algn="l">
              <a:defRPr sz="1575" b="0" i="0">
                <a:solidFill>
                  <a:srgbClr val="181619"/>
                </a:solidFill>
                <a:latin typeface="Arial"/>
                <a:ea typeface="Arial"/>
                <a:cs typeface="Arial"/>
              </a:defRPr>
            </a:lvl8pPr>
            <a:lvl9pPr algn="l">
              <a:defRPr sz="1575" b="0" i="0">
                <a:solidFill>
                  <a:srgbClr val="181619"/>
                </a:solidFill>
                <a:latin typeface="Arial"/>
                <a:ea typeface="Arial"/>
                <a:cs typeface="Arial"/>
              </a:defRPr>
            </a:lvl9pPr>
          </a:lstStyle>
          <a:p xmlns:a="http://schemas.openxmlformats.org/drawingml/2006/main">
            <a:pPr algn="l">
              <a:defRPr sz="1575" b="0" i="0">
                <a:solidFill>
                  <a:srgbClr val="181619"/>
                </a:solidFill>
                <a:latin typeface="Arial"/>
                <a:ea typeface="Arial"/>
                <a:cs typeface="Arial"/>
              </a:defRPr>
            </a:pPr>
            <a:r>
              <a:rPr sz="1575" b="0" i="0">
                <a:solidFill>
                  <a:srgbClr val="181619"/>
                </a:solidFill>
                <a:latin typeface="Arial"/>
                <a:ea typeface="Arial"/>
                <a:cs typeface="Arial"/>
              </a:rPr>
              <a:t>Make the switch explicit, supported and measurable.</a:t>
            </a:r>
          </a:p>
        </p:txBody>
      </p:sp>
      <p:sp>
        <p:nvSpPr>
          <p:cNvPr id="9" name="">
            <a:extLst xmlns:a="http://schemas.openxmlformats.org/drawingml/2006/main">
              <a:ext uri="{FF2B5EF4-FFF2-40B4-BE49-F238E27FC236}">
                <a16:creationId xmlns:a16="http://schemas.microsoft.com/office/drawing/2014/main" id="{CE49A824-67AF-4E7D-98EA-BEFA9F9A6E83}"/>
              </a:ext>
            </a:extLst>
          </p:cNvPr>
          <p:cNvSpPr>
            <a:spLocks xmlns:a="http://schemas.openxmlformats.org/drawingml/2006/main" noGrp="1"/>
          </p:cNvSpPr>
          <p:nvPr/>
        </p:nvSpPr>
        <p:spPr>
          <a:xfrm xmlns:a="http://schemas.openxmlformats.org/drawingml/2006/main">
            <a:off x="590550" y="386715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6546D7"/>
                </a:solidFill>
                <a:latin typeface="Arial"/>
                <a:ea typeface="Arial"/>
                <a:cs typeface="Arial"/>
              </a:defRPr>
            </a:defPPr>
            <a:lvl1pPr algn="l">
              <a:defRPr sz="1275" b="1" i="0">
                <a:solidFill>
                  <a:srgbClr val="6546D7"/>
                </a:solidFill>
                <a:latin typeface="Arial"/>
                <a:ea typeface="Arial"/>
                <a:cs typeface="Arial"/>
              </a:defRPr>
            </a:lvl1pPr>
            <a:lvl2pPr algn="l">
              <a:defRPr sz="1275" b="1" i="0">
                <a:solidFill>
                  <a:srgbClr val="6546D7"/>
                </a:solidFill>
                <a:latin typeface="Arial"/>
                <a:ea typeface="Arial"/>
                <a:cs typeface="Arial"/>
              </a:defRPr>
            </a:lvl2pPr>
            <a:lvl3pPr algn="l">
              <a:defRPr sz="1275" b="1" i="0">
                <a:solidFill>
                  <a:srgbClr val="6546D7"/>
                </a:solidFill>
                <a:latin typeface="Arial"/>
                <a:ea typeface="Arial"/>
                <a:cs typeface="Arial"/>
              </a:defRPr>
            </a:lvl3pPr>
            <a:lvl4pPr algn="l">
              <a:defRPr sz="1275" b="1" i="0">
                <a:solidFill>
                  <a:srgbClr val="6546D7"/>
                </a:solidFill>
                <a:latin typeface="Arial"/>
                <a:ea typeface="Arial"/>
                <a:cs typeface="Arial"/>
              </a:defRPr>
            </a:lvl4pPr>
            <a:lvl5pPr algn="l">
              <a:defRPr sz="1275" b="1" i="0">
                <a:solidFill>
                  <a:srgbClr val="6546D7"/>
                </a:solidFill>
                <a:latin typeface="Arial"/>
                <a:ea typeface="Arial"/>
                <a:cs typeface="Arial"/>
              </a:defRPr>
            </a:lvl5pPr>
            <a:lvl6pPr algn="l">
              <a:defRPr sz="1275" b="1" i="0">
                <a:solidFill>
                  <a:srgbClr val="6546D7"/>
                </a:solidFill>
                <a:latin typeface="Arial"/>
                <a:ea typeface="Arial"/>
                <a:cs typeface="Arial"/>
              </a:defRPr>
            </a:lvl6pPr>
            <a:lvl7pPr algn="l">
              <a:defRPr sz="1275" b="1" i="0">
                <a:solidFill>
                  <a:srgbClr val="6546D7"/>
                </a:solidFill>
                <a:latin typeface="Arial"/>
                <a:ea typeface="Arial"/>
                <a:cs typeface="Arial"/>
              </a:defRPr>
            </a:lvl7pPr>
            <a:lvl8pPr algn="l">
              <a:defRPr sz="1275" b="1" i="0">
                <a:solidFill>
                  <a:srgbClr val="6546D7"/>
                </a:solidFill>
                <a:latin typeface="Arial"/>
                <a:ea typeface="Arial"/>
                <a:cs typeface="Arial"/>
              </a:defRPr>
            </a:lvl8pPr>
            <a:lvl9pPr algn="l">
              <a:defRPr sz="1275" b="1" i="0">
                <a:solidFill>
                  <a:srgbClr val="6546D7"/>
                </a:solidFill>
                <a:latin typeface="Arial"/>
                <a:ea typeface="Arial"/>
                <a:cs typeface="Arial"/>
              </a:defRPr>
            </a:lvl9pPr>
          </a:lstStyle>
          <a:p xmlns:a="http://schemas.openxmlformats.org/drawingml/2006/main">
            <a:pPr algn="l">
              <a:defRPr sz="1275" b="1" i="0">
                <a:solidFill>
                  <a:srgbClr val="6546D7"/>
                </a:solidFill>
                <a:latin typeface="Arial"/>
                <a:ea typeface="Arial"/>
                <a:cs typeface="Arial"/>
              </a:defRPr>
            </a:pPr>
            <a:r>
              <a:rPr sz="1275" b="1" i="0">
                <a:solidFill>
                  <a:srgbClr val="6546D7"/>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EC15934-F717-492E-9EAD-EB5E3E8C79EA}"/>
              </a:ext>
            </a:extLst>
          </p:cNvPr>
          <p:cNvSpPr>
            <a:spLocks xmlns:a="http://schemas.openxmlformats.org/drawingml/2006/main" noGrp="1"/>
          </p:cNvSpPr>
          <p:nvPr/>
        </p:nvSpPr>
        <p:spPr>
          <a:xfrm xmlns:a="http://schemas.openxmlformats.org/drawingml/2006/main">
            <a:off x="1352550" y="3867150"/>
            <a:ext cx="166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81619"/>
                </a:solidFill>
                <a:latin typeface="Arial"/>
                <a:ea typeface="Arial"/>
                <a:cs typeface="Arial"/>
              </a:defRPr>
            </a:defPPr>
            <a:lvl1pPr algn="l">
              <a:defRPr sz="1275" b="1" i="0">
                <a:solidFill>
                  <a:srgbClr val="181619"/>
                </a:solidFill>
                <a:latin typeface="Arial"/>
                <a:ea typeface="Arial"/>
                <a:cs typeface="Arial"/>
              </a:defRPr>
            </a:lvl1pPr>
            <a:lvl2pPr algn="l">
              <a:defRPr sz="1275" b="1" i="0">
                <a:solidFill>
                  <a:srgbClr val="181619"/>
                </a:solidFill>
                <a:latin typeface="Arial"/>
                <a:ea typeface="Arial"/>
                <a:cs typeface="Arial"/>
              </a:defRPr>
            </a:lvl2pPr>
            <a:lvl3pPr algn="l">
              <a:defRPr sz="1275" b="1" i="0">
                <a:solidFill>
                  <a:srgbClr val="181619"/>
                </a:solidFill>
                <a:latin typeface="Arial"/>
                <a:ea typeface="Arial"/>
                <a:cs typeface="Arial"/>
              </a:defRPr>
            </a:lvl3pPr>
            <a:lvl4pPr algn="l">
              <a:defRPr sz="1275" b="1" i="0">
                <a:solidFill>
                  <a:srgbClr val="181619"/>
                </a:solidFill>
                <a:latin typeface="Arial"/>
                <a:ea typeface="Arial"/>
                <a:cs typeface="Arial"/>
              </a:defRPr>
            </a:lvl4pPr>
            <a:lvl5pPr algn="l">
              <a:defRPr sz="1275" b="1" i="0">
                <a:solidFill>
                  <a:srgbClr val="181619"/>
                </a:solidFill>
                <a:latin typeface="Arial"/>
                <a:ea typeface="Arial"/>
                <a:cs typeface="Arial"/>
              </a:defRPr>
            </a:lvl5pPr>
            <a:lvl6pPr algn="l">
              <a:defRPr sz="1275" b="1" i="0">
                <a:solidFill>
                  <a:srgbClr val="181619"/>
                </a:solidFill>
                <a:latin typeface="Arial"/>
                <a:ea typeface="Arial"/>
                <a:cs typeface="Arial"/>
              </a:defRPr>
            </a:lvl6pPr>
            <a:lvl7pPr algn="l">
              <a:defRPr sz="1275" b="1" i="0">
                <a:solidFill>
                  <a:srgbClr val="181619"/>
                </a:solidFill>
                <a:latin typeface="Arial"/>
                <a:ea typeface="Arial"/>
                <a:cs typeface="Arial"/>
              </a:defRPr>
            </a:lvl7pPr>
            <a:lvl8pPr algn="l">
              <a:defRPr sz="1275" b="1" i="0">
                <a:solidFill>
                  <a:srgbClr val="181619"/>
                </a:solidFill>
                <a:latin typeface="Arial"/>
                <a:ea typeface="Arial"/>
                <a:cs typeface="Arial"/>
              </a:defRPr>
            </a:lvl8pPr>
            <a:lvl9pPr algn="l">
              <a:defRPr sz="1275" b="1" i="0">
                <a:solidFill>
                  <a:srgbClr val="181619"/>
                </a:solidFill>
                <a:latin typeface="Arial"/>
                <a:ea typeface="Arial"/>
                <a:cs typeface="Arial"/>
              </a:defRPr>
            </a:lvl9pPr>
          </a:lstStyle>
          <a:p xmlns:a="http://schemas.openxmlformats.org/drawingml/2006/main">
            <a:pPr algn="l">
              <a:defRPr sz="1275" b="1" i="0">
                <a:solidFill>
                  <a:srgbClr val="181619"/>
                </a:solidFill>
                <a:latin typeface="Arial"/>
                <a:ea typeface="Arial"/>
                <a:cs typeface="Arial"/>
              </a:defRPr>
            </a:pPr>
            <a:r>
              <a:rPr sz="1275" b="1" i="0">
                <a:solidFill>
                  <a:srgbClr val="181619"/>
                </a:solidFill>
                <a:latin typeface="Arial"/>
                <a:ea typeface="Arial"/>
                <a:cs typeface="Arial"/>
              </a:rPr>
              <a:t>RECOGNISE</a:t>
            </a:r>
          </a:p>
        </p:txBody>
      </p:sp>
      <p:sp>
        <p:nvSpPr>
          <p:cNvPr id="11" name="">
            <a:extLst xmlns:a="http://schemas.openxmlformats.org/drawingml/2006/main">
              <a:ext uri="{FF2B5EF4-FFF2-40B4-BE49-F238E27FC236}">
                <a16:creationId xmlns:a16="http://schemas.microsoft.com/office/drawing/2014/main" id="{2AC76396-4118-4674-9852-888D99002174}"/>
              </a:ext>
            </a:extLst>
          </p:cNvPr>
          <p:cNvSpPr>
            <a:spLocks xmlns:a="http://schemas.openxmlformats.org/drawingml/2006/main" noGrp="1"/>
          </p:cNvSpPr>
          <p:nvPr/>
        </p:nvSpPr>
        <p:spPr>
          <a:xfrm xmlns:a="http://schemas.openxmlformats.org/drawingml/2006/main">
            <a:off x="3143250" y="382905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181619"/>
                </a:solidFill>
                <a:latin typeface="Arial"/>
                <a:ea typeface="Arial"/>
                <a:cs typeface="Arial"/>
              </a:defRPr>
            </a:defPPr>
            <a:lvl1pPr algn="l">
              <a:defRPr sz="1575" b="0" i="0">
                <a:solidFill>
                  <a:srgbClr val="181619"/>
                </a:solidFill>
                <a:latin typeface="Arial"/>
                <a:ea typeface="Arial"/>
                <a:cs typeface="Arial"/>
              </a:defRPr>
            </a:lvl1pPr>
            <a:lvl2pPr algn="l">
              <a:defRPr sz="1575" b="0" i="0">
                <a:solidFill>
                  <a:srgbClr val="181619"/>
                </a:solidFill>
                <a:latin typeface="Arial"/>
                <a:ea typeface="Arial"/>
                <a:cs typeface="Arial"/>
              </a:defRPr>
            </a:lvl2pPr>
            <a:lvl3pPr algn="l">
              <a:defRPr sz="1575" b="0" i="0">
                <a:solidFill>
                  <a:srgbClr val="181619"/>
                </a:solidFill>
                <a:latin typeface="Arial"/>
                <a:ea typeface="Arial"/>
                <a:cs typeface="Arial"/>
              </a:defRPr>
            </a:lvl3pPr>
            <a:lvl4pPr algn="l">
              <a:defRPr sz="1575" b="0" i="0">
                <a:solidFill>
                  <a:srgbClr val="181619"/>
                </a:solidFill>
                <a:latin typeface="Arial"/>
                <a:ea typeface="Arial"/>
                <a:cs typeface="Arial"/>
              </a:defRPr>
            </a:lvl4pPr>
            <a:lvl5pPr algn="l">
              <a:defRPr sz="1575" b="0" i="0">
                <a:solidFill>
                  <a:srgbClr val="181619"/>
                </a:solidFill>
                <a:latin typeface="Arial"/>
                <a:ea typeface="Arial"/>
                <a:cs typeface="Arial"/>
              </a:defRPr>
            </a:lvl5pPr>
            <a:lvl6pPr algn="l">
              <a:defRPr sz="1575" b="0" i="0">
                <a:solidFill>
                  <a:srgbClr val="181619"/>
                </a:solidFill>
                <a:latin typeface="Arial"/>
                <a:ea typeface="Arial"/>
                <a:cs typeface="Arial"/>
              </a:defRPr>
            </a:lvl6pPr>
            <a:lvl7pPr algn="l">
              <a:defRPr sz="1575" b="0" i="0">
                <a:solidFill>
                  <a:srgbClr val="181619"/>
                </a:solidFill>
                <a:latin typeface="Arial"/>
                <a:ea typeface="Arial"/>
                <a:cs typeface="Arial"/>
              </a:defRPr>
            </a:lvl7pPr>
            <a:lvl8pPr algn="l">
              <a:defRPr sz="1575" b="0" i="0">
                <a:solidFill>
                  <a:srgbClr val="181619"/>
                </a:solidFill>
                <a:latin typeface="Arial"/>
                <a:ea typeface="Arial"/>
                <a:cs typeface="Arial"/>
              </a:defRPr>
            </a:lvl8pPr>
            <a:lvl9pPr algn="l">
              <a:defRPr sz="1575" b="0" i="0">
                <a:solidFill>
                  <a:srgbClr val="181619"/>
                </a:solidFill>
                <a:latin typeface="Arial"/>
                <a:ea typeface="Arial"/>
                <a:cs typeface="Arial"/>
              </a:defRPr>
            </a:lvl9pPr>
          </a:lstStyle>
          <a:p xmlns:a="http://schemas.openxmlformats.org/drawingml/2006/main">
            <a:pPr algn="l">
              <a:defRPr sz="1575" b="0" i="0">
                <a:solidFill>
                  <a:srgbClr val="181619"/>
                </a:solidFill>
                <a:latin typeface="Arial"/>
                <a:ea typeface="Arial"/>
                <a:cs typeface="Arial"/>
              </a:defRPr>
            </a:pPr>
            <a:r>
              <a:rPr sz="1575" b="0" i="0">
                <a:solidFill>
                  <a:srgbClr val="181619"/>
                </a:solidFill>
                <a:latin typeface="Arial"/>
                <a:ea typeface="Arial"/>
                <a:cs typeface="Arial"/>
              </a:rPr>
              <a:t>Show owners what useful early progress looks like.</a:t>
            </a:r>
          </a:p>
        </p:txBody>
      </p:sp>
      <p:sp>
        <p:nvSpPr>
          <p:cNvPr id="12" name="">
            <a:extLst xmlns:a="http://schemas.openxmlformats.org/drawingml/2006/main">
              <a:ext uri="{FF2B5EF4-FFF2-40B4-BE49-F238E27FC236}">
                <a16:creationId xmlns:a16="http://schemas.microsoft.com/office/drawing/2014/main" id="{7182F61A-68A1-4D14-AAD1-9605C88CDB12}"/>
              </a:ext>
            </a:extLst>
          </p:cNvPr>
          <p:cNvSpPr>
            <a:spLocks xmlns:a="http://schemas.openxmlformats.org/drawingml/2006/main" noGrp="1"/>
          </p:cNvSpPr>
          <p:nvPr/>
        </p:nvSpPr>
        <p:spPr>
          <a:xfrm xmlns:a="http://schemas.openxmlformats.org/drawingml/2006/main">
            <a:off x="590550" y="480060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6546D7"/>
                </a:solidFill>
                <a:latin typeface="Arial"/>
                <a:ea typeface="Arial"/>
                <a:cs typeface="Arial"/>
              </a:defRPr>
            </a:defPPr>
            <a:lvl1pPr algn="l">
              <a:defRPr sz="1275" b="1" i="0">
                <a:solidFill>
                  <a:srgbClr val="6546D7"/>
                </a:solidFill>
                <a:latin typeface="Arial"/>
                <a:ea typeface="Arial"/>
                <a:cs typeface="Arial"/>
              </a:defRPr>
            </a:lvl1pPr>
            <a:lvl2pPr algn="l">
              <a:defRPr sz="1275" b="1" i="0">
                <a:solidFill>
                  <a:srgbClr val="6546D7"/>
                </a:solidFill>
                <a:latin typeface="Arial"/>
                <a:ea typeface="Arial"/>
                <a:cs typeface="Arial"/>
              </a:defRPr>
            </a:lvl2pPr>
            <a:lvl3pPr algn="l">
              <a:defRPr sz="1275" b="1" i="0">
                <a:solidFill>
                  <a:srgbClr val="6546D7"/>
                </a:solidFill>
                <a:latin typeface="Arial"/>
                <a:ea typeface="Arial"/>
                <a:cs typeface="Arial"/>
              </a:defRPr>
            </a:lvl3pPr>
            <a:lvl4pPr algn="l">
              <a:defRPr sz="1275" b="1" i="0">
                <a:solidFill>
                  <a:srgbClr val="6546D7"/>
                </a:solidFill>
                <a:latin typeface="Arial"/>
                <a:ea typeface="Arial"/>
                <a:cs typeface="Arial"/>
              </a:defRPr>
            </a:lvl4pPr>
            <a:lvl5pPr algn="l">
              <a:defRPr sz="1275" b="1" i="0">
                <a:solidFill>
                  <a:srgbClr val="6546D7"/>
                </a:solidFill>
                <a:latin typeface="Arial"/>
                <a:ea typeface="Arial"/>
                <a:cs typeface="Arial"/>
              </a:defRPr>
            </a:lvl5pPr>
            <a:lvl6pPr algn="l">
              <a:defRPr sz="1275" b="1" i="0">
                <a:solidFill>
                  <a:srgbClr val="6546D7"/>
                </a:solidFill>
                <a:latin typeface="Arial"/>
                <a:ea typeface="Arial"/>
                <a:cs typeface="Arial"/>
              </a:defRPr>
            </a:lvl6pPr>
            <a:lvl7pPr algn="l">
              <a:defRPr sz="1275" b="1" i="0">
                <a:solidFill>
                  <a:srgbClr val="6546D7"/>
                </a:solidFill>
                <a:latin typeface="Arial"/>
                <a:ea typeface="Arial"/>
                <a:cs typeface="Arial"/>
              </a:defRPr>
            </a:lvl7pPr>
            <a:lvl8pPr algn="l">
              <a:defRPr sz="1275" b="1" i="0">
                <a:solidFill>
                  <a:srgbClr val="6546D7"/>
                </a:solidFill>
                <a:latin typeface="Arial"/>
                <a:ea typeface="Arial"/>
                <a:cs typeface="Arial"/>
              </a:defRPr>
            </a:lvl8pPr>
            <a:lvl9pPr algn="l">
              <a:defRPr sz="1275" b="1" i="0">
                <a:solidFill>
                  <a:srgbClr val="6546D7"/>
                </a:solidFill>
                <a:latin typeface="Arial"/>
                <a:ea typeface="Arial"/>
                <a:cs typeface="Arial"/>
              </a:defRPr>
            </a:lvl9pPr>
          </a:lstStyle>
          <a:p xmlns:a="http://schemas.openxmlformats.org/drawingml/2006/main">
            <a:pPr algn="l">
              <a:defRPr sz="1275" b="1" i="0">
                <a:solidFill>
                  <a:srgbClr val="6546D7"/>
                </a:solidFill>
                <a:latin typeface="Arial"/>
                <a:ea typeface="Arial"/>
                <a:cs typeface="Arial"/>
              </a:defRPr>
            </a:pPr>
            <a:r>
              <a:rPr sz="1275" b="1" i="0">
                <a:solidFill>
                  <a:srgbClr val="6546D7"/>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A6E187C1-D526-4606-B4A8-78AD9C5BE537}"/>
              </a:ext>
            </a:extLst>
          </p:cNvPr>
          <p:cNvSpPr>
            <a:spLocks xmlns:a="http://schemas.openxmlformats.org/drawingml/2006/main" noGrp="1"/>
          </p:cNvSpPr>
          <p:nvPr/>
        </p:nvSpPr>
        <p:spPr>
          <a:xfrm xmlns:a="http://schemas.openxmlformats.org/drawingml/2006/main">
            <a:off x="1352550" y="4800600"/>
            <a:ext cx="166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75" b="1" i="0">
                <a:solidFill>
                  <a:srgbClr val="181619"/>
                </a:solidFill>
                <a:latin typeface="Arial"/>
                <a:ea typeface="Arial"/>
                <a:cs typeface="Arial"/>
              </a:defRPr>
            </a:defPPr>
            <a:lvl1pPr algn="l">
              <a:defRPr sz="1275" b="1" i="0">
                <a:solidFill>
                  <a:srgbClr val="181619"/>
                </a:solidFill>
                <a:latin typeface="Arial"/>
                <a:ea typeface="Arial"/>
                <a:cs typeface="Arial"/>
              </a:defRPr>
            </a:lvl1pPr>
            <a:lvl2pPr algn="l">
              <a:defRPr sz="1275" b="1" i="0">
                <a:solidFill>
                  <a:srgbClr val="181619"/>
                </a:solidFill>
                <a:latin typeface="Arial"/>
                <a:ea typeface="Arial"/>
                <a:cs typeface="Arial"/>
              </a:defRPr>
            </a:lvl2pPr>
            <a:lvl3pPr algn="l">
              <a:defRPr sz="1275" b="1" i="0">
                <a:solidFill>
                  <a:srgbClr val="181619"/>
                </a:solidFill>
                <a:latin typeface="Arial"/>
                <a:ea typeface="Arial"/>
                <a:cs typeface="Arial"/>
              </a:defRPr>
            </a:lvl3pPr>
            <a:lvl4pPr algn="l">
              <a:defRPr sz="1275" b="1" i="0">
                <a:solidFill>
                  <a:srgbClr val="181619"/>
                </a:solidFill>
                <a:latin typeface="Arial"/>
                <a:ea typeface="Arial"/>
                <a:cs typeface="Arial"/>
              </a:defRPr>
            </a:lvl4pPr>
            <a:lvl5pPr algn="l">
              <a:defRPr sz="1275" b="1" i="0">
                <a:solidFill>
                  <a:srgbClr val="181619"/>
                </a:solidFill>
                <a:latin typeface="Arial"/>
                <a:ea typeface="Arial"/>
                <a:cs typeface="Arial"/>
              </a:defRPr>
            </a:lvl5pPr>
            <a:lvl6pPr algn="l">
              <a:defRPr sz="1275" b="1" i="0">
                <a:solidFill>
                  <a:srgbClr val="181619"/>
                </a:solidFill>
                <a:latin typeface="Arial"/>
                <a:ea typeface="Arial"/>
                <a:cs typeface="Arial"/>
              </a:defRPr>
            </a:lvl6pPr>
            <a:lvl7pPr algn="l">
              <a:defRPr sz="1275" b="1" i="0">
                <a:solidFill>
                  <a:srgbClr val="181619"/>
                </a:solidFill>
                <a:latin typeface="Arial"/>
                <a:ea typeface="Arial"/>
                <a:cs typeface="Arial"/>
              </a:defRPr>
            </a:lvl7pPr>
            <a:lvl8pPr algn="l">
              <a:defRPr sz="1275" b="1" i="0">
                <a:solidFill>
                  <a:srgbClr val="181619"/>
                </a:solidFill>
                <a:latin typeface="Arial"/>
                <a:ea typeface="Arial"/>
                <a:cs typeface="Arial"/>
              </a:defRPr>
            </a:lvl8pPr>
            <a:lvl9pPr algn="l">
              <a:defRPr sz="1275" b="1" i="0">
                <a:solidFill>
                  <a:srgbClr val="181619"/>
                </a:solidFill>
                <a:latin typeface="Arial"/>
                <a:ea typeface="Arial"/>
                <a:cs typeface="Arial"/>
              </a:defRPr>
            </a:lvl9pPr>
          </a:lstStyle>
          <a:p xmlns:a="http://schemas.openxmlformats.org/drawingml/2006/main">
            <a:pPr algn="l">
              <a:defRPr sz="1275" b="1" i="0">
                <a:solidFill>
                  <a:srgbClr val="181619"/>
                </a:solidFill>
                <a:latin typeface="Arial"/>
                <a:ea typeface="Arial"/>
                <a:cs typeface="Arial"/>
              </a:defRPr>
            </a:pPr>
            <a:r>
              <a:rPr sz="1275" b="1" i="0">
                <a:solidFill>
                  <a:srgbClr val="181619"/>
                </a:solidFill>
                <a:latin typeface="Arial"/>
                <a:ea typeface="Arial"/>
                <a:cs typeface="Arial"/>
              </a:rPr>
              <a:t>RETAIN</a:t>
            </a:r>
          </a:p>
        </p:txBody>
      </p:sp>
      <p:sp>
        <p:nvSpPr>
          <p:cNvPr id="14" name="">
            <a:extLst xmlns:a="http://schemas.openxmlformats.org/drawingml/2006/main">
              <a:ext uri="{FF2B5EF4-FFF2-40B4-BE49-F238E27FC236}">
                <a16:creationId xmlns:a16="http://schemas.microsoft.com/office/drawing/2014/main" id="{80A5F7E4-F3E7-4937-BF00-A2A91C0C9A79}"/>
              </a:ext>
            </a:extLst>
          </p:cNvPr>
          <p:cNvSpPr>
            <a:spLocks xmlns:a="http://schemas.openxmlformats.org/drawingml/2006/main" noGrp="1"/>
          </p:cNvSpPr>
          <p:nvPr/>
        </p:nvSpPr>
        <p:spPr>
          <a:xfrm xmlns:a="http://schemas.openxmlformats.org/drawingml/2006/main">
            <a:off x="3143250" y="476250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75" b="0" i="0">
                <a:solidFill>
                  <a:srgbClr val="181619"/>
                </a:solidFill>
                <a:latin typeface="Arial"/>
                <a:ea typeface="Arial"/>
                <a:cs typeface="Arial"/>
              </a:defRPr>
            </a:defPPr>
            <a:lvl1pPr algn="l">
              <a:defRPr sz="1575" b="0" i="0">
                <a:solidFill>
                  <a:srgbClr val="181619"/>
                </a:solidFill>
                <a:latin typeface="Arial"/>
                <a:ea typeface="Arial"/>
                <a:cs typeface="Arial"/>
              </a:defRPr>
            </a:lvl1pPr>
            <a:lvl2pPr algn="l">
              <a:defRPr sz="1575" b="0" i="0">
                <a:solidFill>
                  <a:srgbClr val="181619"/>
                </a:solidFill>
                <a:latin typeface="Arial"/>
                <a:ea typeface="Arial"/>
                <a:cs typeface="Arial"/>
              </a:defRPr>
            </a:lvl2pPr>
            <a:lvl3pPr algn="l">
              <a:defRPr sz="1575" b="0" i="0">
                <a:solidFill>
                  <a:srgbClr val="181619"/>
                </a:solidFill>
                <a:latin typeface="Arial"/>
                <a:ea typeface="Arial"/>
                <a:cs typeface="Arial"/>
              </a:defRPr>
            </a:lvl3pPr>
            <a:lvl4pPr algn="l">
              <a:defRPr sz="1575" b="0" i="0">
                <a:solidFill>
                  <a:srgbClr val="181619"/>
                </a:solidFill>
                <a:latin typeface="Arial"/>
                <a:ea typeface="Arial"/>
                <a:cs typeface="Arial"/>
              </a:defRPr>
            </a:lvl4pPr>
            <a:lvl5pPr algn="l">
              <a:defRPr sz="1575" b="0" i="0">
                <a:solidFill>
                  <a:srgbClr val="181619"/>
                </a:solidFill>
                <a:latin typeface="Arial"/>
                <a:ea typeface="Arial"/>
                <a:cs typeface="Arial"/>
              </a:defRPr>
            </a:lvl5pPr>
            <a:lvl6pPr algn="l">
              <a:defRPr sz="1575" b="0" i="0">
                <a:solidFill>
                  <a:srgbClr val="181619"/>
                </a:solidFill>
                <a:latin typeface="Arial"/>
                <a:ea typeface="Arial"/>
                <a:cs typeface="Arial"/>
              </a:defRPr>
            </a:lvl6pPr>
            <a:lvl7pPr algn="l">
              <a:defRPr sz="1575" b="0" i="0">
                <a:solidFill>
                  <a:srgbClr val="181619"/>
                </a:solidFill>
                <a:latin typeface="Arial"/>
                <a:ea typeface="Arial"/>
                <a:cs typeface="Arial"/>
              </a:defRPr>
            </a:lvl7pPr>
            <a:lvl8pPr algn="l">
              <a:defRPr sz="1575" b="0" i="0">
                <a:solidFill>
                  <a:srgbClr val="181619"/>
                </a:solidFill>
                <a:latin typeface="Arial"/>
                <a:ea typeface="Arial"/>
                <a:cs typeface="Arial"/>
              </a:defRPr>
            </a:lvl8pPr>
            <a:lvl9pPr algn="l">
              <a:defRPr sz="1575" b="0" i="0">
                <a:solidFill>
                  <a:srgbClr val="181619"/>
                </a:solidFill>
                <a:latin typeface="Arial"/>
                <a:ea typeface="Arial"/>
                <a:cs typeface="Arial"/>
              </a:defRPr>
            </a:lvl9pPr>
          </a:lstStyle>
          <a:p xmlns:a="http://schemas.openxmlformats.org/drawingml/2006/main">
            <a:pPr algn="l">
              <a:defRPr sz="1575" b="0" i="0">
                <a:solidFill>
                  <a:srgbClr val="181619"/>
                </a:solidFill>
                <a:latin typeface="Arial"/>
                <a:ea typeface="Arial"/>
                <a:cs typeface="Arial"/>
              </a:defRPr>
            </a:pPr>
            <a:r>
              <a:rPr sz="1575" b="0" i="0">
                <a:solidFill>
                  <a:srgbClr val="181619"/>
                </a:solidFill>
                <a:latin typeface="Arial"/>
                <a:ea typeface="Arial"/>
                <a:cs typeface="Arial"/>
              </a:rPr>
              <a:t>Use evidence and guidance to sustain committed feeding.</a:t>
            </a:r>
          </a:p>
        </p:txBody>
      </p:sp>
      <p:sp>
        <p:nvSpPr>
          <p:cNvPr id="15" name="">
            <a:extLst xmlns:a="http://schemas.openxmlformats.org/drawingml/2006/main">
              <a:ext uri="{FF2B5EF4-FFF2-40B4-BE49-F238E27FC236}">
                <a16:creationId xmlns:a16="http://schemas.microsoft.com/office/drawing/2014/main" id="{80FBDAA0-ECA4-4110-B85F-0F164935BF03}"/>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6A6267"/>
                </a:solidFill>
                <a:latin typeface="Arial"/>
                <a:ea typeface="Arial"/>
                <a:cs typeface="Arial"/>
              </a:defRPr>
            </a:defPPr>
            <a:lvl1pPr algn="l">
              <a:defRPr sz="675" b="1" i="0">
                <a:solidFill>
                  <a:srgbClr val="6A6267"/>
                </a:solidFill>
                <a:latin typeface="Arial"/>
                <a:ea typeface="Arial"/>
                <a:cs typeface="Arial"/>
              </a:defRPr>
            </a:lvl1pPr>
            <a:lvl2pPr algn="l">
              <a:defRPr sz="675" b="1" i="0">
                <a:solidFill>
                  <a:srgbClr val="6A6267"/>
                </a:solidFill>
                <a:latin typeface="Arial"/>
                <a:ea typeface="Arial"/>
                <a:cs typeface="Arial"/>
              </a:defRPr>
            </a:lvl2pPr>
            <a:lvl3pPr algn="l">
              <a:defRPr sz="675" b="1" i="0">
                <a:solidFill>
                  <a:srgbClr val="6A6267"/>
                </a:solidFill>
                <a:latin typeface="Arial"/>
                <a:ea typeface="Arial"/>
                <a:cs typeface="Arial"/>
              </a:defRPr>
            </a:lvl3pPr>
            <a:lvl4pPr algn="l">
              <a:defRPr sz="675" b="1" i="0">
                <a:solidFill>
                  <a:srgbClr val="6A6267"/>
                </a:solidFill>
                <a:latin typeface="Arial"/>
                <a:ea typeface="Arial"/>
                <a:cs typeface="Arial"/>
              </a:defRPr>
            </a:lvl4pPr>
            <a:lvl5pPr algn="l">
              <a:defRPr sz="675" b="1" i="0">
                <a:solidFill>
                  <a:srgbClr val="6A6267"/>
                </a:solidFill>
                <a:latin typeface="Arial"/>
                <a:ea typeface="Arial"/>
                <a:cs typeface="Arial"/>
              </a:defRPr>
            </a:lvl5pPr>
            <a:lvl6pPr algn="l">
              <a:defRPr sz="675" b="1" i="0">
                <a:solidFill>
                  <a:srgbClr val="6A6267"/>
                </a:solidFill>
                <a:latin typeface="Arial"/>
                <a:ea typeface="Arial"/>
                <a:cs typeface="Arial"/>
              </a:defRPr>
            </a:lvl6pPr>
            <a:lvl7pPr algn="l">
              <a:defRPr sz="675" b="1" i="0">
                <a:solidFill>
                  <a:srgbClr val="6A6267"/>
                </a:solidFill>
                <a:latin typeface="Arial"/>
                <a:ea typeface="Arial"/>
                <a:cs typeface="Arial"/>
              </a:defRPr>
            </a:lvl7pPr>
            <a:lvl8pPr algn="l">
              <a:defRPr sz="675" b="1" i="0">
                <a:solidFill>
                  <a:srgbClr val="6A6267"/>
                </a:solidFill>
                <a:latin typeface="Arial"/>
                <a:ea typeface="Arial"/>
                <a:cs typeface="Arial"/>
              </a:defRPr>
            </a:lvl8pPr>
            <a:lvl9pPr algn="l">
              <a:defRPr sz="675" b="1" i="0">
                <a:solidFill>
                  <a:srgbClr val="6A6267"/>
                </a:solidFill>
                <a:latin typeface="Arial"/>
                <a:ea typeface="Arial"/>
                <a:cs typeface="Arial"/>
              </a:defRPr>
            </a:lvl9pPr>
          </a:lstStyle>
          <a:p xmlns:a="http://schemas.openxmlformats.org/drawingml/2006/main">
            <a:pPr algn="l">
              <a:defRPr sz="675" b="1" i="0">
                <a:solidFill>
                  <a:srgbClr val="6A6267"/>
                </a:solidFill>
                <a:latin typeface="Arial"/>
                <a:ea typeface="Arial"/>
                <a:cs typeface="Arial"/>
              </a:defRPr>
            </a:pPr>
            <a:r>
              <a:rPr sz="675" b="1" i="0">
                <a:solidFill>
                  <a:srgbClr val="6A6267"/>
                </a:solidFill>
                <a:latin typeface="Arial"/>
                <a:ea typeface="Arial"/>
                <a:cs typeface="Arial"/>
              </a:rPr>
              <a:t>FIELDWORK / KATKIN / INTERNAL CALIBRATION</a:t>
            </a:r>
          </a:p>
        </p:txBody>
      </p:sp>
      <p:sp>
        <p:nvSpPr>
          <p:cNvPr id="16" name="">
            <a:extLst xmlns:a="http://schemas.openxmlformats.org/drawingml/2006/main">
              <a:ext uri="{FF2B5EF4-FFF2-40B4-BE49-F238E27FC236}">
                <a16:creationId xmlns:a16="http://schemas.microsoft.com/office/drawing/2014/main" id="{C5603E39-1EEB-41E8-8CCB-16493C96C22E}"/>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A6267"/>
                </a:solidFill>
                <a:latin typeface="Arial"/>
                <a:ea typeface="Arial"/>
                <a:cs typeface="Arial"/>
              </a:defRPr>
            </a:defPPr>
            <a:lvl1pPr algn="r">
              <a:defRPr sz="675" b="1" i="0">
                <a:solidFill>
                  <a:srgbClr val="6A6267"/>
                </a:solidFill>
                <a:latin typeface="Arial"/>
                <a:ea typeface="Arial"/>
                <a:cs typeface="Arial"/>
              </a:defRPr>
            </a:lvl1pPr>
            <a:lvl2pPr algn="r">
              <a:defRPr sz="675" b="1" i="0">
                <a:solidFill>
                  <a:srgbClr val="6A6267"/>
                </a:solidFill>
                <a:latin typeface="Arial"/>
                <a:ea typeface="Arial"/>
                <a:cs typeface="Arial"/>
              </a:defRPr>
            </a:lvl2pPr>
            <a:lvl3pPr algn="r">
              <a:defRPr sz="675" b="1" i="0">
                <a:solidFill>
                  <a:srgbClr val="6A6267"/>
                </a:solidFill>
                <a:latin typeface="Arial"/>
                <a:ea typeface="Arial"/>
                <a:cs typeface="Arial"/>
              </a:defRPr>
            </a:lvl3pPr>
            <a:lvl4pPr algn="r">
              <a:defRPr sz="675" b="1" i="0">
                <a:solidFill>
                  <a:srgbClr val="6A6267"/>
                </a:solidFill>
                <a:latin typeface="Arial"/>
                <a:ea typeface="Arial"/>
                <a:cs typeface="Arial"/>
              </a:defRPr>
            </a:lvl4pPr>
            <a:lvl5pPr algn="r">
              <a:defRPr sz="675" b="1" i="0">
                <a:solidFill>
                  <a:srgbClr val="6A6267"/>
                </a:solidFill>
                <a:latin typeface="Arial"/>
                <a:ea typeface="Arial"/>
                <a:cs typeface="Arial"/>
              </a:defRPr>
            </a:lvl5pPr>
            <a:lvl6pPr algn="r">
              <a:defRPr sz="675" b="1" i="0">
                <a:solidFill>
                  <a:srgbClr val="6A6267"/>
                </a:solidFill>
                <a:latin typeface="Arial"/>
                <a:ea typeface="Arial"/>
                <a:cs typeface="Arial"/>
              </a:defRPr>
            </a:lvl6pPr>
            <a:lvl7pPr algn="r">
              <a:defRPr sz="675" b="1" i="0">
                <a:solidFill>
                  <a:srgbClr val="6A6267"/>
                </a:solidFill>
                <a:latin typeface="Arial"/>
                <a:ea typeface="Arial"/>
                <a:cs typeface="Arial"/>
              </a:defRPr>
            </a:lvl7pPr>
            <a:lvl8pPr algn="r">
              <a:defRPr sz="675" b="1" i="0">
                <a:solidFill>
                  <a:srgbClr val="6A6267"/>
                </a:solidFill>
                <a:latin typeface="Arial"/>
                <a:ea typeface="Arial"/>
                <a:cs typeface="Arial"/>
              </a:defRPr>
            </a:lvl8pPr>
            <a:lvl9pPr algn="r">
              <a:defRPr sz="675" b="1" i="0">
                <a:solidFill>
                  <a:srgbClr val="6A6267"/>
                </a:solidFill>
                <a:latin typeface="Arial"/>
                <a:ea typeface="Arial"/>
                <a:cs typeface="Arial"/>
              </a:defRPr>
            </a:lvl9pPr>
          </a:lstStyle>
          <a:p xmlns:a="http://schemas.openxmlformats.org/drawingml/2006/main">
            <a:pPr algn="r">
              <a:defRPr sz="675" b="1" i="0">
                <a:solidFill>
                  <a:srgbClr val="6A6267"/>
                </a:solidFill>
                <a:latin typeface="Arial"/>
                <a:ea typeface="Arial"/>
                <a:cs typeface="Arial"/>
              </a:defRPr>
            </a:pPr>
            <a:r>
              <a:rPr sz="675" b="1" i="0">
                <a:solidFill>
                  <a:srgbClr val="6A6267"/>
                </a:solidFill>
                <a:latin typeface="Arial"/>
                <a:ea typeface="Arial"/>
                <a:cs typeface="Arial"/>
              </a:rPr>
              <a:t>ASSUMPTION-LED / VALIDATE BEFORE SCALE</a:t>
            </a:r>
          </a:p>
        </p:txBody>
      </p:sp>
      <p:sp>
        <p:nvSpPr>
          <p:cNvPr id="17" name="">
            <a:extLst xmlns:a="http://schemas.openxmlformats.org/drawingml/2006/main">
              <a:ext uri="{FF2B5EF4-FFF2-40B4-BE49-F238E27FC236}">
                <a16:creationId xmlns:a16="http://schemas.microsoft.com/office/drawing/2014/main" id="{9ADC8143-1A62-49AA-B6D4-E43A5AA4FC52}"/>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A6267"/>
                </a:solidFill>
                <a:latin typeface="Arial"/>
                <a:ea typeface="Arial"/>
                <a:cs typeface="Arial"/>
              </a:defRPr>
            </a:defPPr>
            <a:lvl1pPr algn="r">
              <a:defRPr sz="675" b="1" i="0">
                <a:solidFill>
                  <a:srgbClr val="6A6267"/>
                </a:solidFill>
                <a:latin typeface="Arial"/>
                <a:ea typeface="Arial"/>
                <a:cs typeface="Arial"/>
              </a:defRPr>
            </a:lvl1pPr>
            <a:lvl2pPr algn="r">
              <a:defRPr sz="675" b="1" i="0">
                <a:solidFill>
                  <a:srgbClr val="6A6267"/>
                </a:solidFill>
                <a:latin typeface="Arial"/>
                <a:ea typeface="Arial"/>
                <a:cs typeface="Arial"/>
              </a:defRPr>
            </a:lvl2pPr>
            <a:lvl3pPr algn="r">
              <a:defRPr sz="675" b="1" i="0">
                <a:solidFill>
                  <a:srgbClr val="6A6267"/>
                </a:solidFill>
                <a:latin typeface="Arial"/>
                <a:ea typeface="Arial"/>
                <a:cs typeface="Arial"/>
              </a:defRPr>
            </a:lvl3pPr>
            <a:lvl4pPr algn="r">
              <a:defRPr sz="675" b="1" i="0">
                <a:solidFill>
                  <a:srgbClr val="6A6267"/>
                </a:solidFill>
                <a:latin typeface="Arial"/>
                <a:ea typeface="Arial"/>
                <a:cs typeface="Arial"/>
              </a:defRPr>
            </a:lvl4pPr>
            <a:lvl5pPr algn="r">
              <a:defRPr sz="675" b="1" i="0">
                <a:solidFill>
                  <a:srgbClr val="6A6267"/>
                </a:solidFill>
                <a:latin typeface="Arial"/>
                <a:ea typeface="Arial"/>
                <a:cs typeface="Arial"/>
              </a:defRPr>
            </a:lvl5pPr>
            <a:lvl6pPr algn="r">
              <a:defRPr sz="675" b="1" i="0">
                <a:solidFill>
                  <a:srgbClr val="6A6267"/>
                </a:solidFill>
                <a:latin typeface="Arial"/>
                <a:ea typeface="Arial"/>
                <a:cs typeface="Arial"/>
              </a:defRPr>
            </a:lvl6pPr>
            <a:lvl7pPr algn="r">
              <a:defRPr sz="675" b="1" i="0">
                <a:solidFill>
                  <a:srgbClr val="6A6267"/>
                </a:solidFill>
                <a:latin typeface="Arial"/>
                <a:ea typeface="Arial"/>
                <a:cs typeface="Arial"/>
              </a:defRPr>
            </a:lvl7pPr>
            <a:lvl8pPr algn="r">
              <a:defRPr sz="675" b="1" i="0">
                <a:solidFill>
                  <a:srgbClr val="6A6267"/>
                </a:solidFill>
                <a:latin typeface="Arial"/>
                <a:ea typeface="Arial"/>
                <a:cs typeface="Arial"/>
              </a:defRPr>
            </a:lvl8pPr>
            <a:lvl9pPr algn="r">
              <a:defRPr sz="675" b="1" i="0">
                <a:solidFill>
                  <a:srgbClr val="6A6267"/>
                </a:solidFill>
                <a:latin typeface="Arial"/>
                <a:ea typeface="Arial"/>
                <a:cs typeface="Arial"/>
              </a:defRPr>
            </a:lvl9pPr>
          </a:lstStyle>
          <a:p xmlns:a="http://schemas.openxmlformats.org/drawingml/2006/main">
            <a:pPr algn="r">
              <a:defRPr sz="675" b="1" i="0">
                <a:solidFill>
                  <a:srgbClr val="6A6267"/>
                </a:solidFill>
                <a:latin typeface="Arial"/>
                <a:ea typeface="Arial"/>
                <a:cs typeface="Arial"/>
              </a:defRPr>
            </a:pPr>
            <a:r>
              <a:rPr sz="675" b="1" i="0">
                <a:solidFill>
                  <a:srgbClr val="6A6267"/>
                </a:solidFill>
                <a:latin typeface="Arial"/>
                <a:ea typeface="Arial"/>
                <a:cs typeface="Arial"/>
              </a:rPr>
              <a:t>03 / 05</a:t>
            </a:r>
          </a:p>
        </p:txBody>
      </p:sp>
    </p:spTree>
    <p:extLst>
      <p:ext uri="{BB962C8B-B14F-4D97-AF65-F5344CB8AC3E}">
        <p14:creationId xmlns:p14="http://schemas.microsoft.com/office/powerpoint/2010/main" val="1546250201"/>
      </p:ext>
    </p:extLst>
  </p:cSld>
</p:sld>
</file>

<file path=ppt/slides/slide4.xml><?xml version="1.0" encoding="utf-8"?>
<p:sld xmlns:p="http://schemas.openxmlformats.org/presentationml/2006/main">
  <p:cSld>
    <p:bg>
      <p:bgPr>
        <a:solidFill xmlns:a="http://schemas.openxmlformats.org/drawingml/2006/main">
          <a:srgbClr val="FF5B4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D9714B-D2CF-4A5F-973C-C79CCA5AF5A3}"/>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6546D7"/>
                </a:solidFill>
                <a:latin typeface="Arial"/>
                <a:ea typeface="Arial"/>
                <a:cs typeface="Arial"/>
              </a:defRPr>
            </a:defPPr>
            <a:lvl1pPr algn="l">
              <a:defRPr sz="825" b="1" i="0">
                <a:solidFill>
                  <a:srgbClr val="6546D7"/>
                </a:solidFill>
                <a:latin typeface="Arial"/>
                <a:ea typeface="Arial"/>
                <a:cs typeface="Arial"/>
              </a:defRPr>
            </a:lvl1pPr>
            <a:lvl2pPr algn="l">
              <a:defRPr sz="825" b="1" i="0">
                <a:solidFill>
                  <a:srgbClr val="6546D7"/>
                </a:solidFill>
                <a:latin typeface="Arial"/>
                <a:ea typeface="Arial"/>
                <a:cs typeface="Arial"/>
              </a:defRPr>
            </a:lvl2pPr>
            <a:lvl3pPr algn="l">
              <a:defRPr sz="825" b="1" i="0">
                <a:solidFill>
                  <a:srgbClr val="6546D7"/>
                </a:solidFill>
                <a:latin typeface="Arial"/>
                <a:ea typeface="Arial"/>
                <a:cs typeface="Arial"/>
              </a:defRPr>
            </a:lvl3pPr>
            <a:lvl4pPr algn="l">
              <a:defRPr sz="825" b="1" i="0">
                <a:solidFill>
                  <a:srgbClr val="6546D7"/>
                </a:solidFill>
                <a:latin typeface="Arial"/>
                <a:ea typeface="Arial"/>
                <a:cs typeface="Arial"/>
              </a:defRPr>
            </a:lvl4pPr>
            <a:lvl5pPr algn="l">
              <a:defRPr sz="825" b="1" i="0">
                <a:solidFill>
                  <a:srgbClr val="6546D7"/>
                </a:solidFill>
                <a:latin typeface="Arial"/>
                <a:ea typeface="Arial"/>
                <a:cs typeface="Arial"/>
              </a:defRPr>
            </a:lvl5pPr>
            <a:lvl6pPr algn="l">
              <a:defRPr sz="825" b="1" i="0">
                <a:solidFill>
                  <a:srgbClr val="6546D7"/>
                </a:solidFill>
                <a:latin typeface="Arial"/>
                <a:ea typeface="Arial"/>
                <a:cs typeface="Arial"/>
              </a:defRPr>
            </a:lvl6pPr>
            <a:lvl7pPr algn="l">
              <a:defRPr sz="825" b="1" i="0">
                <a:solidFill>
                  <a:srgbClr val="6546D7"/>
                </a:solidFill>
                <a:latin typeface="Arial"/>
                <a:ea typeface="Arial"/>
                <a:cs typeface="Arial"/>
              </a:defRPr>
            </a:lvl7pPr>
            <a:lvl8pPr algn="l">
              <a:defRPr sz="825" b="1" i="0">
                <a:solidFill>
                  <a:srgbClr val="6546D7"/>
                </a:solidFill>
                <a:latin typeface="Arial"/>
                <a:ea typeface="Arial"/>
                <a:cs typeface="Arial"/>
              </a:defRPr>
            </a:lvl8pPr>
            <a:lvl9pPr algn="l">
              <a:defRPr sz="825" b="1" i="0">
                <a:solidFill>
                  <a:srgbClr val="6546D7"/>
                </a:solidFill>
                <a:latin typeface="Arial"/>
                <a:ea typeface="Arial"/>
                <a:cs typeface="Arial"/>
              </a:defRPr>
            </a:lvl9pPr>
          </a:lstStyle>
          <a:p xmlns:a="http://schemas.openxmlformats.org/drawingml/2006/main">
            <a:pPr algn="l">
              <a:defRPr sz="825" b="1" i="0">
                <a:solidFill>
                  <a:srgbClr val="6546D7"/>
                </a:solidFill>
                <a:latin typeface="Arial"/>
                <a:ea typeface="Arial"/>
                <a:cs typeface="Arial"/>
              </a:defRPr>
            </a:pPr>
            <a:r>
              <a:rPr sz="825" b="1" i="0">
                <a:solidFill>
                  <a:srgbClr val="6546D7"/>
                </a:solidFill>
                <a:latin typeface="Arial"/>
                <a:ea typeface="Arial"/>
                <a:cs typeface="Arial"/>
              </a:rPr>
              <a:t>04 / THE AUDIENCE OPPORTUNITY</a:t>
            </a:r>
          </a:p>
        </p:txBody>
      </p:sp>
      <p:sp>
        <p:nvSpPr>
          <p:cNvPr id="2" name="">
            <a:extLst xmlns:a="http://schemas.openxmlformats.org/drawingml/2006/main">
              <a:ext uri="{FF2B5EF4-FFF2-40B4-BE49-F238E27FC236}">
                <a16:creationId xmlns:a16="http://schemas.microsoft.com/office/drawing/2014/main" id="{FB789AC2-125A-4E69-AF22-07B845753EAC}"/>
              </a:ext>
            </a:extLst>
          </p:cNvPr>
          <p:cNvSpPr>
            <a:spLocks xmlns:a="http://schemas.openxmlformats.org/drawingml/2006/main" noGrp="1"/>
          </p:cNvSpPr>
          <p:nvPr/>
        </p:nvSpPr>
        <p:spPr>
          <a:xfrm xmlns:a="http://schemas.openxmlformats.org/drawingml/2006/main">
            <a:off x="590550" y="99060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525" b="1" i="0">
                <a:solidFill>
                  <a:srgbClr val="181619"/>
                </a:solidFill>
                <a:latin typeface="Arial"/>
                <a:ea typeface="Arial"/>
                <a:cs typeface="Arial"/>
              </a:defRPr>
            </a:defPPr>
            <a:lvl1pPr algn="l">
              <a:defRPr sz="3525" b="1" i="0">
                <a:solidFill>
                  <a:srgbClr val="181619"/>
                </a:solidFill>
                <a:latin typeface="Arial"/>
                <a:ea typeface="Arial"/>
                <a:cs typeface="Arial"/>
              </a:defRPr>
            </a:lvl1pPr>
            <a:lvl2pPr algn="l">
              <a:defRPr sz="3525" b="1" i="0">
                <a:solidFill>
                  <a:srgbClr val="181619"/>
                </a:solidFill>
                <a:latin typeface="Arial"/>
                <a:ea typeface="Arial"/>
                <a:cs typeface="Arial"/>
              </a:defRPr>
            </a:lvl2pPr>
            <a:lvl3pPr algn="l">
              <a:defRPr sz="3525" b="1" i="0">
                <a:solidFill>
                  <a:srgbClr val="181619"/>
                </a:solidFill>
                <a:latin typeface="Arial"/>
                <a:ea typeface="Arial"/>
                <a:cs typeface="Arial"/>
              </a:defRPr>
            </a:lvl3pPr>
            <a:lvl4pPr algn="l">
              <a:defRPr sz="3525" b="1" i="0">
                <a:solidFill>
                  <a:srgbClr val="181619"/>
                </a:solidFill>
                <a:latin typeface="Arial"/>
                <a:ea typeface="Arial"/>
                <a:cs typeface="Arial"/>
              </a:defRPr>
            </a:lvl4pPr>
            <a:lvl5pPr algn="l">
              <a:defRPr sz="3525" b="1" i="0">
                <a:solidFill>
                  <a:srgbClr val="181619"/>
                </a:solidFill>
                <a:latin typeface="Arial"/>
                <a:ea typeface="Arial"/>
                <a:cs typeface="Arial"/>
              </a:defRPr>
            </a:lvl5pPr>
            <a:lvl6pPr algn="l">
              <a:defRPr sz="3525" b="1" i="0">
                <a:solidFill>
                  <a:srgbClr val="181619"/>
                </a:solidFill>
                <a:latin typeface="Arial"/>
                <a:ea typeface="Arial"/>
                <a:cs typeface="Arial"/>
              </a:defRPr>
            </a:lvl6pPr>
            <a:lvl7pPr algn="l">
              <a:defRPr sz="3525" b="1" i="0">
                <a:solidFill>
                  <a:srgbClr val="181619"/>
                </a:solidFill>
                <a:latin typeface="Arial"/>
                <a:ea typeface="Arial"/>
                <a:cs typeface="Arial"/>
              </a:defRPr>
            </a:lvl7pPr>
            <a:lvl8pPr algn="l">
              <a:defRPr sz="3525" b="1" i="0">
                <a:solidFill>
                  <a:srgbClr val="181619"/>
                </a:solidFill>
                <a:latin typeface="Arial"/>
                <a:ea typeface="Arial"/>
                <a:cs typeface="Arial"/>
              </a:defRPr>
            </a:lvl8pPr>
            <a:lvl9pPr algn="l">
              <a:defRPr sz="3525" b="1" i="0">
                <a:solidFill>
                  <a:srgbClr val="181619"/>
                </a:solidFill>
                <a:latin typeface="Arial"/>
                <a:ea typeface="Arial"/>
                <a:cs typeface="Arial"/>
              </a:defRPr>
            </a:lvl9pPr>
          </a:lstStyle>
          <a:p xmlns:a="http://schemas.openxmlformats.org/drawingml/2006/main">
            <a:pPr algn="l">
              <a:defRPr sz="3525" b="1" i="0">
                <a:solidFill>
                  <a:srgbClr val="181619"/>
                </a:solidFill>
                <a:latin typeface="Arial"/>
                <a:ea typeface="Arial"/>
                <a:cs typeface="Arial"/>
              </a:defRPr>
            </a:pPr>
            <a:r>
              <a:rPr sz="3525" b="1" i="0">
                <a:solidFill>
                  <a:srgbClr val="181619"/>
                </a:solidFill>
                <a:latin typeface="Arial"/>
                <a:ea typeface="Arial"/>
                <a:cs typeface="Arial"/>
              </a:rPr>
              <a:t>The committed cat parent at the trial decision</a:t>
            </a:r>
          </a:p>
        </p:txBody>
      </p:sp>
      <p:sp>
        <p:nvSpPr>
          <p:cNvPr id="3" name="">
            <a:extLst xmlns:a="http://schemas.openxmlformats.org/drawingml/2006/main">
              <a:ext uri="{FF2B5EF4-FFF2-40B4-BE49-F238E27FC236}">
                <a16:creationId xmlns:a16="http://schemas.microsoft.com/office/drawing/2014/main" id="{2A68EFD6-8ECF-479D-B89E-615907716D58}"/>
              </a:ext>
            </a:extLst>
          </p:cNvPr>
          <p:cNvSpPr>
            <a:spLocks xmlns:a="http://schemas.openxmlformats.org/drawingml/2006/main" noGrp="1"/>
          </p:cNvSpPr>
          <p:nvPr/>
        </p:nvSpPr>
        <p:spPr>
          <a:xfrm xmlns:a="http://schemas.openxmlformats.org/drawingml/2006/main">
            <a:off x="590550" y="2381250"/>
            <a:ext cx="7810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1" i="0">
                <a:solidFill>
                  <a:srgbClr val="181619"/>
                </a:solidFill>
                <a:latin typeface="Arial"/>
                <a:ea typeface="Arial"/>
                <a:cs typeface="Arial"/>
              </a:defRPr>
            </a:defPPr>
            <a:lvl1pPr algn="l">
              <a:defRPr sz="2175" b="1" i="0">
                <a:solidFill>
                  <a:srgbClr val="181619"/>
                </a:solidFill>
                <a:latin typeface="Arial"/>
                <a:ea typeface="Arial"/>
                <a:cs typeface="Arial"/>
              </a:defRPr>
            </a:lvl1pPr>
            <a:lvl2pPr algn="l">
              <a:defRPr sz="2175" b="1" i="0">
                <a:solidFill>
                  <a:srgbClr val="181619"/>
                </a:solidFill>
                <a:latin typeface="Arial"/>
                <a:ea typeface="Arial"/>
                <a:cs typeface="Arial"/>
              </a:defRPr>
            </a:lvl2pPr>
            <a:lvl3pPr algn="l">
              <a:defRPr sz="2175" b="1" i="0">
                <a:solidFill>
                  <a:srgbClr val="181619"/>
                </a:solidFill>
                <a:latin typeface="Arial"/>
                <a:ea typeface="Arial"/>
                <a:cs typeface="Arial"/>
              </a:defRPr>
            </a:lvl3pPr>
            <a:lvl4pPr algn="l">
              <a:defRPr sz="2175" b="1" i="0">
                <a:solidFill>
                  <a:srgbClr val="181619"/>
                </a:solidFill>
                <a:latin typeface="Arial"/>
                <a:ea typeface="Arial"/>
                <a:cs typeface="Arial"/>
              </a:defRPr>
            </a:lvl4pPr>
            <a:lvl5pPr algn="l">
              <a:defRPr sz="2175" b="1" i="0">
                <a:solidFill>
                  <a:srgbClr val="181619"/>
                </a:solidFill>
                <a:latin typeface="Arial"/>
                <a:ea typeface="Arial"/>
                <a:cs typeface="Arial"/>
              </a:defRPr>
            </a:lvl5pPr>
            <a:lvl6pPr algn="l">
              <a:defRPr sz="2175" b="1" i="0">
                <a:solidFill>
                  <a:srgbClr val="181619"/>
                </a:solidFill>
                <a:latin typeface="Arial"/>
                <a:ea typeface="Arial"/>
                <a:cs typeface="Arial"/>
              </a:defRPr>
            </a:lvl6pPr>
            <a:lvl7pPr algn="l">
              <a:defRPr sz="2175" b="1" i="0">
                <a:solidFill>
                  <a:srgbClr val="181619"/>
                </a:solidFill>
                <a:latin typeface="Arial"/>
                <a:ea typeface="Arial"/>
                <a:cs typeface="Arial"/>
              </a:defRPr>
            </a:lvl7pPr>
            <a:lvl8pPr algn="l">
              <a:defRPr sz="2175" b="1" i="0">
                <a:solidFill>
                  <a:srgbClr val="181619"/>
                </a:solidFill>
                <a:latin typeface="Arial"/>
                <a:ea typeface="Arial"/>
                <a:cs typeface="Arial"/>
              </a:defRPr>
            </a:lvl8pPr>
            <a:lvl9pPr algn="l">
              <a:defRPr sz="2175" b="1" i="0">
                <a:solidFill>
                  <a:srgbClr val="181619"/>
                </a:solidFill>
                <a:latin typeface="Arial"/>
                <a:ea typeface="Arial"/>
                <a:cs typeface="Arial"/>
              </a:defRPr>
            </a:lvl9pPr>
          </a:lstStyle>
          <a:p xmlns:a="http://schemas.openxmlformats.org/drawingml/2006/main">
            <a:pPr algn="l">
              <a:defRPr sz="2175" b="1" i="0">
                <a:solidFill>
                  <a:srgbClr val="181619"/>
                </a:solidFill>
                <a:latin typeface="Arial"/>
                <a:ea typeface="Arial"/>
                <a:cs typeface="Arial"/>
              </a:defRPr>
            </a:pPr>
            <a:r>
              <a:rPr sz="2175" b="1" i="0">
                <a:solidFill>
                  <a:srgbClr val="181619"/>
                </a:solidFill>
                <a:latin typeface="Arial"/>
                <a:ea typeface="Arial"/>
                <a:cs typeface="Arial"/>
              </a:rPr>
              <a:t>Not the broadest pet audience: the owner willing to change behaviour, but needing confidence that the change is justified and manageable.</a:t>
            </a:r>
          </a:p>
        </p:txBody>
      </p:sp>
      <p:sp>
        <p:nvSpPr>
          <p:cNvPr id="4" name="">
            <a:extLst xmlns:a="http://schemas.openxmlformats.org/drawingml/2006/main">
              <a:ext uri="{FF2B5EF4-FFF2-40B4-BE49-F238E27FC236}">
                <a16:creationId xmlns:a16="http://schemas.microsoft.com/office/drawing/2014/main" id="{39450E40-27C8-4361-B83B-2C8C07EC1121}"/>
              </a:ext>
            </a:extLst>
          </p:cNvPr>
          <p:cNvSpPr>
            <a:spLocks xmlns:a="http://schemas.openxmlformats.org/drawingml/2006/main" noGrp="1"/>
          </p:cNvSpPr>
          <p:nvPr/>
        </p:nvSpPr>
        <p:spPr>
          <a:xfrm xmlns:a="http://schemas.openxmlformats.org/drawingml/2006/main">
            <a:off x="590550" y="4076700"/>
            <a:ext cx="10287000" cy="28575"/>
          </a:xfrm>
          <a:prstGeom xmlns:a="http://schemas.openxmlformats.org/drawingml/2006/main" prst="rect">
            <a:avLst/>
          </a:prstGeom>
          <a:solidFill xmlns:a="http://schemas.openxmlformats.org/drawingml/2006/main">
            <a:srgbClr val="181619">
              <a:alpha val="100000"/>
            </a:srgbClr>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926F62-B4F6-4769-B84E-B451AB6D7C75}"/>
              </a:ext>
            </a:extLst>
          </p:cNvPr>
          <p:cNvSpPr>
            <a:spLocks xmlns:a="http://schemas.openxmlformats.org/drawingml/2006/main" noGrp="1"/>
          </p:cNvSpPr>
          <p:nvPr/>
        </p:nvSpPr>
        <p:spPr>
          <a:xfrm xmlns:a="http://schemas.openxmlformats.org/drawingml/2006/main">
            <a:off x="590550" y="44577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6546D7"/>
                </a:solidFill>
                <a:latin typeface="Arial"/>
                <a:ea typeface="Arial"/>
                <a:cs typeface="Arial"/>
              </a:defRPr>
            </a:defPPr>
            <a:lvl1pPr algn="l">
              <a:defRPr sz="825" b="1" i="0">
                <a:solidFill>
                  <a:srgbClr val="6546D7"/>
                </a:solidFill>
                <a:latin typeface="Arial"/>
                <a:ea typeface="Arial"/>
                <a:cs typeface="Arial"/>
              </a:defRPr>
            </a:lvl1pPr>
            <a:lvl2pPr algn="l">
              <a:defRPr sz="825" b="1" i="0">
                <a:solidFill>
                  <a:srgbClr val="6546D7"/>
                </a:solidFill>
                <a:latin typeface="Arial"/>
                <a:ea typeface="Arial"/>
                <a:cs typeface="Arial"/>
              </a:defRPr>
            </a:lvl2pPr>
            <a:lvl3pPr algn="l">
              <a:defRPr sz="825" b="1" i="0">
                <a:solidFill>
                  <a:srgbClr val="6546D7"/>
                </a:solidFill>
                <a:latin typeface="Arial"/>
                <a:ea typeface="Arial"/>
                <a:cs typeface="Arial"/>
              </a:defRPr>
            </a:lvl3pPr>
            <a:lvl4pPr algn="l">
              <a:defRPr sz="825" b="1" i="0">
                <a:solidFill>
                  <a:srgbClr val="6546D7"/>
                </a:solidFill>
                <a:latin typeface="Arial"/>
                <a:ea typeface="Arial"/>
                <a:cs typeface="Arial"/>
              </a:defRPr>
            </a:lvl4pPr>
            <a:lvl5pPr algn="l">
              <a:defRPr sz="825" b="1" i="0">
                <a:solidFill>
                  <a:srgbClr val="6546D7"/>
                </a:solidFill>
                <a:latin typeface="Arial"/>
                <a:ea typeface="Arial"/>
                <a:cs typeface="Arial"/>
              </a:defRPr>
            </a:lvl5pPr>
            <a:lvl6pPr algn="l">
              <a:defRPr sz="825" b="1" i="0">
                <a:solidFill>
                  <a:srgbClr val="6546D7"/>
                </a:solidFill>
                <a:latin typeface="Arial"/>
                <a:ea typeface="Arial"/>
                <a:cs typeface="Arial"/>
              </a:defRPr>
            </a:lvl6pPr>
            <a:lvl7pPr algn="l">
              <a:defRPr sz="825" b="1" i="0">
                <a:solidFill>
                  <a:srgbClr val="6546D7"/>
                </a:solidFill>
                <a:latin typeface="Arial"/>
                <a:ea typeface="Arial"/>
                <a:cs typeface="Arial"/>
              </a:defRPr>
            </a:lvl7pPr>
            <a:lvl8pPr algn="l">
              <a:defRPr sz="825" b="1" i="0">
                <a:solidFill>
                  <a:srgbClr val="6546D7"/>
                </a:solidFill>
                <a:latin typeface="Arial"/>
                <a:ea typeface="Arial"/>
                <a:cs typeface="Arial"/>
              </a:defRPr>
            </a:lvl8pPr>
            <a:lvl9pPr algn="l">
              <a:defRPr sz="825" b="1" i="0">
                <a:solidFill>
                  <a:srgbClr val="6546D7"/>
                </a:solidFill>
                <a:latin typeface="Arial"/>
                <a:ea typeface="Arial"/>
                <a:cs typeface="Arial"/>
              </a:defRPr>
            </a:lvl9pPr>
          </a:lstStyle>
          <a:p xmlns:a="http://schemas.openxmlformats.org/drawingml/2006/main">
            <a:pPr algn="l">
              <a:defRPr sz="825" b="1" i="0">
                <a:solidFill>
                  <a:srgbClr val="6546D7"/>
                </a:solidFill>
                <a:latin typeface="Arial"/>
                <a:ea typeface="Arial"/>
                <a:cs typeface="Arial"/>
              </a:defRPr>
            </a:pPr>
            <a:r>
              <a:rPr sz="825" b="1" i="0">
                <a:solidFill>
                  <a:srgbClr val="6546D7"/>
                </a:solidFill>
                <a:latin typeface="Arial"/>
                <a:ea typeface="Arial"/>
                <a:cs typeface="Arial"/>
              </a:rPr>
              <a:t>EVIDENCE REQUIRED</a:t>
            </a:r>
          </a:p>
        </p:txBody>
      </p:sp>
      <p:sp>
        <p:nvSpPr>
          <p:cNvPr id="6" name="">
            <a:extLst xmlns:a="http://schemas.openxmlformats.org/drawingml/2006/main">
              <a:ext uri="{FF2B5EF4-FFF2-40B4-BE49-F238E27FC236}">
                <a16:creationId xmlns:a16="http://schemas.microsoft.com/office/drawing/2014/main" id="{CD53965A-8D0E-4082-869E-19D9E0F77F1F}"/>
              </a:ext>
            </a:extLst>
          </p:cNvPr>
          <p:cNvSpPr>
            <a:spLocks xmlns:a="http://schemas.openxmlformats.org/drawingml/2006/main" noGrp="1"/>
          </p:cNvSpPr>
          <p:nvPr/>
        </p:nvSpPr>
        <p:spPr>
          <a:xfrm xmlns:a="http://schemas.openxmlformats.org/drawingml/2006/main">
            <a:off x="590550" y="4857750"/>
            <a:ext cx="9620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i="0">
                <a:solidFill>
                  <a:srgbClr val="181619"/>
                </a:solidFill>
                <a:latin typeface="Arial"/>
                <a:ea typeface="Arial"/>
                <a:cs typeface="Arial"/>
              </a:defRPr>
            </a:defPPr>
            <a:lvl1pPr algn="l">
              <a:defRPr sz="1725" b="0" i="0">
                <a:solidFill>
                  <a:srgbClr val="181619"/>
                </a:solidFill>
                <a:latin typeface="Arial"/>
                <a:ea typeface="Arial"/>
                <a:cs typeface="Arial"/>
              </a:defRPr>
            </a:lvl1pPr>
            <a:lvl2pPr algn="l">
              <a:defRPr sz="1725" b="0" i="0">
                <a:solidFill>
                  <a:srgbClr val="181619"/>
                </a:solidFill>
                <a:latin typeface="Arial"/>
                <a:ea typeface="Arial"/>
                <a:cs typeface="Arial"/>
              </a:defRPr>
            </a:lvl2pPr>
            <a:lvl3pPr algn="l">
              <a:defRPr sz="1725" b="0" i="0">
                <a:solidFill>
                  <a:srgbClr val="181619"/>
                </a:solidFill>
                <a:latin typeface="Arial"/>
                <a:ea typeface="Arial"/>
                <a:cs typeface="Arial"/>
              </a:defRPr>
            </a:lvl3pPr>
            <a:lvl4pPr algn="l">
              <a:defRPr sz="1725" b="0" i="0">
                <a:solidFill>
                  <a:srgbClr val="181619"/>
                </a:solidFill>
                <a:latin typeface="Arial"/>
                <a:ea typeface="Arial"/>
                <a:cs typeface="Arial"/>
              </a:defRPr>
            </a:lvl4pPr>
            <a:lvl5pPr algn="l">
              <a:defRPr sz="1725" b="0" i="0">
                <a:solidFill>
                  <a:srgbClr val="181619"/>
                </a:solidFill>
                <a:latin typeface="Arial"/>
                <a:ea typeface="Arial"/>
                <a:cs typeface="Arial"/>
              </a:defRPr>
            </a:lvl5pPr>
            <a:lvl6pPr algn="l">
              <a:defRPr sz="1725" b="0" i="0">
                <a:solidFill>
                  <a:srgbClr val="181619"/>
                </a:solidFill>
                <a:latin typeface="Arial"/>
                <a:ea typeface="Arial"/>
                <a:cs typeface="Arial"/>
              </a:defRPr>
            </a:lvl6pPr>
            <a:lvl7pPr algn="l">
              <a:defRPr sz="1725" b="0" i="0">
                <a:solidFill>
                  <a:srgbClr val="181619"/>
                </a:solidFill>
                <a:latin typeface="Arial"/>
                <a:ea typeface="Arial"/>
                <a:cs typeface="Arial"/>
              </a:defRPr>
            </a:lvl7pPr>
            <a:lvl8pPr algn="l">
              <a:defRPr sz="1725" b="0" i="0">
                <a:solidFill>
                  <a:srgbClr val="181619"/>
                </a:solidFill>
                <a:latin typeface="Arial"/>
                <a:ea typeface="Arial"/>
                <a:cs typeface="Arial"/>
              </a:defRPr>
            </a:lvl8pPr>
            <a:lvl9pPr algn="l">
              <a:defRPr sz="1725" b="0" i="0">
                <a:solidFill>
                  <a:srgbClr val="181619"/>
                </a:solidFill>
                <a:latin typeface="Arial"/>
                <a:ea typeface="Arial"/>
                <a:cs typeface="Arial"/>
              </a:defRPr>
            </a:lvl9pPr>
          </a:lstStyle>
          <a:p xmlns:a="http://schemas.openxmlformats.org/drawingml/2006/main">
            <a:pPr algn="l">
              <a:defRPr sz="1725" b="0" i="0">
                <a:solidFill>
                  <a:srgbClr val="181619"/>
                </a:solidFill>
                <a:latin typeface="Arial"/>
                <a:ea typeface="Arial"/>
                <a:cs typeface="Arial"/>
              </a:defRPr>
            </a:pPr>
            <a:r>
              <a:rPr sz="1725" b="0" i="0">
                <a:solidFill>
                  <a:srgbClr val="181619"/>
                </a:solidFill>
                <a:latin typeface="Arial"/>
                <a:ea typeface="Arial"/>
                <a:cs typeface="Arial"/>
              </a:rPr>
              <a:t>Validate transition friction, reasons for cancellation and retained value before further acquisition spend.</a:t>
            </a:r>
          </a:p>
        </p:txBody>
      </p:sp>
      <p:sp>
        <p:nvSpPr>
          <p:cNvPr id="7" name="">
            <a:extLst xmlns:a="http://schemas.openxmlformats.org/drawingml/2006/main">
              <a:ext uri="{FF2B5EF4-FFF2-40B4-BE49-F238E27FC236}">
                <a16:creationId xmlns:a16="http://schemas.microsoft.com/office/drawing/2014/main" id="{C582B0DC-1C26-4D64-AD45-9985A9175578}"/>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6A6267"/>
                </a:solidFill>
                <a:latin typeface="Arial"/>
                <a:ea typeface="Arial"/>
                <a:cs typeface="Arial"/>
              </a:defRPr>
            </a:defPPr>
            <a:lvl1pPr algn="l">
              <a:defRPr sz="675" b="1" i="0">
                <a:solidFill>
                  <a:srgbClr val="6A6267"/>
                </a:solidFill>
                <a:latin typeface="Arial"/>
                <a:ea typeface="Arial"/>
                <a:cs typeface="Arial"/>
              </a:defRPr>
            </a:lvl1pPr>
            <a:lvl2pPr algn="l">
              <a:defRPr sz="675" b="1" i="0">
                <a:solidFill>
                  <a:srgbClr val="6A6267"/>
                </a:solidFill>
                <a:latin typeface="Arial"/>
                <a:ea typeface="Arial"/>
                <a:cs typeface="Arial"/>
              </a:defRPr>
            </a:lvl2pPr>
            <a:lvl3pPr algn="l">
              <a:defRPr sz="675" b="1" i="0">
                <a:solidFill>
                  <a:srgbClr val="6A6267"/>
                </a:solidFill>
                <a:latin typeface="Arial"/>
                <a:ea typeface="Arial"/>
                <a:cs typeface="Arial"/>
              </a:defRPr>
            </a:lvl3pPr>
            <a:lvl4pPr algn="l">
              <a:defRPr sz="675" b="1" i="0">
                <a:solidFill>
                  <a:srgbClr val="6A6267"/>
                </a:solidFill>
                <a:latin typeface="Arial"/>
                <a:ea typeface="Arial"/>
                <a:cs typeface="Arial"/>
              </a:defRPr>
            </a:lvl4pPr>
            <a:lvl5pPr algn="l">
              <a:defRPr sz="675" b="1" i="0">
                <a:solidFill>
                  <a:srgbClr val="6A6267"/>
                </a:solidFill>
                <a:latin typeface="Arial"/>
                <a:ea typeface="Arial"/>
                <a:cs typeface="Arial"/>
              </a:defRPr>
            </a:lvl5pPr>
            <a:lvl6pPr algn="l">
              <a:defRPr sz="675" b="1" i="0">
                <a:solidFill>
                  <a:srgbClr val="6A6267"/>
                </a:solidFill>
                <a:latin typeface="Arial"/>
                <a:ea typeface="Arial"/>
                <a:cs typeface="Arial"/>
              </a:defRPr>
            </a:lvl6pPr>
            <a:lvl7pPr algn="l">
              <a:defRPr sz="675" b="1" i="0">
                <a:solidFill>
                  <a:srgbClr val="6A6267"/>
                </a:solidFill>
                <a:latin typeface="Arial"/>
                <a:ea typeface="Arial"/>
                <a:cs typeface="Arial"/>
              </a:defRPr>
            </a:lvl7pPr>
            <a:lvl8pPr algn="l">
              <a:defRPr sz="675" b="1" i="0">
                <a:solidFill>
                  <a:srgbClr val="6A6267"/>
                </a:solidFill>
                <a:latin typeface="Arial"/>
                <a:ea typeface="Arial"/>
                <a:cs typeface="Arial"/>
              </a:defRPr>
            </a:lvl8pPr>
            <a:lvl9pPr algn="l">
              <a:defRPr sz="675" b="1" i="0">
                <a:solidFill>
                  <a:srgbClr val="6A6267"/>
                </a:solidFill>
                <a:latin typeface="Arial"/>
                <a:ea typeface="Arial"/>
                <a:cs typeface="Arial"/>
              </a:defRPr>
            </a:lvl9pPr>
          </a:lstStyle>
          <a:p xmlns:a="http://schemas.openxmlformats.org/drawingml/2006/main">
            <a:pPr algn="l">
              <a:defRPr sz="675" b="1" i="0">
                <a:solidFill>
                  <a:srgbClr val="6A6267"/>
                </a:solidFill>
                <a:latin typeface="Arial"/>
                <a:ea typeface="Arial"/>
                <a:cs typeface="Arial"/>
              </a:defRPr>
            </a:pPr>
            <a:r>
              <a:rPr sz="675" b="1" i="0">
                <a:solidFill>
                  <a:srgbClr val="6A6267"/>
                </a:solidFill>
                <a:latin typeface="Arial"/>
                <a:ea typeface="Arial"/>
                <a:cs typeface="Arial"/>
              </a:rPr>
              <a:t>FIELDWORK / KATKIN / INTERNAL CALIBRATION</a:t>
            </a:r>
          </a:p>
        </p:txBody>
      </p:sp>
      <p:sp>
        <p:nvSpPr>
          <p:cNvPr id="8" name="">
            <a:extLst xmlns:a="http://schemas.openxmlformats.org/drawingml/2006/main">
              <a:ext uri="{FF2B5EF4-FFF2-40B4-BE49-F238E27FC236}">
                <a16:creationId xmlns:a16="http://schemas.microsoft.com/office/drawing/2014/main" id="{43B2FAE5-B359-42F5-A001-BE59C48016AC}"/>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A6267"/>
                </a:solidFill>
                <a:latin typeface="Arial"/>
                <a:ea typeface="Arial"/>
                <a:cs typeface="Arial"/>
              </a:defRPr>
            </a:defPPr>
            <a:lvl1pPr algn="r">
              <a:defRPr sz="675" b="1" i="0">
                <a:solidFill>
                  <a:srgbClr val="6A6267"/>
                </a:solidFill>
                <a:latin typeface="Arial"/>
                <a:ea typeface="Arial"/>
                <a:cs typeface="Arial"/>
              </a:defRPr>
            </a:lvl1pPr>
            <a:lvl2pPr algn="r">
              <a:defRPr sz="675" b="1" i="0">
                <a:solidFill>
                  <a:srgbClr val="6A6267"/>
                </a:solidFill>
                <a:latin typeface="Arial"/>
                <a:ea typeface="Arial"/>
                <a:cs typeface="Arial"/>
              </a:defRPr>
            </a:lvl2pPr>
            <a:lvl3pPr algn="r">
              <a:defRPr sz="675" b="1" i="0">
                <a:solidFill>
                  <a:srgbClr val="6A6267"/>
                </a:solidFill>
                <a:latin typeface="Arial"/>
                <a:ea typeface="Arial"/>
                <a:cs typeface="Arial"/>
              </a:defRPr>
            </a:lvl3pPr>
            <a:lvl4pPr algn="r">
              <a:defRPr sz="675" b="1" i="0">
                <a:solidFill>
                  <a:srgbClr val="6A6267"/>
                </a:solidFill>
                <a:latin typeface="Arial"/>
                <a:ea typeface="Arial"/>
                <a:cs typeface="Arial"/>
              </a:defRPr>
            </a:lvl4pPr>
            <a:lvl5pPr algn="r">
              <a:defRPr sz="675" b="1" i="0">
                <a:solidFill>
                  <a:srgbClr val="6A6267"/>
                </a:solidFill>
                <a:latin typeface="Arial"/>
                <a:ea typeface="Arial"/>
                <a:cs typeface="Arial"/>
              </a:defRPr>
            </a:lvl5pPr>
            <a:lvl6pPr algn="r">
              <a:defRPr sz="675" b="1" i="0">
                <a:solidFill>
                  <a:srgbClr val="6A6267"/>
                </a:solidFill>
                <a:latin typeface="Arial"/>
                <a:ea typeface="Arial"/>
                <a:cs typeface="Arial"/>
              </a:defRPr>
            </a:lvl6pPr>
            <a:lvl7pPr algn="r">
              <a:defRPr sz="675" b="1" i="0">
                <a:solidFill>
                  <a:srgbClr val="6A6267"/>
                </a:solidFill>
                <a:latin typeface="Arial"/>
                <a:ea typeface="Arial"/>
                <a:cs typeface="Arial"/>
              </a:defRPr>
            </a:lvl7pPr>
            <a:lvl8pPr algn="r">
              <a:defRPr sz="675" b="1" i="0">
                <a:solidFill>
                  <a:srgbClr val="6A6267"/>
                </a:solidFill>
                <a:latin typeface="Arial"/>
                <a:ea typeface="Arial"/>
                <a:cs typeface="Arial"/>
              </a:defRPr>
            </a:lvl8pPr>
            <a:lvl9pPr algn="r">
              <a:defRPr sz="675" b="1" i="0">
                <a:solidFill>
                  <a:srgbClr val="6A6267"/>
                </a:solidFill>
                <a:latin typeface="Arial"/>
                <a:ea typeface="Arial"/>
                <a:cs typeface="Arial"/>
              </a:defRPr>
            </a:lvl9pPr>
          </a:lstStyle>
          <a:p xmlns:a="http://schemas.openxmlformats.org/drawingml/2006/main">
            <a:pPr algn="r">
              <a:defRPr sz="675" b="1" i="0">
                <a:solidFill>
                  <a:srgbClr val="6A6267"/>
                </a:solidFill>
                <a:latin typeface="Arial"/>
                <a:ea typeface="Arial"/>
                <a:cs typeface="Arial"/>
              </a:defRPr>
            </a:pPr>
            <a:r>
              <a:rPr sz="675" b="1" i="0">
                <a:solidFill>
                  <a:srgbClr val="6A6267"/>
                </a:solidFill>
                <a:latin typeface="Arial"/>
                <a:ea typeface="Arial"/>
                <a:cs typeface="Arial"/>
              </a:rPr>
              <a:t>AUDIENCE HYPOTHESIS / NOT A VERIFIED SEGMENT</a:t>
            </a:r>
          </a:p>
        </p:txBody>
      </p:sp>
      <p:sp>
        <p:nvSpPr>
          <p:cNvPr id="9" name="">
            <a:extLst xmlns:a="http://schemas.openxmlformats.org/drawingml/2006/main">
              <a:ext uri="{FF2B5EF4-FFF2-40B4-BE49-F238E27FC236}">
                <a16:creationId xmlns:a16="http://schemas.microsoft.com/office/drawing/2014/main" id="{CEED87C6-F6B2-450A-ACB3-C69E8A6F626D}"/>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A6267"/>
                </a:solidFill>
                <a:latin typeface="Arial"/>
                <a:ea typeface="Arial"/>
                <a:cs typeface="Arial"/>
              </a:defRPr>
            </a:defPPr>
            <a:lvl1pPr algn="r">
              <a:defRPr sz="675" b="1" i="0">
                <a:solidFill>
                  <a:srgbClr val="6A6267"/>
                </a:solidFill>
                <a:latin typeface="Arial"/>
                <a:ea typeface="Arial"/>
                <a:cs typeface="Arial"/>
              </a:defRPr>
            </a:lvl1pPr>
            <a:lvl2pPr algn="r">
              <a:defRPr sz="675" b="1" i="0">
                <a:solidFill>
                  <a:srgbClr val="6A6267"/>
                </a:solidFill>
                <a:latin typeface="Arial"/>
                <a:ea typeface="Arial"/>
                <a:cs typeface="Arial"/>
              </a:defRPr>
            </a:lvl2pPr>
            <a:lvl3pPr algn="r">
              <a:defRPr sz="675" b="1" i="0">
                <a:solidFill>
                  <a:srgbClr val="6A6267"/>
                </a:solidFill>
                <a:latin typeface="Arial"/>
                <a:ea typeface="Arial"/>
                <a:cs typeface="Arial"/>
              </a:defRPr>
            </a:lvl3pPr>
            <a:lvl4pPr algn="r">
              <a:defRPr sz="675" b="1" i="0">
                <a:solidFill>
                  <a:srgbClr val="6A6267"/>
                </a:solidFill>
                <a:latin typeface="Arial"/>
                <a:ea typeface="Arial"/>
                <a:cs typeface="Arial"/>
              </a:defRPr>
            </a:lvl4pPr>
            <a:lvl5pPr algn="r">
              <a:defRPr sz="675" b="1" i="0">
                <a:solidFill>
                  <a:srgbClr val="6A6267"/>
                </a:solidFill>
                <a:latin typeface="Arial"/>
                <a:ea typeface="Arial"/>
                <a:cs typeface="Arial"/>
              </a:defRPr>
            </a:lvl5pPr>
            <a:lvl6pPr algn="r">
              <a:defRPr sz="675" b="1" i="0">
                <a:solidFill>
                  <a:srgbClr val="6A6267"/>
                </a:solidFill>
                <a:latin typeface="Arial"/>
                <a:ea typeface="Arial"/>
                <a:cs typeface="Arial"/>
              </a:defRPr>
            </a:lvl6pPr>
            <a:lvl7pPr algn="r">
              <a:defRPr sz="675" b="1" i="0">
                <a:solidFill>
                  <a:srgbClr val="6A6267"/>
                </a:solidFill>
                <a:latin typeface="Arial"/>
                <a:ea typeface="Arial"/>
                <a:cs typeface="Arial"/>
              </a:defRPr>
            </a:lvl7pPr>
            <a:lvl8pPr algn="r">
              <a:defRPr sz="675" b="1" i="0">
                <a:solidFill>
                  <a:srgbClr val="6A6267"/>
                </a:solidFill>
                <a:latin typeface="Arial"/>
                <a:ea typeface="Arial"/>
                <a:cs typeface="Arial"/>
              </a:defRPr>
            </a:lvl8pPr>
            <a:lvl9pPr algn="r">
              <a:defRPr sz="675" b="1" i="0">
                <a:solidFill>
                  <a:srgbClr val="6A6267"/>
                </a:solidFill>
                <a:latin typeface="Arial"/>
                <a:ea typeface="Arial"/>
                <a:cs typeface="Arial"/>
              </a:defRPr>
            </a:lvl9pPr>
          </a:lstStyle>
          <a:p xmlns:a="http://schemas.openxmlformats.org/drawingml/2006/main">
            <a:pPr algn="r">
              <a:defRPr sz="675" b="1" i="0">
                <a:solidFill>
                  <a:srgbClr val="6A6267"/>
                </a:solidFill>
                <a:latin typeface="Arial"/>
                <a:ea typeface="Arial"/>
                <a:cs typeface="Arial"/>
              </a:defRPr>
            </a:pPr>
            <a:r>
              <a:rPr sz="675" b="1" i="0">
                <a:solidFill>
                  <a:srgbClr val="6A6267"/>
                </a:solidFill>
                <a:latin typeface="Arial"/>
                <a:ea typeface="Arial"/>
                <a:cs typeface="Arial"/>
              </a:rPr>
              <a:t>04 / 05</a:t>
            </a:r>
          </a:p>
        </p:txBody>
      </p:sp>
    </p:spTree>
    <p:extLst>
      <p:ext uri="{BB962C8B-B14F-4D97-AF65-F5344CB8AC3E}">
        <p14:creationId xmlns:p14="http://schemas.microsoft.com/office/powerpoint/2010/main" val="772566370"/>
      </p:ext>
    </p:extLst>
  </p:cSld>
</p:sld>
</file>

<file path=ppt/slides/slide5.xml><?xml version="1.0" encoding="utf-8"?>
<p:sld xmlns:p="http://schemas.openxmlformats.org/presentationml/2006/main">
  <p:cSld>
    <p:bg>
      <p:bgPr>
        <a:solidFill xmlns:a="http://schemas.openxmlformats.org/drawingml/2006/main">
          <a:srgbClr val="FFF4EA"/>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9261EAD-E544-4917-95B6-8756D56B61AB}"/>
              </a:ext>
            </a:extLst>
          </p:cNvPr>
          <p:cNvPicPr>
            <a:picLocks xmlns:a="http://schemas.openxmlformats.org/drawingml/2006/main" noChangeAspect="1"/>
          </p:cNvPicPr>
          <p:nvPr/>
        </p:nvPicPr>
        <p:blipFill>
          <a:blip xmlns:r="http://schemas.openxmlformats.org/officeDocument/2006/relationships" xmlns:a="http://schemas.openxmlformats.org/drawingml/2006/main" r:embed="Rda97a70602fd4251"/>
          <a:srcRect xmlns:a="http://schemas.openxmlformats.org/drawingml/2006/main" l="29090" t="0" r="29090" b="0"/>
          <a:stretch xmlns:a="http://schemas.openxmlformats.org/drawingml/2006/main">
            <a:fillRect l="0" t="0" r="0" b="0"/>
          </a:stretch>
        </p:blipFill>
        <p:spPr>
          <a:xfrm xmlns:a="http://schemas.openxmlformats.org/drawingml/2006/main">
            <a:off x="7096125" y="0"/>
            <a:ext cx="5095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EA9DC0F-F2F2-4A7A-BB81-91DD567808C5}"/>
              </a:ext>
            </a:extLst>
          </p:cNvPr>
          <p:cNvSpPr>
            <a:spLocks xmlns:a="http://schemas.openxmlformats.org/drawingml/2006/main" noGrp="1"/>
          </p:cNvSpPr>
          <p:nvPr/>
        </p:nvSpPr>
        <p:spPr>
          <a:xfrm xmlns:a="http://schemas.openxmlformats.org/drawingml/2006/main">
            <a:off x="0" y="0"/>
            <a:ext cx="8382000" cy="6858000"/>
          </a:xfrm>
          <a:prstGeom xmlns:a="http://schemas.openxmlformats.org/drawingml/2006/main" prst="rect">
            <a:avLst/>
          </a:prstGeom>
          <a:solidFill xmlns:a="http://schemas.openxmlformats.org/drawingml/2006/main">
            <a:srgbClr val="FFF4EA">
              <a:alpha val="96078"/>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C4FE777-B33A-4CCF-B45B-5D00257C68E1}"/>
              </a:ext>
            </a:extLst>
          </p:cNvPr>
          <p:cNvSpPr>
            <a:spLocks xmlns:a="http://schemas.openxmlformats.org/drawingml/2006/main" noGrp="1"/>
          </p:cNvSpPr>
          <p:nvPr/>
        </p:nvSpPr>
        <p:spPr>
          <a:xfrm xmlns:a="http://schemas.openxmlformats.org/drawingml/2006/main">
            <a:off x="590550" y="4000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6546D7"/>
                </a:solidFill>
                <a:latin typeface="Arial"/>
                <a:ea typeface="Arial"/>
                <a:cs typeface="Arial"/>
              </a:defRPr>
            </a:defPPr>
            <a:lvl1pPr algn="l">
              <a:defRPr sz="825" b="1" i="0">
                <a:solidFill>
                  <a:srgbClr val="6546D7"/>
                </a:solidFill>
                <a:latin typeface="Arial"/>
                <a:ea typeface="Arial"/>
                <a:cs typeface="Arial"/>
              </a:defRPr>
            </a:lvl1pPr>
            <a:lvl2pPr algn="l">
              <a:defRPr sz="825" b="1" i="0">
                <a:solidFill>
                  <a:srgbClr val="6546D7"/>
                </a:solidFill>
                <a:latin typeface="Arial"/>
                <a:ea typeface="Arial"/>
                <a:cs typeface="Arial"/>
              </a:defRPr>
            </a:lvl2pPr>
            <a:lvl3pPr algn="l">
              <a:defRPr sz="825" b="1" i="0">
                <a:solidFill>
                  <a:srgbClr val="6546D7"/>
                </a:solidFill>
                <a:latin typeface="Arial"/>
                <a:ea typeface="Arial"/>
                <a:cs typeface="Arial"/>
              </a:defRPr>
            </a:lvl3pPr>
            <a:lvl4pPr algn="l">
              <a:defRPr sz="825" b="1" i="0">
                <a:solidFill>
                  <a:srgbClr val="6546D7"/>
                </a:solidFill>
                <a:latin typeface="Arial"/>
                <a:ea typeface="Arial"/>
                <a:cs typeface="Arial"/>
              </a:defRPr>
            </a:lvl4pPr>
            <a:lvl5pPr algn="l">
              <a:defRPr sz="825" b="1" i="0">
                <a:solidFill>
                  <a:srgbClr val="6546D7"/>
                </a:solidFill>
                <a:latin typeface="Arial"/>
                <a:ea typeface="Arial"/>
                <a:cs typeface="Arial"/>
              </a:defRPr>
            </a:lvl5pPr>
            <a:lvl6pPr algn="l">
              <a:defRPr sz="825" b="1" i="0">
                <a:solidFill>
                  <a:srgbClr val="6546D7"/>
                </a:solidFill>
                <a:latin typeface="Arial"/>
                <a:ea typeface="Arial"/>
                <a:cs typeface="Arial"/>
              </a:defRPr>
            </a:lvl6pPr>
            <a:lvl7pPr algn="l">
              <a:defRPr sz="825" b="1" i="0">
                <a:solidFill>
                  <a:srgbClr val="6546D7"/>
                </a:solidFill>
                <a:latin typeface="Arial"/>
                <a:ea typeface="Arial"/>
                <a:cs typeface="Arial"/>
              </a:defRPr>
            </a:lvl7pPr>
            <a:lvl8pPr algn="l">
              <a:defRPr sz="825" b="1" i="0">
                <a:solidFill>
                  <a:srgbClr val="6546D7"/>
                </a:solidFill>
                <a:latin typeface="Arial"/>
                <a:ea typeface="Arial"/>
                <a:cs typeface="Arial"/>
              </a:defRPr>
            </a:lvl8pPr>
            <a:lvl9pPr algn="l">
              <a:defRPr sz="825" b="1" i="0">
                <a:solidFill>
                  <a:srgbClr val="6546D7"/>
                </a:solidFill>
                <a:latin typeface="Arial"/>
                <a:ea typeface="Arial"/>
                <a:cs typeface="Arial"/>
              </a:defRPr>
            </a:lvl9pPr>
          </a:lstStyle>
          <a:p xmlns:a="http://schemas.openxmlformats.org/drawingml/2006/main">
            <a:pPr algn="l">
              <a:defRPr sz="825" b="1" i="0">
                <a:solidFill>
                  <a:srgbClr val="6546D7"/>
                </a:solidFill>
                <a:latin typeface="Arial"/>
                <a:ea typeface="Arial"/>
                <a:cs typeface="Arial"/>
              </a:defRPr>
            </a:pPr>
            <a:r>
              <a:rPr sz="825" b="1" i="0">
                <a:solidFill>
                  <a:srgbClr val="6546D7"/>
                </a:solidFill>
                <a:latin typeface="Arial"/>
                <a:ea typeface="Arial"/>
                <a:cs typeface="Arial"/>
              </a:rPr>
              <a:t>05 / THE STRATEGIC DIRECTION</a:t>
            </a:r>
          </a:p>
        </p:txBody>
      </p:sp>
      <p:sp>
        <p:nvSpPr>
          <p:cNvPr id="4" name="">
            <a:extLst xmlns:a="http://schemas.openxmlformats.org/drawingml/2006/main">
              <a:ext uri="{FF2B5EF4-FFF2-40B4-BE49-F238E27FC236}">
                <a16:creationId xmlns:a16="http://schemas.microsoft.com/office/drawing/2014/main" id="{6043CE53-AAE5-43D3-9B6A-508C1B6B3E6F}"/>
              </a:ext>
            </a:extLst>
          </p:cNvPr>
          <p:cNvSpPr>
            <a:spLocks xmlns:a="http://schemas.openxmlformats.org/drawingml/2006/main" noGrp="1"/>
          </p:cNvSpPr>
          <p:nvPr/>
        </p:nvSpPr>
        <p:spPr>
          <a:xfrm xmlns:a="http://schemas.openxmlformats.org/drawingml/2006/main">
            <a:off x="590550" y="1085850"/>
            <a:ext cx="847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4575" b="1" i="0">
                <a:solidFill>
                  <a:srgbClr val="181619"/>
                </a:solidFill>
                <a:latin typeface="Arial"/>
                <a:ea typeface="Arial"/>
                <a:cs typeface="Arial"/>
              </a:defRPr>
            </a:defPPr>
            <a:lvl1pPr algn="l">
              <a:defRPr sz="4575" b="1" i="0">
                <a:solidFill>
                  <a:srgbClr val="181619"/>
                </a:solidFill>
                <a:latin typeface="Arial"/>
                <a:ea typeface="Arial"/>
                <a:cs typeface="Arial"/>
              </a:defRPr>
            </a:lvl1pPr>
            <a:lvl2pPr algn="l">
              <a:defRPr sz="4575" b="1" i="0">
                <a:solidFill>
                  <a:srgbClr val="181619"/>
                </a:solidFill>
                <a:latin typeface="Arial"/>
                <a:ea typeface="Arial"/>
                <a:cs typeface="Arial"/>
              </a:defRPr>
            </a:lvl2pPr>
            <a:lvl3pPr algn="l">
              <a:defRPr sz="4575" b="1" i="0">
                <a:solidFill>
                  <a:srgbClr val="181619"/>
                </a:solidFill>
                <a:latin typeface="Arial"/>
                <a:ea typeface="Arial"/>
                <a:cs typeface="Arial"/>
              </a:defRPr>
            </a:lvl3pPr>
            <a:lvl4pPr algn="l">
              <a:defRPr sz="4575" b="1" i="0">
                <a:solidFill>
                  <a:srgbClr val="181619"/>
                </a:solidFill>
                <a:latin typeface="Arial"/>
                <a:ea typeface="Arial"/>
                <a:cs typeface="Arial"/>
              </a:defRPr>
            </a:lvl4pPr>
            <a:lvl5pPr algn="l">
              <a:defRPr sz="4575" b="1" i="0">
                <a:solidFill>
                  <a:srgbClr val="181619"/>
                </a:solidFill>
                <a:latin typeface="Arial"/>
                <a:ea typeface="Arial"/>
                <a:cs typeface="Arial"/>
              </a:defRPr>
            </a:lvl5pPr>
            <a:lvl6pPr algn="l">
              <a:defRPr sz="4575" b="1" i="0">
                <a:solidFill>
                  <a:srgbClr val="181619"/>
                </a:solidFill>
                <a:latin typeface="Arial"/>
                <a:ea typeface="Arial"/>
                <a:cs typeface="Arial"/>
              </a:defRPr>
            </a:lvl6pPr>
            <a:lvl7pPr algn="l">
              <a:defRPr sz="4575" b="1" i="0">
                <a:solidFill>
                  <a:srgbClr val="181619"/>
                </a:solidFill>
                <a:latin typeface="Arial"/>
                <a:ea typeface="Arial"/>
                <a:cs typeface="Arial"/>
              </a:defRPr>
            </a:lvl7pPr>
            <a:lvl8pPr algn="l">
              <a:defRPr sz="4575" b="1" i="0">
                <a:solidFill>
                  <a:srgbClr val="181619"/>
                </a:solidFill>
                <a:latin typeface="Arial"/>
                <a:ea typeface="Arial"/>
                <a:cs typeface="Arial"/>
              </a:defRPr>
            </a:lvl8pPr>
            <a:lvl9pPr algn="l">
              <a:defRPr sz="4575" b="1" i="0">
                <a:solidFill>
                  <a:srgbClr val="181619"/>
                </a:solidFill>
                <a:latin typeface="Arial"/>
                <a:ea typeface="Arial"/>
                <a:cs typeface="Arial"/>
              </a:defRPr>
            </a:lvl9pPr>
          </a:lstStyle>
          <a:p xmlns:a="http://schemas.openxmlformats.org/drawingml/2006/main">
            <a:pPr algn="l">
              <a:defRPr sz="4575" b="1" i="0">
                <a:solidFill>
                  <a:srgbClr val="181619"/>
                </a:solidFill>
                <a:latin typeface="Arial"/>
                <a:ea typeface="Arial"/>
                <a:cs typeface="Arial"/>
              </a:defRPr>
            </a:pPr>
            <a:r>
              <a:rPr sz="4575" b="1" i="0">
                <a:solidFill>
                  <a:srgbClr val="181619"/>
                </a:solidFill>
                <a:latin typeface="Arial"/>
                <a:ea typeface="Arial"/>
                <a:cs typeface="Arial"/>
              </a:rPr>
              <a:t>MAKE SCIENCE USABLE.</a:t>
            </a:r>
          </a:p>
        </p:txBody>
      </p:sp>
      <p:sp>
        <p:nvSpPr>
          <p:cNvPr id="5" name="">
            <a:extLst xmlns:a="http://schemas.openxmlformats.org/drawingml/2006/main">
              <a:ext uri="{FF2B5EF4-FFF2-40B4-BE49-F238E27FC236}">
                <a16:creationId xmlns:a16="http://schemas.microsoft.com/office/drawing/2014/main" id="{DD918501-38A2-4A26-8156-09FD853FC6D5}"/>
              </a:ext>
            </a:extLst>
          </p:cNvPr>
          <p:cNvSpPr>
            <a:spLocks xmlns:a="http://schemas.openxmlformats.org/drawingml/2006/main" noGrp="1"/>
          </p:cNvSpPr>
          <p:nvPr/>
        </p:nvSpPr>
        <p:spPr>
          <a:xfrm xmlns:a="http://schemas.openxmlformats.org/drawingml/2006/main">
            <a:off x="590550" y="2343150"/>
            <a:ext cx="7239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250" b="1" i="0">
                <a:solidFill>
                  <a:srgbClr val="6546D7"/>
                </a:solidFill>
                <a:latin typeface="Arial"/>
                <a:ea typeface="Arial"/>
                <a:cs typeface="Arial"/>
              </a:defRPr>
            </a:defPPr>
            <a:lvl1pPr algn="l">
              <a:defRPr sz="2250" b="1" i="0">
                <a:solidFill>
                  <a:srgbClr val="6546D7"/>
                </a:solidFill>
                <a:latin typeface="Arial"/>
                <a:ea typeface="Arial"/>
                <a:cs typeface="Arial"/>
              </a:defRPr>
            </a:lvl1pPr>
            <a:lvl2pPr algn="l">
              <a:defRPr sz="2250" b="1" i="0">
                <a:solidFill>
                  <a:srgbClr val="6546D7"/>
                </a:solidFill>
                <a:latin typeface="Arial"/>
                <a:ea typeface="Arial"/>
                <a:cs typeface="Arial"/>
              </a:defRPr>
            </a:lvl2pPr>
            <a:lvl3pPr algn="l">
              <a:defRPr sz="2250" b="1" i="0">
                <a:solidFill>
                  <a:srgbClr val="6546D7"/>
                </a:solidFill>
                <a:latin typeface="Arial"/>
                <a:ea typeface="Arial"/>
                <a:cs typeface="Arial"/>
              </a:defRPr>
            </a:lvl3pPr>
            <a:lvl4pPr algn="l">
              <a:defRPr sz="2250" b="1" i="0">
                <a:solidFill>
                  <a:srgbClr val="6546D7"/>
                </a:solidFill>
                <a:latin typeface="Arial"/>
                <a:ea typeface="Arial"/>
                <a:cs typeface="Arial"/>
              </a:defRPr>
            </a:lvl4pPr>
            <a:lvl5pPr algn="l">
              <a:defRPr sz="2250" b="1" i="0">
                <a:solidFill>
                  <a:srgbClr val="6546D7"/>
                </a:solidFill>
                <a:latin typeface="Arial"/>
                <a:ea typeface="Arial"/>
                <a:cs typeface="Arial"/>
              </a:defRPr>
            </a:lvl5pPr>
            <a:lvl6pPr algn="l">
              <a:defRPr sz="2250" b="1" i="0">
                <a:solidFill>
                  <a:srgbClr val="6546D7"/>
                </a:solidFill>
                <a:latin typeface="Arial"/>
                <a:ea typeface="Arial"/>
                <a:cs typeface="Arial"/>
              </a:defRPr>
            </a:lvl6pPr>
            <a:lvl7pPr algn="l">
              <a:defRPr sz="2250" b="1" i="0">
                <a:solidFill>
                  <a:srgbClr val="6546D7"/>
                </a:solidFill>
                <a:latin typeface="Arial"/>
                <a:ea typeface="Arial"/>
                <a:cs typeface="Arial"/>
              </a:defRPr>
            </a:lvl7pPr>
            <a:lvl8pPr algn="l">
              <a:defRPr sz="2250" b="1" i="0">
                <a:solidFill>
                  <a:srgbClr val="6546D7"/>
                </a:solidFill>
                <a:latin typeface="Arial"/>
                <a:ea typeface="Arial"/>
                <a:cs typeface="Arial"/>
              </a:defRPr>
            </a:lvl8pPr>
            <a:lvl9pPr algn="l">
              <a:defRPr sz="2250" b="1" i="0">
                <a:solidFill>
                  <a:srgbClr val="6546D7"/>
                </a:solidFill>
                <a:latin typeface="Arial"/>
                <a:ea typeface="Arial"/>
                <a:cs typeface="Arial"/>
              </a:defRPr>
            </a:lvl9pPr>
          </a:lstStyle>
          <a:p xmlns:a="http://schemas.openxmlformats.org/drawingml/2006/main">
            <a:pPr algn="l">
              <a:defRPr sz="2250" b="1" i="0">
                <a:solidFill>
                  <a:srgbClr val="6546D7"/>
                </a:solidFill>
                <a:latin typeface="Arial"/>
                <a:ea typeface="Arial"/>
                <a:cs typeface="Arial"/>
              </a:defRPr>
            </a:pPr>
            <a:r>
              <a:rPr sz="2250" b="1" i="0">
                <a:solidFill>
                  <a:srgbClr val="6546D7"/>
                </a:solidFill>
                <a:latin typeface="Arial"/>
                <a:ea typeface="Arial"/>
                <a:cs typeface="Arial"/>
              </a:rPr>
              <a:t>Build and test a customer-facing decision system across trial, transition and early feeding before expanding brand or acquisition investment.</a:t>
            </a:r>
          </a:p>
        </p:txBody>
      </p:sp>
      <p:sp>
        <p:nvSpPr>
          <p:cNvPr id="6" name="">
            <a:extLst xmlns:a="http://schemas.openxmlformats.org/drawingml/2006/main">
              <a:ext uri="{FF2B5EF4-FFF2-40B4-BE49-F238E27FC236}">
                <a16:creationId xmlns:a16="http://schemas.microsoft.com/office/drawing/2014/main" id="{02D9C82A-A4FD-4D39-BE57-25505C02A8A7}"/>
              </a:ext>
            </a:extLst>
          </p:cNvPr>
          <p:cNvSpPr>
            <a:spLocks xmlns:a="http://schemas.openxmlformats.org/drawingml/2006/main" noGrp="1"/>
          </p:cNvSpPr>
          <p:nvPr/>
        </p:nvSpPr>
        <p:spPr>
          <a:xfrm xmlns:a="http://schemas.openxmlformats.org/drawingml/2006/main">
            <a:off x="590550" y="4248150"/>
            <a:ext cx="200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825" b="1" i="0">
                <a:solidFill>
                  <a:srgbClr val="6546D7"/>
                </a:solidFill>
                <a:latin typeface="Arial"/>
                <a:ea typeface="Arial"/>
                <a:cs typeface="Arial"/>
              </a:defRPr>
            </a:defPPr>
            <a:lvl1pPr algn="l">
              <a:defRPr sz="825" b="1" i="0">
                <a:solidFill>
                  <a:srgbClr val="6546D7"/>
                </a:solidFill>
                <a:latin typeface="Arial"/>
                <a:ea typeface="Arial"/>
                <a:cs typeface="Arial"/>
              </a:defRPr>
            </a:lvl1pPr>
            <a:lvl2pPr algn="l">
              <a:defRPr sz="825" b="1" i="0">
                <a:solidFill>
                  <a:srgbClr val="6546D7"/>
                </a:solidFill>
                <a:latin typeface="Arial"/>
                <a:ea typeface="Arial"/>
                <a:cs typeface="Arial"/>
              </a:defRPr>
            </a:lvl2pPr>
            <a:lvl3pPr algn="l">
              <a:defRPr sz="825" b="1" i="0">
                <a:solidFill>
                  <a:srgbClr val="6546D7"/>
                </a:solidFill>
                <a:latin typeface="Arial"/>
                <a:ea typeface="Arial"/>
                <a:cs typeface="Arial"/>
              </a:defRPr>
            </a:lvl3pPr>
            <a:lvl4pPr algn="l">
              <a:defRPr sz="825" b="1" i="0">
                <a:solidFill>
                  <a:srgbClr val="6546D7"/>
                </a:solidFill>
                <a:latin typeface="Arial"/>
                <a:ea typeface="Arial"/>
                <a:cs typeface="Arial"/>
              </a:defRPr>
            </a:lvl4pPr>
            <a:lvl5pPr algn="l">
              <a:defRPr sz="825" b="1" i="0">
                <a:solidFill>
                  <a:srgbClr val="6546D7"/>
                </a:solidFill>
                <a:latin typeface="Arial"/>
                <a:ea typeface="Arial"/>
                <a:cs typeface="Arial"/>
              </a:defRPr>
            </a:lvl5pPr>
            <a:lvl6pPr algn="l">
              <a:defRPr sz="825" b="1" i="0">
                <a:solidFill>
                  <a:srgbClr val="6546D7"/>
                </a:solidFill>
                <a:latin typeface="Arial"/>
                <a:ea typeface="Arial"/>
                <a:cs typeface="Arial"/>
              </a:defRPr>
            </a:lvl6pPr>
            <a:lvl7pPr algn="l">
              <a:defRPr sz="825" b="1" i="0">
                <a:solidFill>
                  <a:srgbClr val="6546D7"/>
                </a:solidFill>
                <a:latin typeface="Arial"/>
                <a:ea typeface="Arial"/>
                <a:cs typeface="Arial"/>
              </a:defRPr>
            </a:lvl7pPr>
            <a:lvl8pPr algn="l">
              <a:defRPr sz="825" b="1" i="0">
                <a:solidFill>
                  <a:srgbClr val="6546D7"/>
                </a:solidFill>
                <a:latin typeface="Arial"/>
                <a:ea typeface="Arial"/>
                <a:cs typeface="Arial"/>
              </a:defRPr>
            </a:lvl8pPr>
            <a:lvl9pPr algn="l">
              <a:defRPr sz="825" b="1" i="0">
                <a:solidFill>
                  <a:srgbClr val="6546D7"/>
                </a:solidFill>
                <a:latin typeface="Arial"/>
                <a:ea typeface="Arial"/>
                <a:cs typeface="Arial"/>
              </a:defRPr>
            </a:lvl9pPr>
          </a:lstStyle>
          <a:p xmlns:a="http://schemas.openxmlformats.org/drawingml/2006/main">
            <a:pPr algn="l">
              <a:defRPr sz="825" b="1" i="0">
                <a:solidFill>
                  <a:srgbClr val="6546D7"/>
                </a:solidFill>
                <a:latin typeface="Arial"/>
                <a:ea typeface="Arial"/>
                <a:cs typeface="Arial"/>
              </a:defRPr>
            </a:pPr>
            <a:r>
              <a:rPr sz="825" b="1" i="0">
                <a:solidFill>
                  <a:srgbClr val="6546D7"/>
                </a:solidFill>
                <a:latin typeface="Arial"/>
                <a:ea typeface="Arial"/>
                <a:cs typeface="Arial"/>
              </a:rPr>
              <a:t>THE TRADE-OFF</a:t>
            </a:r>
          </a:p>
        </p:txBody>
      </p:sp>
      <p:sp>
        <p:nvSpPr>
          <p:cNvPr id="7" name="">
            <a:extLst xmlns:a="http://schemas.openxmlformats.org/drawingml/2006/main">
              <a:ext uri="{FF2B5EF4-FFF2-40B4-BE49-F238E27FC236}">
                <a16:creationId xmlns:a16="http://schemas.microsoft.com/office/drawing/2014/main" id="{176D0946-2615-4BF0-B32F-BA570C35008A}"/>
              </a:ext>
            </a:extLst>
          </p:cNvPr>
          <p:cNvSpPr>
            <a:spLocks xmlns:a="http://schemas.openxmlformats.org/drawingml/2006/main" noGrp="1"/>
          </p:cNvSpPr>
          <p:nvPr/>
        </p:nvSpPr>
        <p:spPr>
          <a:xfrm xmlns:a="http://schemas.openxmlformats.org/drawingml/2006/main">
            <a:off x="590550" y="4591050"/>
            <a:ext cx="733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0" i="0">
                <a:solidFill>
                  <a:srgbClr val="181619"/>
                </a:solidFill>
                <a:latin typeface="Arial"/>
                <a:ea typeface="Arial"/>
                <a:cs typeface="Arial"/>
              </a:defRPr>
            </a:defPPr>
            <a:lvl1pPr algn="l">
              <a:defRPr sz="1500" b="0" i="0">
                <a:solidFill>
                  <a:srgbClr val="181619"/>
                </a:solidFill>
                <a:latin typeface="Arial"/>
                <a:ea typeface="Arial"/>
                <a:cs typeface="Arial"/>
              </a:defRPr>
            </a:lvl1pPr>
            <a:lvl2pPr algn="l">
              <a:defRPr sz="1500" b="0" i="0">
                <a:solidFill>
                  <a:srgbClr val="181619"/>
                </a:solidFill>
                <a:latin typeface="Arial"/>
                <a:ea typeface="Arial"/>
                <a:cs typeface="Arial"/>
              </a:defRPr>
            </a:lvl2pPr>
            <a:lvl3pPr algn="l">
              <a:defRPr sz="1500" b="0" i="0">
                <a:solidFill>
                  <a:srgbClr val="181619"/>
                </a:solidFill>
                <a:latin typeface="Arial"/>
                <a:ea typeface="Arial"/>
                <a:cs typeface="Arial"/>
              </a:defRPr>
            </a:lvl3pPr>
            <a:lvl4pPr algn="l">
              <a:defRPr sz="1500" b="0" i="0">
                <a:solidFill>
                  <a:srgbClr val="181619"/>
                </a:solidFill>
                <a:latin typeface="Arial"/>
                <a:ea typeface="Arial"/>
                <a:cs typeface="Arial"/>
              </a:defRPr>
            </a:lvl4pPr>
            <a:lvl5pPr algn="l">
              <a:defRPr sz="1500" b="0" i="0">
                <a:solidFill>
                  <a:srgbClr val="181619"/>
                </a:solidFill>
                <a:latin typeface="Arial"/>
                <a:ea typeface="Arial"/>
                <a:cs typeface="Arial"/>
              </a:defRPr>
            </a:lvl5pPr>
            <a:lvl6pPr algn="l">
              <a:defRPr sz="1500" b="0" i="0">
                <a:solidFill>
                  <a:srgbClr val="181619"/>
                </a:solidFill>
                <a:latin typeface="Arial"/>
                <a:ea typeface="Arial"/>
                <a:cs typeface="Arial"/>
              </a:defRPr>
            </a:lvl6pPr>
            <a:lvl7pPr algn="l">
              <a:defRPr sz="1500" b="0" i="0">
                <a:solidFill>
                  <a:srgbClr val="181619"/>
                </a:solidFill>
                <a:latin typeface="Arial"/>
                <a:ea typeface="Arial"/>
                <a:cs typeface="Arial"/>
              </a:defRPr>
            </a:lvl7pPr>
            <a:lvl8pPr algn="l">
              <a:defRPr sz="1500" b="0" i="0">
                <a:solidFill>
                  <a:srgbClr val="181619"/>
                </a:solidFill>
                <a:latin typeface="Arial"/>
                <a:ea typeface="Arial"/>
                <a:cs typeface="Arial"/>
              </a:defRPr>
            </a:lvl8pPr>
            <a:lvl9pPr algn="l">
              <a:defRPr sz="1500" b="0" i="0">
                <a:solidFill>
                  <a:srgbClr val="181619"/>
                </a:solidFill>
                <a:latin typeface="Arial"/>
                <a:ea typeface="Arial"/>
                <a:cs typeface="Arial"/>
              </a:defRPr>
            </a:lvl9pPr>
          </a:lstStyle>
          <a:p xmlns:a="http://schemas.openxmlformats.org/drawingml/2006/main">
            <a:pPr algn="l">
              <a:defRPr sz="1500" b="0" i="0">
                <a:solidFill>
                  <a:srgbClr val="181619"/>
                </a:solidFill>
                <a:latin typeface="Arial"/>
                <a:ea typeface="Arial"/>
                <a:cs typeface="Arial"/>
              </a:defRPr>
            </a:pPr>
            <a:r>
              <a:rPr sz="1500" b="0" i="0">
                <a:solidFill>
                  <a:srgbClr val="181619"/>
                </a:solidFill>
                <a:latin typeface="Arial"/>
                <a:ea typeface="Arial"/>
                <a:cs typeface="Arial"/>
              </a:rPr>
              <a:t>This diverts investment from pure acquisition marketing and depends on first-party cohort data that does not yet exist. It also requires independent verification of the K3 study before it can carry the weight of a decision system.</a:t>
            </a:r>
          </a:p>
        </p:txBody>
      </p:sp>
      <p:sp>
        <p:nvSpPr>
          <p:cNvPr id="8" name="">
            <a:extLst xmlns:a="http://schemas.openxmlformats.org/drawingml/2006/main">
              <a:ext uri="{FF2B5EF4-FFF2-40B4-BE49-F238E27FC236}">
                <a16:creationId xmlns:a16="http://schemas.microsoft.com/office/drawing/2014/main" id="{5E04FC6F-945D-424F-BFB7-5E4A68D2DCCA}"/>
              </a:ext>
            </a:extLst>
          </p:cNvPr>
          <p:cNvSpPr>
            <a:spLocks xmlns:a="http://schemas.openxmlformats.org/drawingml/2006/main" noGrp="1"/>
          </p:cNvSpPr>
          <p:nvPr/>
        </p:nvSpPr>
        <p:spPr>
          <a:xfrm xmlns:a="http://schemas.openxmlformats.org/drawingml/2006/main">
            <a:off x="590550" y="586740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900" b="1" i="0">
                <a:solidFill>
                  <a:srgbClr val="6546D7"/>
                </a:solidFill>
                <a:latin typeface="Arial"/>
                <a:ea typeface="Arial"/>
                <a:cs typeface="Arial"/>
              </a:defRPr>
            </a:defPPr>
            <a:lvl1pPr algn="l">
              <a:defRPr sz="900" b="1" i="0">
                <a:solidFill>
                  <a:srgbClr val="6546D7"/>
                </a:solidFill>
                <a:latin typeface="Arial"/>
                <a:ea typeface="Arial"/>
                <a:cs typeface="Arial"/>
              </a:defRPr>
            </a:lvl1pPr>
            <a:lvl2pPr algn="l">
              <a:defRPr sz="900" b="1" i="0">
                <a:solidFill>
                  <a:srgbClr val="6546D7"/>
                </a:solidFill>
                <a:latin typeface="Arial"/>
                <a:ea typeface="Arial"/>
                <a:cs typeface="Arial"/>
              </a:defRPr>
            </a:lvl2pPr>
            <a:lvl3pPr algn="l">
              <a:defRPr sz="900" b="1" i="0">
                <a:solidFill>
                  <a:srgbClr val="6546D7"/>
                </a:solidFill>
                <a:latin typeface="Arial"/>
                <a:ea typeface="Arial"/>
                <a:cs typeface="Arial"/>
              </a:defRPr>
            </a:lvl3pPr>
            <a:lvl4pPr algn="l">
              <a:defRPr sz="900" b="1" i="0">
                <a:solidFill>
                  <a:srgbClr val="6546D7"/>
                </a:solidFill>
                <a:latin typeface="Arial"/>
                <a:ea typeface="Arial"/>
                <a:cs typeface="Arial"/>
              </a:defRPr>
            </a:lvl4pPr>
            <a:lvl5pPr algn="l">
              <a:defRPr sz="900" b="1" i="0">
                <a:solidFill>
                  <a:srgbClr val="6546D7"/>
                </a:solidFill>
                <a:latin typeface="Arial"/>
                <a:ea typeface="Arial"/>
                <a:cs typeface="Arial"/>
              </a:defRPr>
            </a:lvl5pPr>
            <a:lvl6pPr algn="l">
              <a:defRPr sz="900" b="1" i="0">
                <a:solidFill>
                  <a:srgbClr val="6546D7"/>
                </a:solidFill>
                <a:latin typeface="Arial"/>
                <a:ea typeface="Arial"/>
                <a:cs typeface="Arial"/>
              </a:defRPr>
            </a:lvl6pPr>
            <a:lvl7pPr algn="l">
              <a:defRPr sz="900" b="1" i="0">
                <a:solidFill>
                  <a:srgbClr val="6546D7"/>
                </a:solidFill>
                <a:latin typeface="Arial"/>
                <a:ea typeface="Arial"/>
                <a:cs typeface="Arial"/>
              </a:defRPr>
            </a:lvl7pPr>
            <a:lvl8pPr algn="l">
              <a:defRPr sz="900" b="1" i="0">
                <a:solidFill>
                  <a:srgbClr val="6546D7"/>
                </a:solidFill>
                <a:latin typeface="Arial"/>
                <a:ea typeface="Arial"/>
                <a:cs typeface="Arial"/>
              </a:defRPr>
            </a:lvl8pPr>
            <a:lvl9pPr algn="l">
              <a:defRPr sz="900" b="1" i="0">
                <a:solidFill>
                  <a:srgbClr val="6546D7"/>
                </a:solidFill>
                <a:latin typeface="Arial"/>
                <a:ea typeface="Arial"/>
                <a:cs typeface="Arial"/>
              </a:defRPr>
            </a:lvl9pPr>
          </a:lstStyle>
          <a:p xmlns:a="http://schemas.openxmlformats.org/drawingml/2006/main">
            <a:pPr algn="l">
              <a:defRPr sz="900" b="1" i="0">
                <a:solidFill>
                  <a:srgbClr val="6546D7"/>
                </a:solidFill>
                <a:latin typeface="Arial"/>
                <a:ea typeface="Arial"/>
                <a:cs typeface="Arial"/>
              </a:defRPr>
            </a:pPr>
            <a:r>
              <a:rPr sz="900" b="1" i="0">
                <a:solidFill>
                  <a:srgbClr val="6546D7"/>
                </a:solidFill>
                <a:latin typeface="Arial"/>
                <a:ea typeface="Arial"/>
                <a:cs typeface="Arial"/>
              </a:rPr>
              <a:t>MATT APPROVAL REQUIRED BEFORE FULL FIELDWORK PRODUCTION</a:t>
            </a:r>
          </a:p>
        </p:txBody>
      </p:sp>
      <p:sp>
        <p:nvSpPr>
          <p:cNvPr id="9" name="">
            <a:extLst xmlns:a="http://schemas.openxmlformats.org/drawingml/2006/main">
              <a:ext uri="{FF2B5EF4-FFF2-40B4-BE49-F238E27FC236}">
                <a16:creationId xmlns:a16="http://schemas.microsoft.com/office/drawing/2014/main" id="{99BD6133-4480-4AC3-927B-3C21391C2589}"/>
              </a:ext>
            </a:extLst>
          </p:cNvPr>
          <p:cNvSpPr>
            <a:spLocks xmlns:a="http://schemas.openxmlformats.org/drawingml/2006/main" noGrp="1"/>
          </p:cNvSpPr>
          <p:nvPr/>
        </p:nvSpPr>
        <p:spPr>
          <a:xfrm xmlns:a="http://schemas.openxmlformats.org/drawingml/2006/main">
            <a:off x="590550" y="6457950"/>
            <a:ext cx="72390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675" b="1" i="0">
                <a:solidFill>
                  <a:srgbClr val="6A6267"/>
                </a:solidFill>
                <a:latin typeface="Arial"/>
                <a:ea typeface="Arial"/>
                <a:cs typeface="Arial"/>
              </a:defRPr>
            </a:defPPr>
            <a:lvl1pPr algn="l">
              <a:defRPr sz="675" b="1" i="0">
                <a:solidFill>
                  <a:srgbClr val="6A6267"/>
                </a:solidFill>
                <a:latin typeface="Arial"/>
                <a:ea typeface="Arial"/>
                <a:cs typeface="Arial"/>
              </a:defRPr>
            </a:lvl1pPr>
            <a:lvl2pPr algn="l">
              <a:defRPr sz="675" b="1" i="0">
                <a:solidFill>
                  <a:srgbClr val="6A6267"/>
                </a:solidFill>
                <a:latin typeface="Arial"/>
                <a:ea typeface="Arial"/>
                <a:cs typeface="Arial"/>
              </a:defRPr>
            </a:lvl2pPr>
            <a:lvl3pPr algn="l">
              <a:defRPr sz="675" b="1" i="0">
                <a:solidFill>
                  <a:srgbClr val="6A6267"/>
                </a:solidFill>
                <a:latin typeface="Arial"/>
                <a:ea typeface="Arial"/>
                <a:cs typeface="Arial"/>
              </a:defRPr>
            </a:lvl3pPr>
            <a:lvl4pPr algn="l">
              <a:defRPr sz="675" b="1" i="0">
                <a:solidFill>
                  <a:srgbClr val="6A6267"/>
                </a:solidFill>
                <a:latin typeface="Arial"/>
                <a:ea typeface="Arial"/>
                <a:cs typeface="Arial"/>
              </a:defRPr>
            </a:lvl4pPr>
            <a:lvl5pPr algn="l">
              <a:defRPr sz="675" b="1" i="0">
                <a:solidFill>
                  <a:srgbClr val="6A6267"/>
                </a:solidFill>
                <a:latin typeface="Arial"/>
                <a:ea typeface="Arial"/>
                <a:cs typeface="Arial"/>
              </a:defRPr>
            </a:lvl5pPr>
            <a:lvl6pPr algn="l">
              <a:defRPr sz="675" b="1" i="0">
                <a:solidFill>
                  <a:srgbClr val="6A6267"/>
                </a:solidFill>
                <a:latin typeface="Arial"/>
                <a:ea typeface="Arial"/>
                <a:cs typeface="Arial"/>
              </a:defRPr>
            </a:lvl6pPr>
            <a:lvl7pPr algn="l">
              <a:defRPr sz="675" b="1" i="0">
                <a:solidFill>
                  <a:srgbClr val="6A6267"/>
                </a:solidFill>
                <a:latin typeface="Arial"/>
                <a:ea typeface="Arial"/>
                <a:cs typeface="Arial"/>
              </a:defRPr>
            </a:lvl7pPr>
            <a:lvl8pPr algn="l">
              <a:defRPr sz="675" b="1" i="0">
                <a:solidFill>
                  <a:srgbClr val="6A6267"/>
                </a:solidFill>
                <a:latin typeface="Arial"/>
                <a:ea typeface="Arial"/>
                <a:cs typeface="Arial"/>
              </a:defRPr>
            </a:lvl8pPr>
            <a:lvl9pPr algn="l">
              <a:defRPr sz="675" b="1" i="0">
                <a:solidFill>
                  <a:srgbClr val="6A6267"/>
                </a:solidFill>
                <a:latin typeface="Arial"/>
                <a:ea typeface="Arial"/>
                <a:cs typeface="Arial"/>
              </a:defRPr>
            </a:lvl9pPr>
          </a:lstStyle>
          <a:p xmlns:a="http://schemas.openxmlformats.org/drawingml/2006/main">
            <a:pPr algn="l">
              <a:defRPr sz="675" b="1" i="0">
                <a:solidFill>
                  <a:srgbClr val="6A6267"/>
                </a:solidFill>
                <a:latin typeface="Arial"/>
                <a:ea typeface="Arial"/>
                <a:cs typeface="Arial"/>
              </a:defRPr>
            </a:pPr>
            <a:r>
              <a:rPr sz="675" b="1" i="0">
                <a:solidFill>
                  <a:srgbClr val="6A6267"/>
                </a:solidFill>
                <a:latin typeface="Arial"/>
                <a:ea typeface="Arial"/>
                <a:cs typeface="Arial"/>
              </a:rPr>
              <a:t>FIELDWORK / KATKIN / INTERNAL CALIBRATION</a:t>
            </a:r>
          </a:p>
        </p:txBody>
      </p:sp>
      <p:sp>
        <p:nvSpPr>
          <p:cNvPr id="10" name="">
            <a:extLst xmlns:a="http://schemas.openxmlformats.org/drawingml/2006/main">
              <a:ext uri="{FF2B5EF4-FFF2-40B4-BE49-F238E27FC236}">
                <a16:creationId xmlns:a16="http://schemas.microsoft.com/office/drawing/2014/main" id="{480383BE-0F09-4E07-BD2E-B9DA8F9A32EF}"/>
              </a:ext>
            </a:extLst>
          </p:cNvPr>
          <p:cNvSpPr>
            <a:spLocks xmlns:a="http://schemas.openxmlformats.org/drawingml/2006/main" noGrp="1"/>
          </p:cNvSpPr>
          <p:nvPr/>
        </p:nvSpPr>
        <p:spPr>
          <a:xfrm xmlns:a="http://schemas.openxmlformats.org/drawingml/2006/main">
            <a:off x="7953375" y="6457950"/>
            <a:ext cx="285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A6267"/>
                </a:solidFill>
                <a:latin typeface="Arial"/>
                <a:ea typeface="Arial"/>
                <a:cs typeface="Arial"/>
              </a:defRPr>
            </a:defPPr>
            <a:lvl1pPr algn="r">
              <a:defRPr sz="675" b="1" i="0">
                <a:solidFill>
                  <a:srgbClr val="6A6267"/>
                </a:solidFill>
                <a:latin typeface="Arial"/>
                <a:ea typeface="Arial"/>
                <a:cs typeface="Arial"/>
              </a:defRPr>
            </a:lvl1pPr>
            <a:lvl2pPr algn="r">
              <a:defRPr sz="675" b="1" i="0">
                <a:solidFill>
                  <a:srgbClr val="6A6267"/>
                </a:solidFill>
                <a:latin typeface="Arial"/>
                <a:ea typeface="Arial"/>
                <a:cs typeface="Arial"/>
              </a:defRPr>
            </a:lvl2pPr>
            <a:lvl3pPr algn="r">
              <a:defRPr sz="675" b="1" i="0">
                <a:solidFill>
                  <a:srgbClr val="6A6267"/>
                </a:solidFill>
                <a:latin typeface="Arial"/>
                <a:ea typeface="Arial"/>
                <a:cs typeface="Arial"/>
              </a:defRPr>
            </a:lvl3pPr>
            <a:lvl4pPr algn="r">
              <a:defRPr sz="675" b="1" i="0">
                <a:solidFill>
                  <a:srgbClr val="6A6267"/>
                </a:solidFill>
                <a:latin typeface="Arial"/>
                <a:ea typeface="Arial"/>
                <a:cs typeface="Arial"/>
              </a:defRPr>
            </a:lvl4pPr>
            <a:lvl5pPr algn="r">
              <a:defRPr sz="675" b="1" i="0">
                <a:solidFill>
                  <a:srgbClr val="6A6267"/>
                </a:solidFill>
                <a:latin typeface="Arial"/>
                <a:ea typeface="Arial"/>
                <a:cs typeface="Arial"/>
              </a:defRPr>
            </a:lvl5pPr>
            <a:lvl6pPr algn="r">
              <a:defRPr sz="675" b="1" i="0">
                <a:solidFill>
                  <a:srgbClr val="6A6267"/>
                </a:solidFill>
                <a:latin typeface="Arial"/>
                <a:ea typeface="Arial"/>
                <a:cs typeface="Arial"/>
              </a:defRPr>
            </a:lvl6pPr>
            <a:lvl7pPr algn="r">
              <a:defRPr sz="675" b="1" i="0">
                <a:solidFill>
                  <a:srgbClr val="6A6267"/>
                </a:solidFill>
                <a:latin typeface="Arial"/>
                <a:ea typeface="Arial"/>
                <a:cs typeface="Arial"/>
              </a:defRPr>
            </a:lvl7pPr>
            <a:lvl8pPr algn="r">
              <a:defRPr sz="675" b="1" i="0">
                <a:solidFill>
                  <a:srgbClr val="6A6267"/>
                </a:solidFill>
                <a:latin typeface="Arial"/>
                <a:ea typeface="Arial"/>
                <a:cs typeface="Arial"/>
              </a:defRPr>
            </a:lvl8pPr>
            <a:lvl9pPr algn="r">
              <a:defRPr sz="675" b="1" i="0">
                <a:solidFill>
                  <a:srgbClr val="6A6267"/>
                </a:solidFill>
                <a:latin typeface="Arial"/>
                <a:ea typeface="Arial"/>
                <a:cs typeface="Arial"/>
              </a:defRPr>
            </a:lvl9pPr>
          </a:lstStyle>
          <a:p xmlns:a="http://schemas.openxmlformats.org/drawingml/2006/main">
            <a:pPr algn="r">
              <a:defRPr sz="675" b="1" i="0">
                <a:solidFill>
                  <a:srgbClr val="6A6267"/>
                </a:solidFill>
                <a:latin typeface="Arial"/>
                <a:ea typeface="Arial"/>
                <a:cs typeface="Arial"/>
              </a:defRPr>
            </a:pPr>
            <a:r>
              <a:rPr sz="675" b="1" i="0">
                <a:solidFill>
                  <a:srgbClr val="6A6267"/>
                </a:solidFill>
                <a:latin typeface="Arial"/>
                <a:ea typeface="Arial"/>
                <a:cs typeface="Arial"/>
              </a:rPr>
              <a:t>CANDIDATE DIRECTION / HUMAN GATE</a:t>
            </a:r>
          </a:p>
        </p:txBody>
      </p:sp>
      <p:sp>
        <p:nvSpPr>
          <p:cNvPr id="11" name="">
            <a:extLst xmlns:a="http://schemas.openxmlformats.org/drawingml/2006/main">
              <a:ext uri="{FF2B5EF4-FFF2-40B4-BE49-F238E27FC236}">
                <a16:creationId xmlns:a16="http://schemas.microsoft.com/office/drawing/2014/main" id="{DD0FAC33-4881-4EFE-8EC1-C2EFC5BF8B07}"/>
              </a:ext>
            </a:extLst>
          </p:cNvPr>
          <p:cNvSpPr>
            <a:spLocks xmlns:a="http://schemas.openxmlformats.org/drawingml/2006/main" noGrp="1"/>
          </p:cNvSpPr>
          <p:nvPr/>
        </p:nvSpPr>
        <p:spPr>
          <a:xfrm xmlns:a="http://schemas.openxmlformats.org/drawingml/2006/main">
            <a:off x="11029950" y="6457950"/>
            <a:ext cx="5905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675" b="1" i="0">
                <a:solidFill>
                  <a:srgbClr val="6A6267"/>
                </a:solidFill>
                <a:latin typeface="Arial"/>
                <a:ea typeface="Arial"/>
                <a:cs typeface="Arial"/>
              </a:defRPr>
            </a:defPPr>
            <a:lvl1pPr algn="r">
              <a:defRPr sz="675" b="1" i="0">
                <a:solidFill>
                  <a:srgbClr val="6A6267"/>
                </a:solidFill>
                <a:latin typeface="Arial"/>
                <a:ea typeface="Arial"/>
                <a:cs typeface="Arial"/>
              </a:defRPr>
            </a:lvl1pPr>
            <a:lvl2pPr algn="r">
              <a:defRPr sz="675" b="1" i="0">
                <a:solidFill>
                  <a:srgbClr val="6A6267"/>
                </a:solidFill>
                <a:latin typeface="Arial"/>
                <a:ea typeface="Arial"/>
                <a:cs typeface="Arial"/>
              </a:defRPr>
            </a:lvl2pPr>
            <a:lvl3pPr algn="r">
              <a:defRPr sz="675" b="1" i="0">
                <a:solidFill>
                  <a:srgbClr val="6A6267"/>
                </a:solidFill>
                <a:latin typeface="Arial"/>
                <a:ea typeface="Arial"/>
                <a:cs typeface="Arial"/>
              </a:defRPr>
            </a:lvl3pPr>
            <a:lvl4pPr algn="r">
              <a:defRPr sz="675" b="1" i="0">
                <a:solidFill>
                  <a:srgbClr val="6A6267"/>
                </a:solidFill>
                <a:latin typeface="Arial"/>
                <a:ea typeface="Arial"/>
                <a:cs typeface="Arial"/>
              </a:defRPr>
            </a:lvl4pPr>
            <a:lvl5pPr algn="r">
              <a:defRPr sz="675" b="1" i="0">
                <a:solidFill>
                  <a:srgbClr val="6A6267"/>
                </a:solidFill>
                <a:latin typeface="Arial"/>
                <a:ea typeface="Arial"/>
                <a:cs typeface="Arial"/>
              </a:defRPr>
            </a:lvl5pPr>
            <a:lvl6pPr algn="r">
              <a:defRPr sz="675" b="1" i="0">
                <a:solidFill>
                  <a:srgbClr val="6A6267"/>
                </a:solidFill>
                <a:latin typeface="Arial"/>
                <a:ea typeface="Arial"/>
                <a:cs typeface="Arial"/>
              </a:defRPr>
            </a:lvl6pPr>
            <a:lvl7pPr algn="r">
              <a:defRPr sz="675" b="1" i="0">
                <a:solidFill>
                  <a:srgbClr val="6A6267"/>
                </a:solidFill>
                <a:latin typeface="Arial"/>
                <a:ea typeface="Arial"/>
                <a:cs typeface="Arial"/>
              </a:defRPr>
            </a:lvl7pPr>
            <a:lvl8pPr algn="r">
              <a:defRPr sz="675" b="1" i="0">
                <a:solidFill>
                  <a:srgbClr val="6A6267"/>
                </a:solidFill>
                <a:latin typeface="Arial"/>
                <a:ea typeface="Arial"/>
                <a:cs typeface="Arial"/>
              </a:defRPr>
            </a:lvl8pPr>
            <a:lvl9pPr algn="r">
              <a:defRPr sz="675" b="1" i="0">
                <a:solidFill>
                  <a:srgbClr val="6A6267"/>
                </a:solidFill>
                <a:latin typeface="Arial"/>
                <a:ea typeface="Arial"/>
                <a:cs typeface="Arial"/>
              </a:defRPr>
            </a:lvl9pPr>
          </a:lstStyle>
          <a:p xmlns:a="http://schemas.openxmlformats.org/drawingml/2006/main">
            <a:pPr algn="r">
              <a:defRPr sz="675" b="1" i="0">
                <a:solidFill>
                  <a:srgbClr val="6A6267"/>
                </a:solidFill>
                <a:latin typeface="Arial"/>
                <a:ea typeface="Arial"/>
                <a:cs typeface="Arial"/>
              </a:defRPr>
            </a:pPr>
            <a:r>
              <a:rPr sz="675" b="1" i="0">
                <a:solidFill>
                  <a:srgbClr val="6A6267"/>
                </a:solidFill>
                <a:latin typeface="Arial"/>
                <a:ea typeface="Arial"/>
                <a:cs typeface="Arial"/>
              </a:rPr>
              <a:t>05 / 05</a:t>
            </a:r>
          </a:p>
        </p:txBody>
      </p:sp>
    </p:spTree>
    <p:extLst>
      <p:ext uri="{BB962C8B-B14F-4D97-AF65-F5344CB8AC3E}">
        <p14:creationId xmlns:p14="http://schemas.microsoft.com/office/powerpoint/2010/main" val="355111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2026-10-18T21:17:51.6600000Z</dcterms:created>
  <dcterms:modified xsi:type="dcterms:W3CDTF">2026-10-18T21:17:51.6600000Z</dcterms:modified>
</coreProperties>
</file>
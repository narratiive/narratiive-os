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a5ecdac8524d3c" /><Relationship Type="http://schemas.openxmlformats.org/officeDocument/2006/relationships/extended-properties" Target="/docProps/app.xml" Id="R8174ca6d69944633" /><Relationship Type="http://schemas.openxmlformats.org/officeDocument/2006/relationships/officeDocument" Target="/ppt/presentation.xml" Id="R6f1448d524734127" /></Relationships>
</file>

<file path=ppt/presentation.xml><?xml version="1.0" encoding="utf-8"?>
<p:presentation xmlns:p="http://schemas.openxmlformats.org/presentationml/2006/main">
  <p:sldMasterIdLst>
    <p:sldMasterId xmlns:r="http://schemas.openxmlformats.org/officeDocument/2006/relationships" id="2147483648" r:id="Rccba57a5a0754638"/>
  </p:sldMasterIdLst>
  <p:notesMasterIdLst>
    <p:notesMasterId xmlns:r="http://schemas.openxmlformats.org/officeDocument/2006/relationships" r:id="R75730d6880224642"/>
  </p:notesMasterIdLst>
  <p:sldIdLst>
    <p:sldId xmlns:r="http://schemas.openxmlformats.org/officeDocument/2006/relationships" id="256" r:id="Rfb011cf7f81743c0"/>
    <p:sldId xmlns:r="http://schemas.openxmlformats.org/officeDocument/2006/relationships" id="257" r:id="Rf017bdacc6e94ef0"/>
    <p:sldId xmlns:r="http://schemas.openxmlformats.org/officeDocument/2006/relationships" id="258" r:id="R1f1fefefcf9a40eb"/>
    <p:sldId xmlns:r="http://schemas.openxmlformats.org/officeDocument/2006/relationships" id="259" r:id="Re5d2b26d18774842"/>
    <p:sldId xmlns:r="http://schemas.openxmlformats.org/officeDocument/2006/relationships" id="260" r:id="Rbb3a50e1e13044fd"/>
    <p:sldId xmlns:r="http://schemas.openxmlformats.org/officeDocument/2006/relationships" id="261" r:id="Rac08caabad534887"/>
    <p:sldId xmlns:r="http://schemas.openxmlformats.org/officeDocument/2006/relationships" id="262" r:id="R42bfabd41461463c"/>
    <p:sldId xmlns:r="http://schemas.openxmlformats.org/officeDocument/2006/relationships" id="263" r:id="R6c01dd2b43834677"/>
    <p:sldId xmlns:r="http://schemas.openxmlformats.org/officeDocument/2006/relationships" id="264" r:id="Re2bd2fde59814101"/>
    <p:sldId xmlns:r="http://schemas.openxmlformats.org/officeDocument/2006/relationships" id="265" r:id="R9e91e39f3fa245d2"/>
    <p:sldId xmlns:r="http://schemas.openxmlformats.org/officeDocument/2006/relationships" id="266" r:id="R347e35bcc1a04954"/>
    <p:sldId xmlns:r="http://schemas.openxmlformats.org/officeDocument/2006/relationships" id="267" r:id="R0f4928e96bb24e38"/>
    <p:sldId xmlns:r="http://schemas.openxmlformats.org/officeDocument/2006/relationships" id="268" r:id="Rb45703946c0d4002"/>
    <p:sldId xmlns:r="http://schemas.openxmlformats.org/officeDocument/2006/relationships" id="269" r:id="Rcb63a0e025db41e9"/>
    <p:sldId xmlns:r="http://schemas.openxmlformats.org/officeDocument/2006/relationships" id="270" r:id="R1a7d6ff81a9447ed"/>
    <p:sldId xmlns:r="http://schemas.openxmlformats.org/officeDocument/2006/relationships" id="271" r:id="R5140d4cab5e644bc"/>
    <p:sldId xmlns:r="http://schemas.openxmlformats.org/officeDocument/2006/relationships" id="272" r:id="Rc5250b6e9cc7429c"/>
    <p:sldId xmlns:r="http://schemas.openxmlformats.org/officeDocument/2006/relationships" id="273" r:id="Rebb9825de7974967"/>
    <p:sldId xmlns:r="http://schemas.openxmlformats.org/officeDocument/2006/relationships" id="274" r:id="R1324860bd9254921"/>
    <p:sldId xmlns:r="http://schemas.openxmlformats.org/officeDocument/2006/relationships" id="275" r:id="Rbb717a7da3c34efe"/>
    <p:sldId xmlns:r="http://schemas.openxmlformats.org/officeDocument/2006/relationships" id="276" r:id="Rf5f64d52ec144c34"/>
    <p:sldId xmlns:r="http://schemas.openxmlformats.org/officeDocument/2006/relationships" id="277" r:id="R60bf8c6c061f4ebf"/>
    <p:sldId xmlns:r="http://schemas.openxmlformats.org/officeDocument/2006/relationships" id="278" r:id="R0b30275832c44c43"/>
    <p:sldId xmlns:r="http://schemas.openxmlformats.org/officeDocument/2006/relationships" id="279" r:id="Rf972a183b5d64e18"/>
    <p:sldId xmlns:r="http://schemas.openxmlformats.org/officeDocument/2006/relationships" id="280" r:id="R0957283cc02a456c"/>
    <p:sldId xmlns:r="http://schemas.openxmlformats.org/officeDocument/2006/relationships" id="281" r:id="R3c586eac0bb44043"/>
    <p:sldId xmlns:r="http://schemas.openxmlformats.org/officeDocument/2006/relationships" id="282" r:id="R249f61f177bc407d"/>
    <p:sldId xmlns:r="http://schemas.openxmlformats.org/officeDocument/2006/relationships" id="283" r:id="R8ea06a45d6b5442a"/>
    <p:sldId xmlns:r="http://schemas.openxmlformats.org/officeDocument/2006/relationships" id="284" r:id="Re7cbe3b6e14d49c9"/>
    <p:sldId xmlns:r="http://schemas.openxmlformats.org/officeDocument/2006/relationships" id="285" r:id="R32ff435231c44d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82509a94d94176" /><Relationship Type="http://schemas.openxmlformats.org/officeDocument/2006/relationships/slideMaster" Target="/ppt/slideMasters/slideMaster1.xml" Id="Rccba57a5a0754638" /><Relationship Type="http://schemas.openxmlformats.org/officeDocument/2006/relationships/notesMaster" Target="/ppt/notesMasters/notesMaster1.xml" Id="R75730d6880224642" /><Relationship Type="http://schemas.openxmlformats.org/officeDocument/2006/relationships/presProps" Target="/ppt/presProps.xml" Id="Ree4576abbdd54adf" /><Relationship Type="http://schemas.openxmlformats.org/officeDocument/2006/relationships/tableStyles" Target="/ppt/tableStyles.xml" Id="R217b8a6dfd354555" /><Relationship Type="http://schemas.openxmlformats.org/officeDocument/2006/relationships/slide" Target="/ppt/slides/slide1.xml" Id="Rfb011cf7f81743c0" /><Relationship Type="http://schemas.openxmlformats.org/officeDocument/2006/relationships/slide" Target="/ppt/slides/slide2.xml" Id="Rf017bdacc6e94ef0" /><Relationship Type="http://schemas.openxmlformats.org/officeDocument/2006/relationships/slide" Target="/ppt/slides/slide3.xml" Id="R1f1fefefcf9a40eb" /><Relationship Type="http://schemas.openxmlformats.org/officeDocument/2006/relationships/slide" Target="/ppt/slides/slide4.xml" Id="Re5d2b26d18774842" /><Relationship Type="http://schemas.openxmlformats.org/officeDocument/2006/relationships/slide" Target="/ppt/slides/slide5.xml" Id="Rbb3a50e1e13044fd" /><Relationship Type="http://schemas.openxmlformats.org/officeDocument/2006/relationships/slide" Target="/ppt/slides/slide6.xml" Id="Rac08caabad534887" /><Relationship Type="http://schemas.openxmlformats.org/officeDocument/2006/relationships/slide" Target="/ppt/slides/slide7.xml" Id="R42bfabd41461463c" /><Relationship Type="http://schemas.openxmlformats.org/officeDocument/2006/relationships/slide" Target="/ppt/slides/slide8.xml" Id="R6c01dd2b43834677" /><Relationship Type="http://schemas.openxmlformats.org/officeDocument/2006/relationships/slide" Target="/ppt/slides/slide9.xml" Id="Re2bd2fde59814101" /><Relationship Type="http://schemas.openxmlformats.org/officeDocument/2006/relationships/slide" Target="/ppt/slides/slide10.xml" Id="R9e91e39f3fa245d2" /><Relationship Type="http://schemas.openxmlformats.org/officeDocument/2006/relationships/slide" Target="/ppt/slides/slide11.xml" Id="R347e35bcc1a04954" /><Relationship Type="http://schemas.openxmlformats.org/officeDocument/2006/relationships/slide" Target="/ppt/slides/slide12.xml" Id="R0f4928e96bb24e38" /><Relationship Type="http://schemas.openxmlformats.org/officeDocument/2006/relationships/slide" Target="/ppt/slides/slide13.xml" Id="Rb45703946c0d4002" /><Relationship Type="http://schemas.openxmlformats.org/officeDocument/2006/relationships/slide" Target="/ppt/slides/slide14.xml" Id="Rcb63a0e025db41e9" /><Relationship Type="http://schemas.openxmlformats.org/officeDocument/2006/relationships/slide" Target="/ppt/slides/slide15.xml" Id="R1a7d6ff81a9447ed" /><Relationship Type="http://schemas.openxmlformats.org/officeDocument/2006/relationships/slide" Target="/ppt/slides/slide16.xml" Id="R5140d4cab5e644bc" /><Relationship Type="http://schemas.openxmlformats.org/officeDocument/2006/relationships/slide" Target="/ppt/slides/slide17.xml" Id="Rc5250b6e9cc7429c" /><Relationship Type="http://schemas.openxmlformats.org/officeDocument/2006/relationships/slide" Target="/ppt/slides/slide18.xml" Id="Rebb9825de7974967" /><Relationship Type="http://schemas.openxmlformats.org/officeDocument/2006/relationships/slide" Target="/ppt/slides/slide19.xml" Id="R1324860bd9254921" /><Relationship Type="http://schemas.openxmlformats.org/officeDocument/2006/relationships/slide" Target="/ppt/slides/slide20.xml" Id="Rbb717a7da3c34efe" /><Relationship Type="http://schemas.openxmlformats.org/officeDocument/2006/relationships/slide" Target="/ppt/slides/slide21.xml" Id="Rf5f64d52ec144c34" /><Relationship Type="http://schemas.openxmlformats.org/officeDocument/2006/relationships/slide" Target="/ppt/slides/slide22.xml" Id="R60bf8c6c061f4ebf" /><Relationship Type="http://schemas.openxmlformats.org/officeDocument/2006/relationships/slide" Target="/ppt/slides/slide23.xml" Id="R0b30275832c44c43" /><Relationship Type="http://schemas.openxmlformats.org/officeDocument/2006/relationships/slide" Target="/ppt/slides/slide24.xml" Id="Rf972a183b5d64e18" /><Relationship Type="http://schemas.openxmlformats.org/officeDocument/2006/relationships/slide" Target="/ppt/slides/slide25.xml" Id="R0957283cc02a456c" /><Relationship Type="http://schemas.openxmlformats.org/officeDocument/2006/relationships/slide" Target="/ppt/slides/slide26.xml" Id="R3c586eac0bb44043" /><Relationship Type="http://schemas.openxmlformats.org/officeDocument/2006/relationships/slide" Target="/ppt/slides/slide27.xml" Id="R249f61f177bc407d" /><Relationship Type="http://schemas.openxmlformats.org/officeDocument/2006/relationships/slide" Target="/ppt/slides/slide28.xml" Id="R8ea06a45d6b5442a" /><Relationship Type="http://schemas.openxmlformats.org/officeDocument/2006/relationships/slide" Target="/ppt/slides/slide29.xml" Id="Re7cbe3b6e14d49c9" /><Relationship Type="http://schemas.openxmlformats.org/officeDocument/2006/relationships/slide" Target="/ppt/slides/slide30.xml" Id="R32ff435231c44d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c0f15a30eb45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dd755ed531433c" /><Relationship Type="http://schemas.openxmlformats.org/officeDocument/2006/relationships/notesMaster" Target="/ppt/notesMasters/notesMaster1.xml" Id="Rcdb86c37368245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90f20f3a3d4d8f" /><Relationship Type="http://schemas.openxmlformats.org/officeDocument/2006/relationships/notesMaster" Target="/ppt/notesMasters/notesMaster1.xml" Id="R780d7d812dac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511381daac432b" /><Relationship Type="http://schemas.openxmlformats.org/officeDocument/2006/relationships/notesMaster" Target="/ppt/notesMasters/notesMaster1.xml" Id="Rcfe36d3f6afc47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50d6ae6f9045cd" /><Relationship Type="http://schemas.openxmlformats.org/officeDocument/2006/relationships/notesMaster" Target="/ppt/notesMasters/notesMaster1.xml" Id="R8fb39c66fbd949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ae7131b7394427" /><Relationship Type="http://schemas.openxmlformats.org/officeDocument/2006/relationships/notesMaster" Target="/ppt/notesMasters/notesMaster1.xml" Id="R9f094dea843248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62b5939cda4fbb" /><Relationship Type="http://schemas.openxmlformats.org/officeDocument/2006/relationships/notesMaster" Target="/ppt/notesMasters/notesMaster1.xml" Id="Re978a7f2ab074f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0f0c836a564109" /><Relationship Type="http://schemas.openxmlformats.org/officeDocument/2006/relationships/notesMaster" Target="/ppt/notesMasters/notesMaster1.xml" Id="R39086ab37ca740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f2a1707fe04a90" /><Relationship Type="http://schemas.openxmlformats.org/officeDocument/2006/relationships/notesMaster" Target="/ppt/notesMasters/notesMaster1.xml" Id="R3fb58bcd48fb4c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d031548096427a" /><Relationship Type="http://schemas.openxmlformats.org/officeDocument/2006/relationships/notesMaster" Target="/ppt/notesMasters/notesMaster1.xml" Id="R6939281bbf9545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55576da6d948ca" /><Relationship Type="http://schemas.openxmlformats.org/officeDocument/2006/relationships/notesMaster" Target="/ppt/notesMasters/notesMaster1.xml" Id="R2b2b6cded83141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c5ee2d22d0457d" /><Relationship Type="http://schemas.openxmlformats.org/officeDocument/2006/relationships/notesMaster" Target="/ppt/notesMasters/notesMaster1.xml" Id="R3bf0856cafec40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108920fdf34adc" /><Relationship Type="http://schemas.openxmlformats.org/officeDocument/2006/relationships/notesMaster" Target="/ppt/notesMasters/notesMaster1.xml" Id="Ra87ef4f5995143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cd9ba72dc5444c" /><Relationship Type="http://schemas.openxmlformats.org/officeDocument/2006/relationships/notesMaster" Target="/ppt/notesMasters/notesMaster1.xml" Id="R9d562f8ba1c54e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daafc4ce3b4a95" /><Relationship Type="http://schemas.openxmlformats.org/officeDocument/2006/relationships/notesMaster" Target="/ppt/notesMasters/notesMaster1.xml" Id="R7751d739083f4b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0f7e88bf1946dd" /><Relationship Type="http://schemas.openxmlformats.org/officeDocument/2006/relationships/notesMaster" Target="/ppt/notesMasters/notesMaster1.xml" Id="R058fca0e9bec4f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40ef0707044069" /><Relationship Type="http://schemas.openxmlformats.org/officeDocument/2006/relationships/notesMaster" Target="/ppt/notesMasters/notesMaster1.xml" Id="R22896e607f3442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a9421b240e4907" /><Relationship Type="http://schemas.openxmlformats.org/officeDocument/2006/relationships/notesMaster" Target="/ppt/notesMasters/notesMaster1.xml" Id="R934a629c546d45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d999ee1887e4ff7" /><Relationship Type="http://schemas.openxmlformats.org/officeDocument/2006/relationships/notesMaster" Target="/ppt/notesMasters/notesMaster1.xml" Id="R9801d318bd554b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4996547e0743f7" /><Relationship Type="http://schemas.openxmlformats.org/officeDocument/2006/relationships/notesMaster" Target="/ppt/notesMasters/notesMaster1.xml" Id="R17cd1e5ff14247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3fbc9c1741456e" /><Relationship Type="http://schemas.openxmlformats.org/officeDocument/2006/relationships/notesMaster" Target="/ppt/notesMasters/notesMaster1.xml" Id="Rd1304abb3eea4d5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049f42f0a14c0a" /><Relationship Type="http://schemas.openxmlformats.org/officeDocument/2006/relationships/notesMaster" Target="/ppt/notesMasters/notesMaster1.xml" Id="R5edf69f4ede346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26ea0a432a404d" /><Relationship Type="http://schemas.openxmlformats.org/officeDocument/2006/relationships/notesMaster" Target="/ppt/notesMasters/notesMaster1.xml" Id="R25a2a788825a46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dd1a69839f4ff0" /><Relationship Type="http://schemas.openxmlformats.org/officeDocument/2006/relationships/notesMaster" Target="/ppt/notesMasters/notesMaster1.xml" Id="R966b219f8b784e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0475c99a314a62" /><Relationship Type="http://schemas.openxmlformats.org/officeDocument/2006/relationships/notesMaster" Target="/ppt/notesMasters/notesMaster1.xml" Id="R9f09aaf86df646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e10ad2231f420a" /><Relationship Type="http://schemas.openxmlformats.org/officeDocument/2006/relationships/notesMaster" Target="/ppt/notesMasters/notesMaster1.xml" Id="R02c0d8ce4a044c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a38abeadb64cb3" /><Relationship Type="http://schemas.openxmlformats.org/officeDocument/2006/relationships/notesMaster" Target="/ppt/notesMasters/notesMaster1.xml" Id="R74b67f4f5c8d46e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6d800642034ede" /><Relationship Type="http://schemas.openxmlformats.org/officeDocument/2006/relationships/notesMaster" Target="/ppt/notesMasters/notesMaster1.xml" Id="Rddec56318b314b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8a6fa06142e47ec" /><Relationship Type="http://schemas.openxmlformats.org/officeDocument/2006/relationships/notesMaster" Target="/ppt/notesMasters/notesMaster1.xml" Id="R5b2d148bad9641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45c5f27c48e45ef" /><Relationship Type="http://schemas.openxmlformats.org/officeDocument/2006/relationships/notesMaster" Target="/ppt/notesMasters/notesMaster1.xml" Id="R1e88c8672ee1412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e755a39219b4ece" /><Relationship Type="http://schemas.openxmlformats.org/officeDocument/2006/relationships/notesMaster" Target="/ppt/notesMasters/notesMaster1.xml" Id="Re86b88ab5aa94d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K1: Source captured in KatKin research case — The Grocer reported in December 2025 that KatKin raised £37.4 million in (2026-10-18), https://www.thegrocer.co.uk/news/catfood-challenger-katkin-secures-37m-scale-up-investment/713118.article</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K1, K2, K3</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K8: Source captured in KatKin research case — The highest-value audience may be committed cat parents who want evidenc (2026-10-18), K2</a:t>
            </a:r>
          </a:p>
          <a:p xmlns:a="http://schemas.openxmlformats.org/drawingml/2006/main">
            <a:r>
              <a:t>Governed evidence refs: K1, K6, K7</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K1: Source captured in KatKin research case — The Grocer reported in December 2025 that KatKin raised £37.4 million in (2026-10-18), https://www.thegrocer.co.uk/news/catfood-challenger-katkin-secures-37m-scale-up-investment/713118.article</a:t>
            </a:r>
          </a:p>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K1, K6, K7</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K5: Source captured in KatKin research case — KatKin describes in-home taste panels and ongoing product testing, while (2026-10-18), https://www.katkin.com/articles/in-home-taste-panel-how-we-learn-what-cats-really-enjoy</a:t>
            </a:r>
          </a:p>
          <a:p xmlns:a="http://schemas.openxmlformats.org/drawingml/2006/main">
            <a:r>
              <a:t>K6: Source captured in KatKin research case — Untamed currently offers a low-cost trial, flexible delivery and whole-m (2026-10-18), https://untamed.com/products/try-now?step=cats-info</a:t>
            </a:r>
          </a:p>
          <a:p xmlns:a="http://schemas.openxmlformats.org/drawingml/2006/main">
            <a:r>
              <a:t>Governed evidence refs: K3, K5, K6</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K5: Source captured in KatKin research case — KatKin describes in-home taste panels and ongoing product testing, while (2026-10-18), https://www.katkin.com/articles/in-home-taste-panel-how-we-learn-what-cats-really-enjoy</a:t>
            </a:r>
          </a:p>
          <a:p xmlns:a="http://schemas.openxmlformats.org/drawingml/2006/main">
            <a:r>
              <a:t>K6: Source captured in KatKin research case — Untamed currently offers a low-cost trial, flexible delivery and whole-m (2026-10-18), https://untamed.com/products/try-now?step=cats-info</a:t>
            </a:r>
          </a:p>
          <a:p xmlns:a="http://schemas.openxmlformats.org/drawingml/2006/main">
            <a:r>
              <a:t>Governed evidence refs: K3, K5, K6</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K1: Source captured in KatKin research case — The Grocer reported in December 2025 that KatKin raised £37.4 million in (2026-10-18), https://www.thegrocer.co.uk/news/catfood-challenger-katkin-secures-37m-scale-up-investment/713118.article</a:t>
            </a:r>
          </a:p>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K5: Source captured in KatKin research case — KatKin describes in-home taste panels and ongoing product testing, while (2026-10-18), https://www.katkin.com/articles/in-home-taste-panel-how-we-learn-what-cats-really-enjoy</a:t>
            </a:r>
          </a:p>
          <a:p xmlns:a="http://schemas.openxmlformats.org/drawingml/2006/main">
            <a:r>
              <a:t>K6: Source captured in KatKin research case — Untamed currently offers a low-cost trial, flexible delivery and whole-m (2026-10-18), https://untamed.com/products/try-now?step=cats-info</a:t>
            </a:r>
          </a:p>
          <a:p xmlns:a="http://schemas.openxmlformats.org/drawingml/2006/main">
            <a:r>
              <a:t>Governed evidence refs: K3, K5, K6</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K8: Source captured in KatKin research case — The highest-value audience may be committed cat parents who want evidenc (2026-10-18), K2</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K8,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T1: Narratiive — KatKin FIELDWORK founder argument (2026-10-18), governed repository artefact</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T1: Narratiive — KatKin FIELDWORK founder argument (2026-10-18), governed repository artefact</a:t>
            </a:r>
          </a:p>
          <a:p xmlns:a="http://schemas.openxmlformats.org/drawingml/2006/main">
            <a:r>
              <a:t>Governed evidence refs: K2,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Source captured in KatKin research case — KatKin's current help centre states that a standard 28-day fresh-food pl (2026-10-18), https://help.katkin.com/en/articles/431149-how-the-subscription-works</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K2,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T1: Narratiive — KatKin FIELDWORK founder argument (2026-10-18), governed repository artefact</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K1: Source captured in KatKin research case — The Grocer reported in December 2025 that KatKin raised £37.4 million in (2026-10-18), https://www.thegrocer.co.uk/news/catfood-challenger-katkin-secures-37m-scale-up-investment/713118.article</a:t>
            </a:r>
          </a:p>
          <a:p xmlns:a="http://schemas.openxmlformats.org/drawingml/2006/main">
            <a:r>
              <a:t>K3: Source captured in KatKin research case — KatKin's July 2026 company article says its 26-product heat-damage study (2026-10-18), https://www.katkin.com/articles/katkins-heat-damage-study</a:t>
            </a:r>
          </a:p>
          <a:p xmlns:a="http://schemas.openxmlformats.org/drawingml/2006/main">
            <a:r>
              <a:t>K9: Source captured in KatKin research case — A visible proof ladder from product evidence to feeding confidence and o (2026-10-18), K2</a:t>
            </a:r>
          </a:p>
          <a:p xmlns:a="http://schemas.openxmlformats.org/drawingml/2006/main">
            <a:r>
              <a:t>Governed evidence refs: K1, K3, K9</a:t>
            </a:r>
          </a:p>
          <a:p xmlns:a="http://schemas.openxmlformats.org/drawingml/2006/main">
            <a:r>
              <a:t>INTERNAL REVIEW DRAFT - HUMAN APPROVAL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548f1f82e349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0fc062fd1b46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0d21d05f6943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af071a0ed341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047770fb7a4f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c01249be004d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870A76-408A-43D3-A2F3-18A3244BFD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E7335E-8A35-41B8-B33D-D88016E96C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62579C-80D5-42AD-995D-A124EAFB90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F06916-740A-4522-8B92-5A9C5CFD8F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1809BC-9043-4DB4-AFC3-CCFF796845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4290C7-1F1F-44E2-B67F-6ECC5F24F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9BA6E1-963C-4A43-9A9E-2315F8246D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4EECCA-987D-461A-912C-D27FEFE6ED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2D5FA7-AA43-4E5C-84F0-3B1325FB78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515469-D60E-4F44-8285-979F58A2F8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e5357e12364df9" /><Relationship Type="http://schemas.openxmlformats.org/officeDocument/2006/relationships/slideLayout" Target="/ppt/slideLayouts/slideLayout1.xml" Id="R54e8800f32044a87" /><Relationship Type="http://schemas.openxmlformats.org/officeDocument/2006/relationships/slideLayout" Target="/ppt/slideLayouts/slideLayout2.xml" Id="R0e24bc6491fa4b4a" /><Relationship Type="http://schemas.openxmlformats.org/officeDocument/2006/relationships/slideLayout" Target="/ppt/slideLayouts/slideLayout3.xml" Id="Rceca730c421947d5" /><Relationship Type="http://schemas.openxmlformats.org/officeDocument/2006/relationships/slideLayout" Target="/ppt/slideLayouts/slideLayout4.xml" Id="Rdb15c0f145074e01" /><Relationship Type="http://schemas.openxmlformats.org/officeDocument/2006/relationships/slideLayout" Target="/ppt/slideLayouts/slideLayout5.xml" Id="Rbd1e5a57bbb24ca4" /><Relationship Type="http://schemas.openxmlformats.org/officeDocument/2006/relationships/slideLayout" Target="/ppt/slideLayouts/slideLayout6.xml" Id="R5202486904cb45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e8800f32044a87"/>
    <p:sldLayoutId xmlns:r="http://schemas.openxmlformats.org/officeDocument/2006/relationships" id="2147483650" r:id="R0e24bc6491fa4b4a"/>
    <p:sldLayoutId xmlns:r="http://schemas.openxmlformats.org/officeDocument/2006/relationships" id="2147483651" r:id="Rceca730c421947d5"/>
    <p:sldLayoutId xmlns:r="http://schemas.openxmlformats.org/officeDocument/2006/relationships" id="2147483652" r:id="Rdb15c0f145074e01"/>
    <p:sldLayoutId xmlns:r="http://schemas.openxmlformats.org/officeDocument/2006/relationships" id="2147483653" r:id="Rbd1e5a57bbb24ca4"/>
    <p:sldLayoutId xmlns:r="http://schemas.openxmlformats.org/officeDocument/2006/relationships" id="2147483654" r:id="R5202486904cb45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d5063d407c46c8" /><Relationship Type="http://schemas.openxmlformats.org/officeDocument/2006/relationships/notesSlide" Target="/ppt/notesSlides/notesSlide1.xml" Id="Rb78252826c3c44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2d9046088947e3" /><Relationship Type="http://schemas.openxmlformats.org/officeDocument/2006/relationships/notesSlide" Target="/ppt/notesSlides/notesSlide2.xml" Id="R8cc18dd39e734b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a58a95af6640e2" /><Relationship Type="http://schemas.openxmlformats.org/officeDocument/2006/relationships/notesSlide" Target="/ppt/notesSlides/notesSlide3.xml" Id="R0d9fed7a0a0d4e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b6617684cc46ac" /><Relationship Type="http://schemas.openxmlformats.org/officeDocument/2006/relationships/notesSlide" Target="/ppt/notesSlides/notesSlide4.xml" Id="R438f72e616924c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6c93c2c76a40cb" /><Relationship Type="http://schemas.openxmlformats.org/officeDocument/2006/relationships/notesSlide" Target="/ppt/notesSlides/notesSlide5.xml" Id="R2e6d78b1989749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08a1f3befc47be" /><Relationship Type="http://schemas.openxmlformats.org/officeDocument/2006/relationships/notesSlide" Target="/ppt/notesSlides/notesSlide6.xml" Id="Reb9b2271e0e340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591a9c5f4f41b0" /><Relationship Type="http://schemas.openxmlformats.org/officeDocument/2006/relationships/notesSlide" Target="/ppt/notesSlides/notesSlide7.xml" Id="Ra022779174904e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e64e519b7f4971" /><Relationship Type="http://schemas.openxmlformats.org/officeDocument/2006/relationships/notesSlide" Target="/ppt/notesSlides/notesSlide8.xml" Id="R321348e985e34d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7ae439d8c4484b" /><Relationship Type="http://schemas.openxmlformats.org/officeDocument/2006/relationships/notesSlide" Target="/ppt/notesSlides/notesSlide9.xml" Id="R29aca40134db42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5dc9c97126843ec" /><Relationship Type="http://schemas.openxmlformats.org/officeDocument/2006/relationships/notesSlide" Target="/ppt/notesSlides/notesSlide10.xml" Id="R4bf1db22d6ee4d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cc01763fc04927" /><Relationship Type="http://schemas.openxmlformats.org/officeDocument/2006/relationships/notesSlide" Target="/ppt/notesSlides/notesSlide11.xml" Id="Re2d098c7dce14c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ec78526fcb845a3" /><Relationship Type="http://schemas.openxmlformats.org/officeDocument/2006/relationships/notesSlide" Target="/ppt/notesSlides/notesSlide12.xml" Id="Rbc5cf8436ef74f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451b664dd4403c" /><Relationship Type="http://schemas.openxmlformats.org/officeDocument/2006/relationships/notesSlide" Target="/ppt/notesSlides/notesSlide13.xml" Id="R5da69282e15644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6c03b7098b4512" /><Relationship Type="http://schemas.openxmlformats.org/officeDocument/2006/relationships/notesSlide" Target="/ppt/notesSlides/notesSlide14.xml" Id="R65f4896c11c640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6072003d6874a18" /><Relationship Type="http://schemas.openxmlformats.org/officeDocument/2006/relationships/notesSlide" Target="/ppt/notesSlides/notesSlide15.xml" Id="Rdf60f145ace542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8a8d9bea4934d63" /><Relationship Type="http://schemas.openxmlformats.org/officeDocument/2006/relationships/notesSlide" Target="/ppt/notesSlides/notesSlide16.xml" Id="Rdf7722eef44a47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91d3186717c42f2" /><Relationship Type="http://schemas.openxmlformats.org/officeDocument/2006/relationships/notesSlide" Target="/ppt/notesSlides/notesSlide17.xml" Id="R4209fdd2bc1844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0df7d3f59cb4469" /><Relationship Type="http://schemas.openxmlformats.org/officeDocument/2006/relationships/notesSlide" Target="/ppt/notesSlides/notesSlide18.xml" Id="R94e7fdede0ef42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49cc81979a3475a" /><Relationship Type="http://schemas.openxmlformats.org/officeDocument/2006/relationships/notesSlide" Target="/ppt/notesSlides/notesSlide19.xml" Id="R82c64850ba8344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b502afd6bae4102" /><Relationship Type="http://schemas.openxmlformats.org/officeDocument/2006/relationships/notesSlide" Target="/ppt/notesSlides/notesSlide20.xml" Id="Rfee0abb8324b40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670d1a5be3a4b1f" /><Relationship Type="http://schemas.openxmlformats.org/officeDocument/2006/relationships/notesSlide" Target="/ppt/notesSlides/notesSlide21.xml" Id="Ra918da8faeb147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5fdd3864564b0e" /><Relationship Type="http://schemas.openxmlformats.org/officeDocument/2006/relationships/notesSlide" Target="/ppt/notesSlides/notesSlide22.xml" Id="Rffbebbed70524e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f8ddce6425c46fa" /><Relationship Type="http://schemas.openxmlformats.org/officeDocument/2006/relationships/notesSlide" Target="/ppt/notesSlides/notesSlide23.xml" Id="Recd02422878d44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7b30640fe134006" /><Relationship Type="http://schemas.openxmlformats.org/officeDocument/2006/relationships/notesSlide" Target="/ppt/notesSlides/notesSlide24.xml" Id="R9cbf71694c6c4a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f14b6e85e8c44b8" /><Relationship Type="http://schemas.openxmlformats.org/officeDocument/2006/relationships/notesSlide" Target="/ppt/notesSlides/notesSlide25.xml" Id="R925fd37fb98b434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28229b5dfc94eaf" /><Relationship Type="http://schemas.openxmlformats.org/officeDocument/2006/relationships/notesSlide" Target="/ppt/notesSlides/notesSlide26.xml" Id="Rb8de460eb90547f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a9e62dcb11949aa" /><Relationship Type="http://schemas.openxmlformats.org/officeDocument/2006/relationships/notesSlide" Target="/ppt/notesSlides/notesSlide27.xml" Id="R1366d03e516647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4dd8d9aef404e2b" /><Relationship Type="http://schemas.openxmlformats.org/officeDocument/2006/relationships/notesSlide" Target="/ppt/notesSlides/notesSlide28.xml" Id="Recd2b7ad57ec4b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283ab2b6fd34c63" /><Relationship Type="http://schemas.openxmlformats.org/officeDocument/2006/relationships/notesSlide" Target="/ppt/notesSlides/notesSlide29.xml" Id="R2e36f8293fef4b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f2ae276beb04855" /><Relationship Type="http://schemas.openxmlformats.org/officeDocument/2006/relationships/notesSlide" Target="/ppt/notesSlides/notesSlide30.xml" Id="R3af267d5c04e430d" /></Relationships>
</file>

<file path=ppt/slides/slide1.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496AB16-5B7D-4021-83D1-574805D72073}"/>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TITLE</a:t>
            </a:r>
          </a:p>
        </p:txBody>
      </p:sp>
      <p:sp>
        <p:nvSpPr>
          <p:cNvPr id="2" name="">
            <a:extLst xmlns:a="http://schemas.openxmlformats.org/drawingml/2006/main">
              <a:ext uri="{FF2B5EF4-FFF2-40B4-BE49-F238E27FC236}">
                <a16:creationId xmlns:a16="http://schemas.microsoft.com/office/drawing/2014/main" id="{B4F83CA4-EC71-40CD-8027-582FC4B4FD33}"/>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commercial position today</a:t>
            </a:r>
          </a:p>
        </p:txBody>
      </p:sp>
      <p:sp>
        <p:nvSpPr>
          <p:cNvPr id="3" name="">
            <a:extLst xmlns:a="http://schemas.openxmlformats.org/drawingml/2006/main">
              <a:ext uri="{FF2B5EF4-FFF2-40B4-BE49-F238E27FC236}">
                <a16:creationId xmlns:a16="http://schemas.microsoft.com/office/drawing/2014/main" id="{E2997A31-6289-4793-BBCD-E3CF891ED7A0}"/>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B4CE51F2-BC11-4DB9-A0AB-B06ECBD4913B}"/>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KatKin has raised significant growth capital and reports scale claims via trade press, while first-party conversion, transition and retention data remain unavailable.</a:t>
            </a:r>
          </a:p>
        </p:txBody>
      </p:sp>
      <p:sp>
        <p:nvSpPr>
          <p:cNvPr id="5" name="">
            <a:extLst xmlns:a="http://schemas.openxmlformats.org/drawingml/2006/main">
              <a:ext uri="{FF2B5EF4-FFF2-40B4-BE49-F238E27FC236}">
                <a16:creationId xmlns:a16="http://schemas.microsoft.com/office/drawing/2014/main" id="{F93042CE-9605-4979-A7C8-B781FF0E4016}"/>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276406AA-C765-4C78-87CC-5D5EA4CC587B}"/>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C6D09041-42DA-474E-BDAB-0C8F440CE438}"/>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E74EEDBF-91FD-4E5D-9F62-2B1975A1212B}"/>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Capital and scale claims exist, but customer economics don't.</a:t>
            </a:r>
          </a:p>
        </p:txBody>
      </p:sp>
      <p:sp>
        <p:nvSpPr>
          <p:cNvPr id="9" name="">
            <a:extLst xmlns:a="http://schemas.openxmlformats.org/drawingml/2006/main">
              <a:ext uri="{FF2B5EF4-FFF2-40B4-BE49-F238E27FC236}">
                <a16:creationId xmlns:a16="http://schemas.microsoft.com/office/drawing/2014/main" id="{EA93DD7F-B53E-4DCE-B4B5-DF77E37D3E2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12324279-84BE-47B9-A5E4-089CBF386B8D}"/>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Capital and scale claims exist, but customer economics don't.</a:t>
            </a:r>
          </a:p>
        </p:txBody>
      </p:sp>
      <p:sp>
        <p:nvSpPr>
          <p:cNvPr id="11" name="">
            <a:extLst xmlns:a="http://schemas.openxmlformats.org/drawingml/2006/main">
              <a:ext uri="{FF2B5EF4-FFF2-40B4-BE49-F238E27FC236}">
                <a16:creationId xmlns:a16="http://schemas.microsoft.com/office/drawing/2014/main" id="{0BA15CD0-1A06-4D8D-977F-A690599D8E45}"/>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K1</a:t>
            </a:r>
          </a:p>
        </p:txBody>
      </p:sp>
      <p:sp>
        <p:nvSpPr>
          <p:cNvPr id="12" name="">
            <a:extLst xmlns:a="http://schemas.openxmlformats.org/drawingml/2006/main">
              <a:ext uri="{FF2B5EF4-FFF2-40B4-BE49-F238E27FC236}">
                <a16:creationId xmlns:a16="http://schemas.microsoft.com/office/drawing/2014/main" id="{629E22A4-606F-4AD6-B644-65F8CF07D5BA}"/>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EVIDENCE</a:t>
            </a:r>
          </a:p>
        </p:txBody>
      </p:sp>
      <p:sp>
        <p:nvSpPr>
          <p:cNvPr id="13" name="">
            <a:extLst xmlns:a="http://schemas.openxmlformats.org/drawingml/2006/main">
              <a:ext uri="{FF2B5EF4-FFF2-40B4-BE49-F238E27FC236}">
                <a16:creationId xmlns:a16="http://schemas.microsoft.com/office/drawing/2014/main" id="{1A26B191-14F8-4DD4-9A2E-250C78BA8A8F}"/>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F023A7B8-DBE4-4C24-B9FC-9F729BF9F003}"/>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01 / 30</a:t>
            </a:r>
          </a:p>
        </p:txBody>
      </p:sp>
    </p:spTree>
    <p:extLst>
      <p:ext uri="{BB962C8B-B14F-4D97-AF65-F5344CB8AC3E}">
        <p14:creationId xmlns:p14="http://schemas.microsoft.com/office/powerpoint/2010/main" val="443320606"/>
      </p:ext>
    </p:extLst>
  </p:cSld>
</p:sld>
</file>

<file path=ppt/slides/slide2.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C250A9D-696B-447D-9D50-C30BFF360E54}"/>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1 / THE CASE FOR CHANGE</a:t>
            </a:r>
          </a:p>
        </p:txBody>
      </p:sp>
      <p:sp>
        <p:nvSpPr>
          <p:cNvPr id="2" name="">
            <a:extLst xmlns:a="http://schemas.openxmlformats.org/drawingml/2006/main">
              <a:ext uri="{FF2B5EF4-FFF2-40B4-BE49-F238E27FC236}">
                <a16:creationId xmlns:a16="http://schemas.microsoft.com/office/drawing/2014/main" id="{968BA0F4-AFF2-4886-9F86-BDB4110456BF}"/>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12-month opportunity</a:t>
            </a:r>
          </a:p>
        </p:txBody>
      </p:sp>
      <p:sp>
        <p:nvSpPr>
          <p:cNvPr id="3" name="">
            <a:extLst xmlns:a="http://schemas.openxmlformats.org/drawingml/2006/main">
              <a:ext uri="{FF2B5EF4-FFF2-40B4-BE49-F238E27FC236}">
                <a16:creationId xmlns:a16="http://schemas.microsoft.com/office/drawing/2014/main" id="{CD874096-EAD6-4F63-826C-CC8C34F14C0F}"/>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0529ACD8-F5D5-4E3F-9664-5117603C5537}"/>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Indexed sensitivity shows the effect of 10% more qualified visits, 10% higher first-purchase conversion and 10% more realised revenue per acquired customer. It is not a KatKin forecast.</a:t>
            </a:r>
          </a:p>
        </p:txBody>
      </p:sp>
      <p:sp>
        <p:nvSpPr>
          <p:cNvPr id="5" name="">
            <a:extLst xmlns:a="http://schemas.openxmlformats.org/drawingml/2006/main">
              <a:ext uri="{FF2B5EF4-FFF2-40B4-BE49-F238E27FC236}">
                <a16:creationId xmlns:a16="http://schemas.microsoft.com/office/drawing/2014/main" id="{E216FF7E-833D-4513-8F8F-C1A6BD3B0195}"/>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94CEEB59-D42F-44DD-821F-A090929A25D9}"/>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D5CBB429-894E-4805-9F99-26E8AF190E41}"/>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4D1DD070-AC54-4B3C-950F-AA6F73E5DD75}"/>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A proof-to-decision journey could compound three customer behaviours.</a:t>
            </a:r>
          </a:p>
        </p:txBody>
      </p:sp>
      <p:sp>
        <p:nvSpPr>
          <p:cNvPr id="9" name="">
            <a:extLst xmlns:a="http://schemas.openxmlformats.org/drawingml/2006/main">
              <a:ext uri="{FF2B5EF4-FFF2-40B4-BE49-F238E27FC236}">
                <a16:creationId xmlns:a16="http://schemas.microsoft.com/office/drawing/2014/main" id="{9CD305F0-E01C-4076-A327-8AC66DC0B94E}"/>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0AFA0BE3-92EB-42A6-85C0-3FB86ADD34A4}"/>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A proof-to-decision journey could compound three customer behaviours.</a:t>
            </a:r>
          </a:p>
        </p:txBody>
      </p:sp>
      <p:sp>
        <p:nvSpPr>
          <p:cNvPr id="11" name="">
            <a:extLst xmlns:a="http://schemas.openxmlformats.org/drawingml/2006/main">
              <a:ext uri="{FF2B5EF4-FFF2-40B4-BE49-F238E27FC236}">
                <a16:creationId xmlns:a16="http://schemas.microsoft.com/office/drawing/2014/main" id="{B6956460-70DB-489C-BB41-4C8DE55D8092}"/>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12" name="">
            <a:extLst xmlns:a="http://schemas.openxmlformats.org/drawingml/2006/main">
              <a:ext uri="{FF2B5EF4-FFF2-40B4-BE49-F238E27FC236}">
                <a16:creationId xmlns:a16="http://schemas.microsoft.com/office/drawing/2014/main" id="{BB762BBA-0751-4524-9419-009E83BC718D}"/>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ILLUSTRATIVE SCENARIO</a:t>
            </a:r>
          </a:p>
        </p:txBody>
      </p:sp>
      <p:sp>
        <p:nvSpPr>
          <p:cNvPr id="13" name="">
            <a:extLst xmlns:a="http://schemas.openxmlformats.org/drawingml/2006/main">
              <a:ext uri="{FF2B5EF4-FFF2-40B4-BE49-F238E27FC236}">
                <a16:creationId xmlns:a16="http://schemas.microsoft.com/office/drawing/2014/main" id="{E62E5861-F6D1-4611-94CE-1473BA6B521B}"/>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A7B310BD-E914-45E2-AF66-26F038F95DD3}"/>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02 / 30</a:t>
            </a:r>
          </a:p>
        </p:txBody>
      </p:sp>
    </p:spTree>
    <p:extLst>
      <p:ext uri="{BB962C8B-B14F-4D97-AF65-F5344CB8AC3E}">
        <p14:creationId xmlns:p14="http://schemas.microsoft.com/office/powerpoint/2010/main" val="483493188"/>
      </p:ext>
    </p:extLst>
  </p:cSld>
</p:sld>
</file>

<file path=ppt/slides/slide3.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B7DBE5-0CCA-488D-9873-68846EC028D6}"/>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1 / THE CASE FOR CHANGE</a:t>
            </a:r>
          </a:p>
        </p:txBody>
      </p:sp>
      <p:sp>
        <p:nvSpPr>
          <p:cNvPr id="2" name="">
            <a:extLst xmlns:a="http://schemas.openxmlformats.org/drawingml/2006/main">
              <a:ext uri="{FF2B5EF4-FFF2-40B4-BE49-F238E27FC236}">
                <a16:creationId xmlns:a16="http://schemas.microsoft.com/office/drawing/2014/main" id="{93D404BD-3218-49FC-B175-1D4E31A9B1E3}"/>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Where the gains come from</a:t>
            </a:r>
          </a:p>
        </p:txBody>
      </p:sp>
      <p:sp>
        <p:nvSpPr>
          <p:cNvPr id="3" name="">
            <a:extLst xmlns:a="http://schemas.openxmlformats.org/drawingml/2006/main">
              <a:ext uri="{FF2B5EF4-FFF2-40B4-BE49-F238E27FC236}">
                <a16:creationId xmlns:a16="http://schemas.microsoft.com/office/drawing/2014/main" id="{4C8F7D9F-F914-49A6-81AD-7D1054857BA1}"/>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61B94BEE-D046-4385-902C-64D64566B5C0}"/>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Qualified trial conversion, transition completion, early retained feeding and retail-to-owned conversion together form the growth path; public evidence confirms their existence as mechanisms but not their current performance.</a:t>
            </a:r>
          </a:p>
        </p:txBody>
      </p:sp>
      <p:sp>
        <p:nvSpPr>
          <p:cNvPr id="5" name="">
            <a:extLst xmlns:a="http://schemas.openxmlformats.org/drawingml/2006/main">
              <a:ext uri="{FF2B5EF4-FFF2-40B4-BE49-F238E27FC236}">
                <a16:creationId xmlns:a16="http://schemas.microsoft.com/office/drawing/2014/main" id="{EEE69F87-2555-4AD8-9414-4472D9038213}"/>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23BF9FC9-C20F-4D19-9566-7861DBB79A53}"/>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EA75AEAE-D435-4F70-9F7C-FAE75E5016AB}"/>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E501821E-3591-47F1-8EED-C429316BCDAA}"/>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Better qualification, clearer proof and a supported transition create the gain.</a:t>
            </a:r>
          </a:p>
        </p:txBody>
      </p:sp>
      <p:sp>
        <p:nvSpPr>
          <p:cNvPr id="9" name="">
            <a:extLst xmlns:a="http://schemas.openxmlformats.org/drawingml/2006/main">
              <a:ext uri="{FF2B5EF4-FFF2-40B4-BE49-F238E27FC236}">
                <a16:creationId xmlns:a16="http://schemas.microsoft.com/office/drawing/2014/main" id="{D4E7734A-16BB-4ED7-AD25-664DC109988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45733251-0C17-4EDE-B4EA-A42E3FE28EA2}"/>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Better qualification, clearer proof and a supported transition create the gain.</a:t>
            </a:r>
          </a:p>
        </p:txBody>
      </p:sp>
      <p:sp>
        <p:nvSpPr>
          <p:cNvPr id="11" name="">
            <a:extLst xmlns:a="http://schemas.openxmlformats.org/drawingml/2006/main">
              <a:ext uri="{FF2B5EF4-FFF2-40B4-BE49-F238E27FC236}">
                <a16:creationId xmlns:a16="http://schemas.microsoft.com/office/drawing/2014/main" id="{B8043053-8DDB-4F99-9D4F-342077229267}"/>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12" name="">
            <a:extLst xmlns:a="http://schemas.openxmlformats.org/drawingml/2006/main">
              <a:ext uri="{FF2B5EF4-FFF2-40B4-BE49-F238E27FC236}">
                <a16:creationId xmlns:a16="http://schemas.microsoft.com/office/drawing/2014/main" id="{56A3D54D-4164-42D1-B1B4-01A0657BA0E0}"/>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INTERPRETATION</a:t>
            </a:r>
          </a:p>
        </p:txBody>
      </p:sp>
      <p:sp>
        <p:nvSpPr>
          <p:cNvPr id="13" name="">
            <a:extLst xmlns:a="http://schemas.openxmlformats.org/drawingml/2006/main">
              <a:ext uri="{FF2B5EF4-FFF2-40B4-BE49-F238E27FC236}">
                <a16:creationId xmlns:a16="http://schemas.microsoft.com/office/drawing/2014/main" id="{4EBC95CD-10AB-4066-9389-883AF0E58830}"/>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5E1FE605-C844-4FD4-BB7F-AD23BF04A28A}"/>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03 / 30</a:t>
            </a:r>
          </a:p>
        </p:txBody>
      </p:sp>
    </p:spTree>
    <p:extLst>
      <p:ext uri="{BB962C8B-B14F-4D97-AF65-F5344CB8AC3E}">
        <p14:creationId xmlns:p14="http://schemas.microsoft.com/office/powerpoint/2010/main" val="1700982726"/>
      </p:ext>
    </p:extLst>
  </p:cSld>
</p:sld>
</file>

<file path=ppt/slides/slide4.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EB77BD-CEE4-494E-9D8F-9C5E7ABDF650}"/>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1 / THE CASE FOR CHANGE</a:t>
            </a:r>
          </a:p>
        </p:txBody>
      </p:sp>
      <p:sp>
        <p:nvSpPr>
          <p:cNvPr id="2" name="">
            <a:extLst xmlns:a="http://schemas.openxmlformats.org/drawingml/2006/main">
              <a:ext uri="{FF2B5EF4-FFF2-40B4-BE49-F238E27FC236}">
                <a16:creationId xmlns:a16="http://schemas.microsoft.com/office/drawing/2014/main" id="{87D1D497-5DB4-4B49-B214-16CDE38AC3AE}"/>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audience opportunity</a:t>
            </a:r>
          </a:p>
        </p:txBody>
      </p:sp>
      <p:sp>
        <p:nvSpPr>
          <p:cNvPr id="3" name="">
            <a:extLst xmlns:a="http://schemas.openxmlformats.org/drawingml/2006/main">
              <a:ext uri="{FF2B5EF4-FFF2-40B4-BE49-F238E27FC236}">
                <a16:creationId xmlns:a16="http://schemas.microsoft.com/office/drawing/2014/main" id="{C151748A-0B2B-4DD7-83A5-3A54E13003E2}"/>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FA543E9D-F588-4292-A8AF-5DCAA4559B97}"/>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Committed cat parents weighing whether the price and operational change of frozen fresh food (freezer space, defrost routine) is justified by evidence. This is an assumption, not a verified segment, since no first-party cohort data exists.</a:t>
            </a:r>
          </a:p>
        </p:txBody>
      </p:sp>
      <p:sp>
        <p:nvSpPr>
          <p:cNvPr id="5" name="">
            <a:extLst xmlns:a="http://schemas.openxmlformats.org/drawingml/2006/main">
              <a:ext uri="{FF2B5EF4-FFF2-40B4-BE49-F238E27FC236}">
                <a16:creationId xmlns:a16="http://schemas.microsoft.com/office/drawing/2014/main" id="{5392BC60-0722-4177-B6F1-73E625CB9FBA}"/>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2CCA017D-C8FF-440A-B703-C9EB21E08DD2}"/>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BCFBA9FD-0D18-4581-A877-22B98595D62B}"/>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31DF3FFD-7576-4442-9A5A-BED4563015C1}"/>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The highest-value moment is the trial-to-subscription transition, not acquisition.</a:t>
            </a:r>
          </a:p>
        </p:txBody>
      </p:sp>
      <p:sp>
        <p:nvSpPr>
          <p:cNvPr id="9" name="">
            <a:extLst xmlns:a="http://schemas.openxmlformats.org/drawingml/2006/main">
              <a:ext uri="{FF2B5EF4-FFF2-40B4-BE49-F238E27FC236}">
                <a16:creationId xmlns:a16="http://schemas.microsoft.com/office/drawing/2014/main" id="{3FA01BF2-EE3B-461C-8D75-B45D05299B9E}"/>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50C544CC-091B-43AE-BE98-6754CC0610AF}"/>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highest-value moment is the trial-to-subscription transition, not acquisition.</a:t>
            </a:r>
          </a:p>
        </p:txBody>
      </p:sp>
      <p:sp>
        <p:nvSpPr>
          <p:cNvPr id="11" name="">
            <a:extLst xmlns:a="http://schemas.openxmlformats.org/drawingml/2006/main">
              <a:ext uri="{FF2B5EF4-FFF2-40B4-BE49-F238E27FC236}">
                <a16:creationId xmlns:a16="http://schemas.microsoft.com/office/drawing/2014/main" id="{E16F58CE-ADF3-424F-BED0-1E45C8AD5B01}"/>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K8</a:t>
            </a:r>
          </a:p>
        </p:txBody>
      </p:sp>
      <p:sp>
        <p:nvSpPr>
          <p:cNvPr id="12" name="">
            <a:extLst xmlns:a="http://schemas.openxmlformats.org/drawingml/2006/main">
              <a:ext uri="{FF2B5EF4-FFF2-40B4-BE49-F238E27FC236}">
                <a16:creationId xmlns:a16="http://schemas.microsoft.com/office/drawing/2014/main" id="{8A23FE38-D137-4690-BBEB-1C2FA1B748B8}"/>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HYPOTHESIS</a:t>
            </a:r>
          </a:p>
        </p:txBody>
      </p:sp>
      <p:sp>
        <p:nvSpPr>
          <p:cNvPr id="13" name="">
            <a:extLst xmlns:a="http://schemas.openxmlformats.org/drawingml/2006/main">
              <a:ext uri="{FF2B5EF4-FFF2-40B4-BE49-F238E27FC236}">
                <a16:creationId xmlns:a16="http://schemas.microsoft.com/office/drawing/2014/main" id="{A344B2E8-F3F6-4020-A231-DFE443E7095D}"/>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10CFD4F9-2B50-4F0E-8B00-EDA6A8E20998}"/>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04 / 30</a:t>
            </a:r>
          </a:p>
        </p:txBody>
      </p:sp>
    </p:spTree>
    <p:extLst>
      <p:ext uri="{BB962C8B-B14F-4D97-AF65-F5344CB8AC3E}">
        <p14:creationId xmlns:p14="http://schemas.microsoft.com/office/powerpoint/2010/main" val="267494892"/>
      </p:ext>
    </p:extLst>
  </p:cSld>
</p:sld>
</file>

<file path=ppt/slides/slide5.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F24DB5B-BBF1-4CB6-9557-9316D15CD140}"/>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1 / THE CASE FOR CHANGE</a:t>
            </a:r>
          </a:p>
        </p:txBody>
      </p:sp>
      <p:sp>
        <p:nvSpPr>
          <p:cNvPr id="2" name="">
            <a:extLst xmlns:a="http://schemas.openxmlformats.org/drawingml/2006/main">
              <a:ext uri="{FF2B5EF4-FFF2-40B4-BE49-F238E27FC236}">
                <a16:creationId xmlns:a16="http://schemas.microsoft.com/office/drawing/2014/main" id="{7423DED8-EC1C-4BED-8EBB-A52995FEA388}"/>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strategic direction</a:t>
            </a:r>
          </a:p>
        </p:txBody>
      </p:sp>
      <p:sp>
        <p:nvSpPr>
          <p:cNvPr id="3" name="">
            <a:extLst xmlns:a="http://schemas.openxmlformats.org/drawingml/2006/main">
              <a:ext uri="{FF2B5EF4-FFF2-40B4-BE49-F238E27FC236}">
                <a16:creationId xmlns:a16="http://schemas.microsoft.com/office/drawing/2014/main" id="{88720ADC-3C6D-4CF2-A4FA-C664775AAE6E}"/>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A382B2CB-DC44-4894-81FC-2EEDA01F3935}"/>
              </a:ext>
            </a:extLst>
          </p:cNvPr>
          <p:cNvSpPr>
            <a:spLocks xmlns:a="http://schemas.openxmlformats.org/drawingml/2006/main" noGrp="1"/>
          </p:cNvSpPr>
          <p:nvPr/>
        </p:nvSpPr>
        <p:spPr>
          <a:xfrm xmlns:a="http://schemas.openxmlformats.org/drawingml/2006/main">
            <a:off x="1047750" y="1809750"/>
            <a:ext cx="4476750" cy="685800"/>
          </a:xfrm>
          <a:prstGeom xmlns:a="http://schemas.openxmlformats.org/drawingml/2006/main" prst="roundRect">
            <a:avLst>
              <a:gd name="adj" fmla="val 11111"/>
            </a:avLst>
          </a:prstGeom>
          <a:solidFill xmlns:a="http://schemas.openxmlformats.org/drawingml/2006/main">
            <a:srgbClr val="FF654F"/>
          </a:solidFill>
          <a:ln xmlns:a="http://schemas.openxmlformats.org/drawingml/2006/main" w="0">
            <a:solidFill>
              <a:srgbClr val="FF654F"/>
            </a:solidFill>
          </a:ln>
        </p:spPr>
      </p:sp>
      <p:sp>
        <p:nvSpPr>
          <p:cNvPr id="5" name="">
            <a:extLst xmlns:a="http://schemas.openxmlformats.org/drawingml/2006/main">
              <a:ext uri="{FF2B5EF4-FFF2-40B4-BE49-F238E27FC236}">
                <a16:creationId xmlns:a16="http://schemas.microsoft.com/office/drawing/2014/main" id="{CA7EC71C-2566-42A7-8453-284C9AA6AC83}"/>
              </a:ext>
            </a:extLst>
          </p:cNvPr>
          <p:cNvSpPr>
            <a:spLocks xmlns:a="http://schemas.openxmlformats.org/drawingml/2006/main" noGrp="1"/>
          </p:cNvSpPr>
          <p:nvPr/>
        </p:nvSpPr>
        <p:spPr>
          <a:xfrm xmlns:a="http://schemas.openxmlformats.org/drawingml/2006/main">
            <a:off x="1333500" y="20288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01 CLAIM</a:t>
            </a:r>
          </a:p>
        </p:txBody>
      </p:sp>
      <p:sp>
        <p:nvSpPr>
          <p:cNvPr id="6" name="">
            <a:extLst xmlns:a="http://schemas.openxmlformats.org/drawingml/2006/main">
              <a:ext uri="{FF2B5EF4-FFF2-40B4-BE49-F238E27FC236}">
                <a16:creationId xmlns:a16="http://schemas.microsoft.com/office/drawing/2014/main" id="{D2D9888E-123A-46D7-B413-DBE56CE7FC06}"/>
              </a:ext>
            </a:extLst>
          </p:cNvPr>
          <p:cNvSpPr>
            <a:spLocks xmlns:a="http://schemas.openxmlformats.org/drawingml/2006/main" noGrp="1"/>
          </p:cNvSpPr>
          <p:nvPr/>
        </p:nvSpPr>
        <p:spPr>
          <a:xfrm xmlns:a="http://schemas.openxmlformats.org/drawingml/2006/main">
            <a:off x="1571625" y="2762250"/>
            <a:ext cx="3429000" cy="685800"/>
          </a:xfrm>
          <a:prstGeom xmlns:a="http://schemas.openxmlformats.org/drawingml/2006/main" prst="roundRect">
            <a:avLst>
              <a:gd name="adj" fmla="val 11111"/>
            </a:avLst>
          </a:prstGeom>
          <a:solidFill xmlns:a="http://schemas.openxmlformats.org/drawingml/2006/main">
            <a:srgbClr val="5A2E78"/>
          </a:solidFill>
          <a:ln xmlns:a="http://schemas.openxmlformats.org/drawingml/2006/main" w="0">
            <a:solidFill>
              <a:srgbClr val="5A2E78"/>
            </a:solidFill>
          </a:ln>
        </p:spPr>
      </p:sp>
      <p:sp>
        <p:nvSpPr>
          <p:cNvPr id="7" name="">
            <a:extLst xmlns:a="http://schemas.openxmlformats.org/drawingml/2006/main">
              <a:ext uri="{FF2B5EF4-FFF2-40B4-BE49-F238E27FC236}">
                <a16:creationId xmlns:a16="http://schemas.microsoft.com/office/drawing/2014/main" id="{A887AC3E-36C1-42D2-AE21-D99E1037950E}"/>
              </a:ext>
            </a:extLst>
          </p:cNvPr>
          <p:cNvSpPr>
            <a:spLocks xmlns:a="http://schemas.openxmlformats.org/drawingml/2006/main" noGrp="1"/>
          </p:cNvSpPr>
          <p:nvPr/>
        </p:nvSpPr>
        <p:spPr>
          <a:xfrm xmlns:a="http://schemas.openxmlformats.org/drawingml/2006/main">
            <a:off x="1857375" y="29813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02 PROOF</a:t>
            </a:r>
          </a:p>
        </p:txBody>
      </p:sp>
      <p:sp>
        <p:nvSpPr>
          <p:cNvPr id="8" name="">
            <a:extLst xmlns:a="http://schemas.openxmlformats.org/drawingml/2006/main">
              <a:ext uri="{FF2B5EF4-FFF2-40B4-BE49-F238E27FC236}">
                <a16:creationId xmlns:a16="http://schemas.microsoft.com/office/drawing/2014/main" id="{2C2B5969-4838-4789-B44B-9A58597B7C97}"/>
              </a:ext>
            </a:extLst>
          </p:cNvPr>
          <p:cNvSpPr>
            <a:spLocks xmlns:a="http://schemas.openxmlformats.org/drawingml/2006/main" noGrp="1"/>
          </p:cNvSpPr>
          <p:nvPr/>
        </p:nvSpPr>
        <p:spPr>
          <a:xfrm xmlns:a="http://schemas.openxmlformats.org/drawingml/2006/main">
            <a:off x="2095500" y="3714750"/>
            <a:ext cx="2381250" cy="685800"/>
          </a:xfrm>
          <a:prstGeom xmlns:a="http://schemas.openxmlformats.org/drawingml/2006/main" prst="roundRect">
            <a:avLst>
              <a:gd name="adj" fmla="val 11111"/>
            </a:avLst>
          </a:prstGeom>
          <a:solidFill xmlns:a="http://schemas.openxmlformats.org/drawingml/2006/main">
            <a:srgbClr val="261A31"/>
          </a:solidFill>
          <a:ln xmlns:a="http://schemas.openxmlformats.org/drawingml/2006/main" w="0">
            <a:solidFill>
              <a:srgbClr val="261A31"/>
            </a:solidFill>
          </a:ln>
        </p:spPr>
      </p:sp>
      <p:sp>
        <p:nvSpPr>
          <p:cNvPr id="9" name="">
            <a:extLst xmlns:a="http://schemas.openxmlformats.org/drawingml/2006/main">
              <a:ext uri="{FF2B5EF4-FFF2-40B4-BE49-F238E27FC236}">
                <a16:creationId xmlns:a16="http://schemas.microsoft.com/office/drawing/2014/main" id="{323F7E1E-5621-46FC-9EB7-9C42E644CC2C}"/>
              </a:ext>
            </a:extLst>
          </p:cNvPr>
          <p:cNvSpPr>
            <a:spLocks xmlns:a="http://schemas.openxmlformats.org/drawingml/2006/main" noGrp="1"/>
          </p:cNvSpPr>
          <p:nvPr/>
        </p:nvSpPr>
        <p:spPr>
          <a:xfrm xmlns:a="http://schemas.openxmlformats.org/drawingml/2006/main">
            <a:off x="2381250" y="39338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03 METHOD</a:t>
            </a:r>
          </a:p>
        </p:txBody>
      </p:sp>
      <p:sp>
        <p:nvSpPr>
          <p:cNvPr id="10" name="">
            <a:extLst xmlns:a="http://schemas.openxmlformats.org/drawingml/2006/main">
              <a:ext uri="{FF2B5EF4-FFF2-40B4-BE49-F238E27FC236}">
                <a16:creationId xmlns:a16="http://schemas.microsoft.com/office/drawing/2014/main" id="{C1A3CD34-F39D-40B1-8763-4CC36EC1062B}"/>
              </a:ext>
            </a:extLst>
          </p:cNvPr>
          <p:cNvSpPr>
            <a:spLocks xmlns:a="http://schemas.openxmlformats.org/drawingml/2006/main" noGrp="1"/>
          </p:cNvSpPr>
          <p:nvPr/>
        </p:nvSpPr>
        <p:spPr>
          <a:xfrm xmlns:a="http://schemas.openxmlformats.org/drawingml/2006/main">
            <a:off x="6858000" y="2095500"/>
            <a:ext cx="4000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1" i="0">
                <a:solidFill>
                  <a:srgbClr val="15121B"/>
                </a:solidFill>
                <a:latin typeface="Helvetica"/>
                <a:ea typeface="Helvetica"/>
                <a:cs typeface="Helvetica"/>
              </a:defRPr>
            </a:defPPr>
            <a:lvl1pPr algn="l">
              <a:defRPr sz="1800" b="1" i="0">
                <a:solidFill>
                  <a:srgbClr val="15121B"/>
                </a:solidFill>
                <a:latin typeface="Helvetica"/>
                <a:ea typeface="Helvetica"/>
                <a:cs typeface="Helvetica"/>
              </a:defRPr>
            </a:lvl1pPr>
            <a:lvl2pPr algn="l">
              <a:defRPr sz="1800" b="1" i="0">
                <a:solidFill>
                  <a:srgbClr val="15121B"/>
                </a:solidFill>
                <a:latin typeface="Helvetica"/>
                <a:ea typeface="Helvetica"/>
                <a:cs typeface="Helvetica"/>
              </a:defRPr>
            </a:lvl2pPr>
            <a:lvl3pPr algn="l">
              <a:defRPr sz="1800" b="1" i="0">
                <a:solidFill>
                  <a:srgbClr val="15121B"/>
                </a:solidFill>
                <a:latin typeface="Helvetica"/>
                <a:ea typeface="Helvetica"/>
                <a:cs typeface="Helvetica"/>
              </a:defRPr>
            </a:lvl3pPr>
            <a:lvl4pPr algn="l">
              <a:defRPr sz="1800" b="1" i="0">
                <a:solidFill>
                  <a:srgbClr val="15121B"/>
                </a:solidFill>
                <a:latin typeface="Helvetica"/>
                <a:ea typeface="Helvetica"/>
                <a:cs typeface="Helvetica"/>
              </a:defRPr>
            </a:lvl4pPr>
            <a:lvl5pPr algn="l">
              <a:defRPr sz="1800" b="1" i="0">
                <a:solidFill>
                  <a:srgbClr val="15121B"/>
                </a:solidFill>
                <a:latin typeface="Helvetica"/>
                <a:ea typeface="Helvetica"/>
                <a:cs typeface="Helvetica"/>
              </a:defRPr>
            </a:lvl5pPr>
            <a:lvl6pPr algn="l">
              <a:defRPr sz="1800" b="1" i="0">
                <a:solidFill>
                  <a:srgbClr val="15121B"/>
                </a:solidFill>
                <a:latin typeface="Helvetica"/>
                <a:ea typeface="Helvetica"/>
                <a:cs typeface="Helvetica"/>
              </a:defRPr>
            </a:lvl6pPr>
            <a:lvl7pPr algn="l">
              <a:defRPr sz="1800" b="1" i="0">
                <a:solidFill>
                  <a:srgbClr val="15121B"/>
                </a:solidFill>
                <a:latin typeface="Helvetica"/>
                <a:ea typeface="Helvetica"/>
                <a:cs typeface="Helvetica"/>
              </a:defRPr>
            </a:lvl7pPr>
            <a:lvl8pPr algn="l">
              <a:defRPr sz="1800" b="1" i="0">
                <a:solidFill>
                  <a:srgbClr val="15121B"/>
                </a:solidFill>
                <a:latin typeface="Helvetica"/>
                <a:ea typeface="Helvetica"/>
                <a:cs typeface="Helvetica"/>
              </a:defRPr>
            </a:lvl8pPr>
            <a:lvl9pPr algn="l">
              <a:defRPr sz="1800" b="1" i="0">
                <a:solidFill>
                  <a:srgbClr val="15121B"/>
                </a:solidFill>
                <a:latin typeface="Helvetica"/>
                <a:ea typeface="Helvetica"/>
                <a:cs typeface="Helvetica"/>
              </a:defRPr>
            </a:lvl9pPr>
          </a:lstStyle>
          <a:p xmlns:a="http://schemas.openxmlformats.org/drawingml/2006/main">
            <a:pPr algn="l">
              <a:defRPr sz="1800" b="1" i="0">
                <a:solidFill>
                  <a:srgbClr val="15121B"/>
                </a:solidFill>
                <a:latin typeface="Helvetica"/>
                <a:ea typeface="Helvetica"/>
                <a:cs typeface="Helvetica"/>
              </a:defRPr>
            </a:pPr>
            <a:r>
              <a:rPr sz="1800" b="1" i="0">
                <a:solidFill>
                  <a:srgbClr val="15121B"/>
                </a:solidFill>
                <a:latin typeface="Helvetica"/>
                <a:ea typeface="Helvetica"/>
                <a:cs typeface="Helvetica"/>
              </a:rPr>
              <a:t>Combining available capital, differentiated science and an unaddressed transition moment points to building a structured proof-to-decision journey as the next commercial investment, ahead of broader-reach marketing.</a:t>
            </a:r>
          </a:p>
        </p:txBody>
      </p:sp>
      <p:sp>
        <p:nvSpPr>
          <p:cNvPr id="11" name="">
            <a:extLst xmlns:a="http://schemas.openxmlformats.org/drawingml/2006/main">
              <a:ext uri="{FF2B5EF4-FFF2-40B4-BE49-F238E27FC236}">
                <a16:creationId xmlns:a16="http://schemas.microsoft.com/office/drawing/2014/main" id="{549429CA-2CDA-4F7D-AC61-93FDC2F9EC97}"/>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2" name="">
            <a:extLst xmlns:a="http://schemas.openxmlformats.org/drawingml/2006/main">
              <a:ext uri="{FF2B5EF4-FFF2-40B4-BE49-F238E27FC236}">
                <a16:creationId xmlns:a16="http://schemas.microsoft.com/office/drawing/2014/main" id="{96A990F4-1133-490A-8234-C4916AE7F05E}"/>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Build the decision system before scaling acquisition further.</a:t>
            </a:r>
          </a:p>
        </p:txBody>
      </p:sp>
      <p:sp>
        <p:nvSpPr>
          <p:cNvPr id="13" name="">
            <a:extLst xmlns:a="http://schemas.openxmlformats.org/drawingml/2006/main">
              <a:ext uri="{FF2B5EF4-FFF2-40B4-BE49-F238E27FC236}">
                <a16:creationId xmlns:a16="http://schemas.microsoft.com/office/drawing/2014/main" id="{A8702597-EE8C-4942-A7EC-DD406E5A5F44}"/>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K1, K3, K9</a:t>
            </a:r>
          </a:p>
        </p:txBody>
      </p:sp>
      <p:sp>
        <p:nvSpPr>
          <p:cNvPr id="14" name="">
            <a:extLst xmlns:a="http://schemas.openxmlformats.org/drawingml/2006/main">
              <a:ext uri="{FF2B5EF4-FFF2-40B4-BE49-F238E27FC236}">
                <a16:creationId xmlns:a16="http://schemas.microsoft.com/office/drawing/2014/main" id="{B9D3AE32-CEFE-43AB-8BF0-9DACA50C7B90}"/>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INTERPRETATION</a:t>
            </a:r>
          </a:p>
        </p:txBody>
      </p:sp>
      <p:sp>
        <p:nvSpPr>
          <p:cNvPr id="15" name="">
            <a:extLst xmlns:a="http://schemas.openxmlformats.org/drawingml/2006/main">
              <a:ext uri="{FF2B5EF4-FFF2-40B4-BE49-F238E27FC236}">
                <a16:creationId xmlns:a16="http://schemas.microsoft.com/office/drawing/2014/main" id="{1FFC6E54-4389-4486-A184-17D64CF7D242}"/>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6" name="">
            <a:extLst xmlns:a="http://schemas.openxmlformats.org/drawingml/2006/main">
              <a:ext uri="{FF2B5EF4-FFF2-40B4-BE49-F238E27FC236}">
                <a16:creationId xmlns:a16="http://schemas.microsoft.com/office/drawing/2014/main" id="{E3BBD43A-BAA2-48B4-9520-94154B183688}"/>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05 / 30</a:t>
            </a:r>
          </a:p>
        </p:txBody>
      </p:sp>
    </p:spTree>
    <p:extLst>
      <p:ext uri="{BB962C8B-B14F-4D97-AF65-F5344CB8AC3E}">
        <p14:creationId xmlns:p14="http://schemas.microsoft.com/office/powerpoint/2010/main" val="510681321"/>
      </p:ext>
    </p:extLst>
  </p:cSld>
</p:sld>
</file>

<file path=ppt/slides/slide6.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BFBF739-D299-444A-9FF6-243E10D01C05}"/>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2 / MARKET + COMPETITIVE DIAGNOSIS</a:t>
            </a:r>
          </a:p>
        </p:txBody>
      </p:sp>
      <p:sp>
        <p:nvSpPr>
          <p:cNvPr id="2" name="">
            <a:extLst xmlns:a="http://schemas.openxmlformats.org/drawingml/2006/main">
              <a:ext uri="{FF2B5EF4-FFF2-40B4-BE49-F238E27FC236}">
                <a16:creationId xmlns:a16="http://schemas.microsoft.com/office/drawing/2014/main" id="{EBB44EB0-3E03-44E4-8148-304FF53E39A2}"/>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Competitive Landscape</a:t>
            </a:r>
          </a:p>
        </p:txBody>
      </p:sp>
      <p:sp>
        <p:nvSpPr>
          <p:cNvPr id="3" name="">
            <a:extLst xmlns:a="http://schemas.openxmlformats.org/drawingml/2006/main">
              <a:ext uri="{FF2B5EF4-FFF2-40B4-BE49-F238E27FC236}">
                <a16:creationId xmlns:a16="http://schemas.microsoft.com/office/drawing/2014/main" id="{CD535307-4D3B-475F-88E1-91F5FB0114C5}"/>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A421F102-E8B9-4A66-8CAE-CC5D0FA2C218}"/>
              </a:ext>
            </a:extLst>
          </p:cNvPr>
          <p:cNvSpPr>
            <a:spLocks xmlns:a="http://schemas.openxmlformats.org/drawingml/2006/main" noGrp="1"/>
          </p:cNvSpPr>
          <p:nvPr/>
        </p:nvSpPr>
        <p:spPr>
          <a:xfrm xmlns:a="http://schemas.openxmlformats.org/drawingml/2006/main">
            <a:off x="704850" y="1952625"/>
            <a:ext cx="3200400" cy="2590800"/>
          </a:xfrm>
          <a:prstGeom xmlns:a="http://schemas.openxmlformats.org/drawingml/2006/main" prst="roundRect">
            <a:avLst>
              <a:gd name="adj" fmla="val 2941"/>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ACDC46AA-481E-4BB7-A8BE-831ACAC3E9B8}"/>
              </a:ext>
            </a:extLst>
          </p:cNvPr>
          <p:cNvSpPr>
            <a:spLocks xmlns:a="http://schemas.openxmlformats.org/drawingml/2006/main" noGrp="1"/>
          </p:cNvSpPr>
          <p:nvPr/>
        </p:nvSpPr>
        <p:spPr>
          <a:xfrm xmlns:a="http://schemas.openxmlformats.org/drawingml/2006/main">
            <a:off x="9334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01</a:t>
            </a:r>
          </a:p>
        </p:txBody>
      </p:sp>
      <p:sp>
        <p:nvSpPr>
          <p:cNvPr id="6" name="">
            <a:extLst xmlns:a="http://schemas.openxmlformats.org/drawingml/2006/main">
              <a:ext uri="{FF2B5EF4-FFF2-40B4-BE49-F238E27FC236}">
                <a16:creationId xmlns:a16="http://schemas.microsoft.com/office/drawing/2014/main" id="{CAF2F14D-2A26-44F5-9421-5E1F0D190B87}"/>
              </a:ext>
            </a:extLst>
          </p:cNvPr>
          <p:cNvSpPr>
            <a:spLocks xmlns:a="http://schemas.openxmlformats.org/drawingml/2006/main" noGrp="1"/>
          </p:cNvSpPr>
          <p:nvPr/>
        </p:nvSpPr>
        <p:spPr>
          <a:xfrm xmlns:a="http://schemas.openxmlformats.org/drawingml/2006/main">
            <a:off x="9334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DISCOVERY</a:t>
            </a:r>
          </a:p>
        </p:txBody>
      </p:sp>
      <p:sp>
        <p:nvSpPr>
          <p:cNvPr id="7" name="">
            <a:extLst xmlns:a="http://schemas.openxmlformats.org/drawingml/2006/main">
              <a:ext uri="{FF2B5EF4-FFF2-40B4-BE49-F238E27FC236}">
                <a16:creationId xmlns:a16="http://schemas.microsoft.com/office/drawing/2014/main" id="{A9E82EC2-D12B-4473-91F8-5A44F797F5F1}"/>
              </a:ext>
            </a:extLst>
          </p:cNvPr>
          <p:cNvSpPr>
            <a:spLocks xmlns:a="http://schemas.openxmlformats.org/drawingml/2006/main" noGrp="1"/>
          </p:cNvSpPr>
          <p:nvPr/>
        </p:nvSpPr>
        <p:spPr>
          <a:xfrm xmlns:a="http://schemas.openxmlformats.org/drawingml/2006/main">
            <a:off x="9334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Competitors own different trust and value cues; KatKin's combination remains a hypothesis.</a:t>
            </a:r>
          </a:p>
        </p:txBody>
      </p:sp>
      <p:sp>
        <p:nvSpPr>
          <p:cNvPr id="8" name="">
            <a:extLst xmlns:a="http://schemas.openxmlformats.org/drawingml/2006/main">
              <a:ext uri="{FF2B5EF4-FFF2-40B4-BE49-F238E27FC236}">
                <a16:creationId xmlns:a16="http://schemas.microsoft.com/office/drawing/2014/main" id="{F1DB1F92-85CF-4A73-B859-48A31FE1719D}"/>
              </a:ext>
            </a:extLst>
          </p:cNvPr>
          <p:cNvSpPr>
            <a:spLocks xmlns:a="http://schemas.openxmlformats.org/drawingml/2006/main" noGrp="1"/>
          </p:cNvSpPr>
          <p:nvPr/>
        </p:nvSpPr>
        <p:spPr>
          <a:xfrm xmlns:a="http://schemas.openxmlformats.org/drawingml/2006/main">
            <a:off x="4419600" y="2105025"/>
            <a:ext cx="3200400" cy="2590800"/>
          </a:xfrm>
          <a:prstGeom xmlns:a="http://schemas.openxmlformats.org/drawingml/2006/main" prst="roundRect">
            <a:avLst>
              <a:gd name="adj" fmla="val 2941"/>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D3006484-9236-4D35-BB22-EC2CDD8EECE2}"/>
              </a:ext>
            </a:extLst>
          </p:cNvPr>
          <p:cNvSpPr>
            <a:spLocks xmlns:a="http://schemas.openxmlformats.org/drawingml/2006/main" noGrp="1"/>
          </p:cNvSpPr>
          <p:nvPr/>
        </p:nvSpPr>
        <p:spPr>
          <a:xfrm xmlns:a="http://schemas.openxmlformats.org/drawingml/2006/main">
            <a:off x="4648200" y="23336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02</a:t>
            </a:r>
          </a:p>
        </p:txBody>
      </p:sp>
      <p:sp>
        <p:nvSpPr>
          <p:cNvPr id="10" name="">
            <a:extLst xmlns:a="http://schemas.openxmlformats.org/drawingml/2006/main">
              <a:ext uri="{FF2B5EF4-FFF2-40B4-BE49-F238E27FC236}">
                <a16:creationId xmlns:a16="http://schemas.microsoft.com/office/drawing/2014/main" id="{A49AAC06-0BAC-4A73-BCFA-A8D3C8E79E8A}"/>
              </a:ext>
            </a:extLst>
          </p:cNvPr>
          <p:cNvSpPr>
            <a:spLocks xmlns:a="http://schemas.openxmlformats.org/drawingml/2006/main" noGrp="1"/>
          </p:cNvSpPr>
          <p:nvPr/>
        </p:nvSpPr>
        <p:spPr>
          <a:xfrm xmlns:a="http://schemas.openxmlformats.org/drawingml/2006/main">
            <a:off x="4648200" y="27717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DECISION</a:t>
            </a:r>
          </a:p>
        </p:txBody>
      </p:sp>
      <p:sp>
        <p:nvSpPr>
          <p:cNvPr id="11" name="">
            <a:extLst xmlns:a="http://schemas.openxmlformats.org/drawingml/2006/main">
              <a:ext uri="{FF2B5EF4-FFF2-40B4-BE49-F238E27FC236}">
                <a16:creationId xmlns:a16="http://schemas.microsoft.com/office/drawing/2014/main" id="{DCC47804-816A-4FA4-8387-FC0EE8A86AC6}"/>
              </a:ext>
            </a:extLst>
          </p:cNvPr>
          <p:cNvSpPr>
            <a:spLocks xmlns:a="http://schemas.openxmlformats.org/drawingml/2006/main" noGrp="1"/>
          </p:cNvSpPr>
          <p:nvPr/>
        </p:nvSpPr>
        <p:spPr>
          <a:xfrm xmlns:a="http://schemas.openxmlformats.org/drawingml/2006/main">
            <a:off x="4648200" y="33623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KatKin's scientific ambition and product-learning capability are harder to copy than convenience claims.</a:t>
            </a:r>
          </a:p>
        </p:txBody>
      </p:sp>
      <p:sp>
        <p:nvSpPr>
          <p:cNvPr id="12" name="">
            <a:extLst xmlns:a="http://schemas.openxmlformats.org/drawingml/2006/main">
              <a:ext uri="{FF2B5EF4-FFF2-40B4-BE49-F238E27FC236}">
                <a16:creationId xmlns:a16="http://schemas.microsoft.com/office/drawing/2014/main" id="{166C704B-52FB-46F9-88A8-A3DFC9B3DF51}"/>
              </a:ext>
            </a:extLst>
          </p:cNvPr>
          <p:cNvSpPr>
            <a:spLocks xmlns:a="http://schemas.openxmlformats.org/drawingml/2006/main" noGrp="1"/>
          </p:cNvSpPr>
          <p:nvPr/>
        </p:nvSpPr>
        <p:spPr>
          <a:xfrm xmlns:a="http://schemas.openxmlformats.org/drawingml/2006/main">
            <a:off x="8134350" y="2257425"/>
            <a:ext cx="3200400" cy="2590800"/>
          </a:xfrm>
          <a:prstGeom xmlns:a="http://schemas.openxmlformats.org/drawingml/2006/main" prst="roundRect">
            <a:avLst>
              <a:gd name="adj" fmla="val 2941"/>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D8378A79-3D23-492C-A3A4-AB602D48A227}"/>
              </a:ext>
            </a:extLst>
          </p:cNvPr>
          <p:cNvSpPr>
            <a:spLocks xmlns:a="http://schemas.openxmlformats.org/drawingml/2006/main" noGrp="1"/>
          </p:cNvSpPr>
          <p:nvPr/>
        </p:nvSpPr>
        <p:spPr>
          <a:xfrm xmlns:a="http://schemas.openxmlformats.org/drawingml/2006/main">
            <a:off x="8362950" y="24860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03</a:t>
            </a:r>
          </a:p>
        </p:txBody>
      </p:sp>
      <p:sp>
        <p:nvSpPr>
          <p:cNvPr id="14" name="">
            <a:extLst xmlns:a="http://schemas.openxmlformats.org/drawingml/2006/main">
              <a:ext uri="{FF2B5EF4-FFF2-40B4-BE49-F238E27FC236}">
                <a16:creationId xmlns:a16="http://schemas.microsoft.com/office/drawing/2014/main" id="{95830AED-8065-4978-B115-10DD97A1C59F}"/>
              </a:ext>
            </a:extLst>
          </p:cNvPr>
          <p:cNvSpPr>
            <a:spLocks xmlns:a="http://schemas.openxmlformats.org/drawingml/2006/main" noGrp="1"/>
          </p:cNvSpPr>
          <p:nvPr/>
        </p:nvSpPr>
        <p:spPr>
          <a:xfrm xmlns:a="http://schemas.openxmlformats.org/drawingml/2006/main">
            <a:off x="8362950" y="29241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REPEAT</a:t>
            </a:r>
          </a:p>
        </p:txBody>
      </p:sp>
      <p:sp>
        <p:nvSpPr>
          <p:cNvPr id="15" name="">
            <a:extLst xmlns:a="http://schemas.openxmlformats.org/drawingml/2006/main">
              <a:ext uri="{FF2B5EF4-FFF2-40B4-BE49-F238E27FC236}">
                <a16:creationId xmlns:a16="http://schemas.microsoft.com/office/drawing/2014/main" id="{48B9C036-3CA0-407E-BEE9-E16B7194BCF0}"/>
              </a:ext>
            </a:extLst>
          </p:cNvPr>
          <p:cNvSpPr>
            <a:spLocks xmlns:a="http://schemas.openxmlformats.org/drawingml/2006/main" noGrp="1"/>
          </p:cNvSpPr>
          <p:nvPr/>
        </p:nvSpPr>
        <p:spPr>
          <a:xfrm xmlns:a="http://schemas.openxmlformats.org/drawingml/2006/main">
            <a:off x="8362950" y="35147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Competitors own different trust and value cues; KatKin's combination remains a hypothesis.</a:t>
            </a:r>
          </a:p>
        </p:txBody>
      </p:sp>
      <p:sp>
        <p:nvSpPr>
          <p:cNvPr id="16" name="">
            <a:extLst xmlns:a="http://schemas.openxmlformats.org/drawingml/2006/main">
              <a:ext uri="{FF2B5EF4-FFF2-40B4-BE49-F238E27FC236}">
                <a16:creationId xmlns:a16="http://schemas.microsoft.com/office/drawing/2014/main" id="{CB9D3AA8-24AE-4574-8C86-2BE40DA801AE}"/>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559A8D67-3538-42F2-8BC0-64BF71D5C3A6}"/>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Competitors own different trust and value cues; KatKin's combination remains a hypothesis.</a:t>
            </a:r>
          </a:p>
        </p:txBody>
      </p:sp>
      <p:sp>
        <p:nvSpPr>
          <p:cNvPr id="18" name="">
            <a:extLst xmlns:a="http://schemas.openxmlformats.org/drawingml/2006/main">
              <a:ext uri="{FF2B5EF4-FFF2-40B4-BE49-F238E27FC236}">
                <a16:creationId xmlns:a16="http://schemas.microsoft.com/office/drawing/2014/main" id="{B46A061F-57CD-4B56-89C1-349406D701D5}"/>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K5, K6</a:t>
            </a:r>
          </a:p>
        </p:txBody>
      </p:sp>
      <p:sp>
        <p:nvSpPr>
          <p:cNvPr id="19" name="">
            <a:extLst xmlns:a="http://schemas.openxmlformats.org/drawingml/2006/main">
              <a:ext uri="{FF2B5EF4-FFF2-40B4-BE49-F238E27FC236}">
                <a16:creationId xmlns:a16="http://schemas.microsoft.com/office/drawing/2014/main" id="{6B0BE0CA-5C4B-4AC1-B70D-88D2CB23B60F}"/>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VERIFIED EXTERNAL</a:t>
            </a:r>
          </a:p>
        </p:txBody>
      </p:sp>
      <p:sp>
        <p:nvSpPr>
          <p:cNvPr id="20" name="">
            <a:extLst xmlns:a="http://schemas.openxmlformats.org/drawingml/2006/main">
              <a:ext uri="{FF2B5EF4-FFF2-40B4-BE49-F238E27FC236}">
                <a16:creationId xmlns:a16="http://schemas.microsoft.com/office/drawing/2014/main" id="{9062F434-49F3-4754-8AB6-9014DDAA6AF6}"/>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5A5110FB-BA93-46A3-AB3A-FB32CDB00565}"/>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06 / 30</a:t>
            </a:r>
          </a:p>
        </p:txBody>
      </p:sp>
    </p:spTree>
    <p:extLst>
      <p:ext uri="{BB962C8B-B14F-4D97-AF65-F5344CB8AC3E}">
        <p14:creationId xmlns:p14="http://schemas.microsoft.com/office/powerpoint/2010/main" val="706362742"/>
      </p:ext>
    </p:extLst>
  </p:cSld>
</p:sld>
</file>

<file path=ppt/slides/slide7.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7FC485-AC6E-4987-84F5-5F2CCA51D029}"/>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2 / MARKET + COMPETITIVE DIAGNOSIS</a:t>
            </a:r>
          </a:p>
        </p:txBody>
      </p:sp>
      <p:sp>
        <p:nvSpPr>
          <p:cNvPr id="2" name="">
            <a:extLst xmlns:a="http://schemas.openxmlformats.org/drawingml/2006/main">
              <a:ext uri="{FF2B5EF4-FFF2-40B4-BE49-F238E27FC236}">
                <a16:creationId xmlns:a16="http://schemas.microsoft.com/office/drawing/2014/main" id="{89BB7B3F-D3CE-40A3-8996-CBFA98EDE545}"/>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Sea of Sameness</a:t>
            </a:r>
          </a:p>
        </p:txBody>
      </p:sp>
      <p:sp>
        <p:nvSpPr>
          <p:cNvPr id="3" name="">
            <a:extLst xmlns:a="http://schemas.openxmlformats.org/drawingml/2006/main">
              <a:ext uri="{FF2B5EF4-FFF2-40B4-BE49-F238E27FC236}">
                <a16:creationId xmlns:a16="http://schemas.microsoft.com/office/drawing/2014/main" id="{911EDBA4-D224-4FFC-A8AF-68C3D9DD6672}"/>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0340157F-C90E-465B-A8CF-4B4506DBAF63}"/>
              </a:ext>
            </a:extLst>
          </p:cNvPr>
          <p:cNvSpPr>
            <a:spLocks xmlns:a="http://schemas.openxmlformats.org/drawingml/2006/main" noGrp="1"/>
          </p:cNvSpPr>
          <p:nvPr/>
        </p:nvSpPr>
        <p:spPr>
          <a:xfrm xmlns:a="http://schemas.openxmlformats.org/drawingml/2006/main">
            <a:off x="6057900" y="1714500"/>
            <a:ext cx="5486400" cy="3333750"/>
          </a:xfrm>
          <a:prstGeom xmlns:a="http://schemas.openxmlformats.org/drawingml/2006/main" prst="rect">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14D32EF9-E8FE-4D40-AB81-B60BF64FA4C8}"/>
              </a:ext>
            </a:extLst>
          </p:cNvPr>
          <p:cNvSpPr>
            <a:spLocks xmlns:a="http://schemas.openxmlformats.org/drawingml/2006/main" noGrp="1"/>
          </p:cNvSpPr>
          <p:nvPr/>
        </p:nvSpPr>
        <p:spPr>
          <a:xfrm xmlns:a="http://schemas.openxmlformats.org/drawingml/2006/main">
            <a:off x="6515100" y="207645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THE EVIDENCE</a:t>
            </a:r>
          </a:p>
        </p:txBody>
      </p:sp>
      <p:sp>
        <p:nvSpPr>
          <p:cNvPr id="6" name="">
            <a:extLst xmlns:a="http://schemas.openxmlformats.org/drawingml/2006/main">
              <a:ext uri="{FF2B5EF4-FFF2-40B4-BE49-F238E27FC236}">
                <a16:creationId xmlns:a16="http://schemas.microsoft.com/office/drawing/2014/main" id="{C8B4DE61-2463-459E-8434-09ED13332AE6}"/>
              </a:ext>
            </a:extLst>
          </p:cNvPr>
          <p:cNvSpPr>
            <a:spLocks xmlns:a="http://schemas.openxmlformats.org/drawingml/2006/main" noGrp="1"/>
          </p:cNvSpPr>
          <p:nvPr/>
        </p:nvSpPr>
        <p:spPr>
          <a:xfrm xmlns:a="http://schemas.openxmlformats.org/drawingml/2006/main">
            <a:off x="6515100" y="247650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1" i="0">
                <a:solidFill>
                  <a:srgbClr val="FFFDFC"/>
                </a:solidFill>
                <a:latin typeface="Helvetica"/>
                <a:ea typeface="Helvetica"/>
                <a:cs typeface="Helvetica"/>
              </a:defRPr>
            </a:defPPr>
            <a:lvl1pPr algn="l">
              <a:defRPr sz="1725" b="1" i="0">
                <a:solidFill>
                  <a:srgbClr val="FFFDFC"/>
                </a:solidFill>
                <a:latin typeface="Helvetica"/>
                <a:ea typeface="Helvetica"/>
                <a:cs typeface="Helvetica"/>
              </a:defRPr>
            </a:lvl1pPr>
            <a:lvl2pPr algn="l">
              <a:defRPr sz="1725" b="1" i="0">
                <a:solidFill>
                  <a:srgbClr val="FFFDFC"/>
                </a:solidFill>
                <a:latin typeface="Helvetica"/>
                <a:ea typeface="Helvetica"/>
                <a:cs typeface="Helvetica"/>
              </a:defRPr>
            </a:lvl2pPr>
            <a:lvl3pPr algn="l">
              <a:defRPr sz="1725" b="1" i="0">
                <a:solidFill>
                  <a:srgbClr val="FFFDFC"/>
                </a:solidFill>
                <a:latin typeface="Helvetica"/>
                <a:ea typeface="Helvetica"/>
                <a:cs typeface="Helvetica"/>
              </a:defRPr>
            </a:lvl3pPr>
            <a:lvl4pPr algn="l">
              <a:defRPr sz="1725" b="1" i="0">
                <a:solidFill>
                  <a:srgbClr val="FFFDFC"/>
                </a:solidFill>
                <a:latin typeface="Helvetica"/>
                <a:ea typeface="Helvetica"/>
                <a:cs typeface="Helvetica"/>
              </a:defRPr>
            </a:lvl4pPr>
            <a:lvl5pPr algn="l">
              <a:defRPr sz="1725" b="1" i="0">
                <a:solidFill>
                  <a:srgbClr val="FFFDFC"/>
                </a:solidFill>
                <a:latin typeface="Helvetica"/>
                <a:ea typeface="Helvetica"/>
                <a:cs typeface="Helvetica"/>
              </a:defRPr>
            </a:lvl5pPr>
            <a:lvl6pPr algn="l">
              <a:defRPr sz="1725" b="1" i="0">
                <a:solidFill>
                  <a:srgbClr val="FFFDFC"/>
                </a:solidFill>
                <a:latin typeface="Helvetica"/>
                <a:ea typeface="Helvetica"/>
                <a:cs typeface="Helvetica"/>
              </a:defRPr>
            </a:lvl6pPr>
            <a:lvl7pPr algn="l">
              <a:defRPr sz="1725" b="1" i="0">
                <a:solidFill>
                  <a:srgbClr val="FFFDFC"/>
                </a:solidFill>
                <a:latin typeface="Helvetica"/>
                <a:ea typeface="Helvetica"/>
                <a:cs typeface="Helvetica"/>
              </a:defRPr>
            </a:lvl7pPr>
            <a:lvl8pPr algn="l">
              <a:defRPr sz="1725" b="1" i="0">
                <a:solidFill>
                  <a:srgbClr val="FFFDFC"/>
                </a:solidFill>
                <a:latin typeface="Helvetica"/>
                <a:ea typeface="Helvetica"/>
                <a:cs typeface="Helvetica"/>
              </a:defRPr>
            </a:lvl8pPr>
            <a:lvl9pPr algn="l">
              <a:defRPr sz="1725" b="1" i="0">
                <a:solidFill>
                  <a:srgbClr val="FFFDFC"/>
                </a:solidFill>
                <a:latin typeface="Helvetica"/>
                <a:ea typeface="Helvetica"/>
                <a:cs typeface="Helvetica"/>
              </a:defRPr>
            </a:lvl9pPr>
          </a:lstStyle>
          <a:p xmlns:a="http://schemas.openxmlformats.org/drawingml/2006/main">
            <a:pPr algn="l">
              <a:defRPr sz="1725" b="1" i="0">
                <a:solidFill>
                  <a:srgbClr val="FFFDFC"/>
                </a:solidFill>
                <a:latin typeface="Helvetica"/>
                <a:ea typeface="Helvetica"/>
                <a:cs typeface="Helvetica"/>
              </a:defRPr>
            </a:pPr>
            <a:r>
              <a:rPr sz="1725" b="1" i="0">
                <a:solidFill>
                  <a:srgbClr val="FFFDFC"/>
                </a:solidFill>
                <a:latin typeface="Helvetica"/>
                <a:ea typeface="Helvetica"/>
                <a:cs typeface="Helvetica"/>
              </a:rPr>
              <a:t>Turn research into a useful decision system.</a:t>
            </a:r>
          </a:p>
        </p:txBody>
      </p:sp>
      <p:sp>
        <p:nvSpPr>
          <p:cNvPr id="7" name="">
            <a:extLst xmlns:a="http://schemas.openxmlformats.org/drawingml/2006/main">
              <a:ext uri="{FF2B5EF4-FFF2-40B4-BE49-F238E27FC236}">
                <a16:creationId xmlns:a16="http://schemas.microsoft.com/office/drawing/2014/main" id="{A58D3B0B-2649-4646-8785-FFC2863F5A31}"/>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8" name="">
            <a:extLst xmlns:a="http://schemas.openxmlformats.org/drawingml/2006/main">
              <a:ext uri="{FF2B5EF4-FFF2-40B4-BE49-F238E27FC236}">
                <a16:creationId xmlns:a16="http://schemas.microsoft.com/office/drawing/2014/main" id="{76A0ADE4-106F-43F0-AC76-E02FFD70D935}"/>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KatKin needs a reason to be remembered, not another generic category claim.</a:t>
            </a:r>
          </a:p>
        </p:txBody>
      </p:sp>
      <p:sp>
        <p:nvSpPr>
          <p:cNvPr id="9" name="">
            <a:extLst xmlns:a="http://schemas.openxmlformats.org/drawingml/2006/main">
              <a:ext uri="{FF2B5EF4-FFF2-40B4-BE49-F238E27FC236}">
                <a16:creationId xmlns:a16="http://schemas.microsoft.com/office/drawing/2014/main" id="{A39F4022-0CBD-478F-93E0-8B1D0F159816}"/>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K5, K6</a:t>
            </a:r>
          </a:p>
        </p:txBody>
      </p:sp>
      <p:sp>
        <p:nvSpPr>
          <p:cNvPr id="10" name="">
            <a:extLst xmlns:a="http://schemas.openxmlformats.org/drawingml/2006/main">
              <a:ext uri="{FF2B5EF4-FFF2-40B4-BE49-F238E27FC236}">
                <a16:creationId xmlns:a16="http://schemas.microsoft.com/office/drawing/2014/main" id="{89B10BAB-AF17-4D00-8238-571276241259}"/>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VERIFIED EXTERNAL</a:t>
            </a:r>
          </a:p>
        </p:txBody>
      </p:sp>
      <p:sp>
        <p:nvSpPr>
          <p:cNvPr id="11" name="">
            <a:extLst xmlns:a="http://schemas.openxmlformats.org/drawingml/2006/main">
              <a:ext uri="{FF2B5EF4-FFF2-40B4-BE49-F238E27FC236}">
                <a16:creationId xmlns:a16="http://schemas.microsoft.com/office/drawing/2014/main" id="{5364A3E4-ACFE-45F5-9624-E6FC02F03F9E}"/>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2" name="">
            <a:extLst xmlns:a="http://schemas.openxmlformats.org/drawingml/2006/main">
              <a:ext uri="{FF2B5EF4-FFF2-40B4-BE49-F238E27FC236}">
                <a16:creationId xmlns:a16="http://schemas.microsoft.com/office/drawing/2014/main" id="{BF46A30F-2429-4F75-A9BF-26BDA0BF0B67}"/>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07 / 30</a:t>
            </a:r>
          </a:p>
        </p:txBody>
      </p:sp>
    </p:spTree>
    <p:extLst>
      <p:ext uri="{BB962C8B-B14F-4D97-AF65-F5344CB8AC3E}">
        <p14:creationId xmlns:p14="http://schemas.microsoft.com/office/powerpoint/2010/main" val="133941095"/>
      </p:ext>
    </p:extLst>
  </p:cSld>
</p:sld>
</file>

<file path=ppt/slides/slide8.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F09DF3F-85DA-46C8-9369-8CFDD70DC74C}"/>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2 / MARKET + COMPETITIVE DIAGNOSIS</a:t>
            </a:r>
          </a:p>
        </p:txBody>
      </p:sp>
      <p:sp>
        <p:nvSpPr>
          <p:cNvPr id="2" name="">
            <a:extLst xmlns:a="http://schemas.openxmlformats.org/drawingml/2006/main">
              <a:ext uri="{FF2B5EF4-FFF2-40B4-BE49-F238E27FC236}">
                <a16:creationId xmlns:a16="http://schemas.microsoft.com/office/drawing/2014/main" id="{3F94F202-808E-48EA-A414-D5161FF227D8}"/>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Market Gap</a:t>
            </a:r>
          </a:p>
        </p:txBody>
      </p:sp>
      <p:sp>
        <p:nvSpPr>
          <p:cNvPr id="3" name="">
            <a:extLst xmlns:a="http://schemas.openxmlformats.org/drawingml/2006/main">
              <a:ext uri="{FF2B5EF4-FFF2-40B4-BE49-F238E27FC236}">
                <a16:creationId xmlns:a16="http://schemas.microsoft.com/office/drawing/2014/main" id="{D00EDD08-0008-42BA-90BB-3FA3E8EB7FE1}"/>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D6B32767-9A9F-41F7-A33C-2F8741FC2246}"/>
              </a:ext>
            </a:extLst>
          </p:cNvPr>
          <p:cNvSpPr>
            <a:spLocks xmlns:a="http://schemas.openxmlformats.org/drawingml/2006/main" noGrp="1"/>
          </p:cNvSpPr>
          <p:nvPr/>
        </p:nvSpPr>
        <p:spPr>
          <a:xfrm xmlns:a="http://schemas.openxmlformats.org/drawingml/2006/main">
            <a:off x="781050" y="1762125"/>
            <a:ext cx="7239000" cy="3333750"/>
          </a:xfrm>
          <a:prstGeom xmlns:a="http://schemas.openxmlformats.org/drawingml/2006/main" prst="roundRect">
            <a:avLst>
              <a:gd name="adj" fmla="val 2286"/>
            </a:avLst>
          </a:prstGeom>
          <a:solidFill xmlns:a="http://schemas.openxmlformats.org/drawingml/2006/main">
            <a:srgbClr val="FFFDFC"/>
          </a:solidFill>
          <a:ln xmlns:a="http://schemas.openxmlformats.org/drawingml/2006/main" w="0">
            <a:solidFill>
              <a:srgbClr val="FFFDFC"/>
            </a:solidFill>
          </a:ln>
        </p:spPr>
      </p:sp>
      <p:sp>
        <p:nvSpPr>
          <p:cNvPr id="5" name="">
            <a:extLst xmlns:a="http://schemas.openxmlformats.org/drawingml/2006/main">
              <a:ext uri="{FF2B5EF4-FFF2-40B4-BE49-F238E27FC236}">
                <a16:creationId xmlns:a16="http://schemas.microsoft.com/office/drawing/2014/main" id="{6E2604E7-9F4F-4DC2-85D9-32F59B495572}"/>
              </a:ext>
            </a:extLst>
          </p:cNvPr>
          <p:cNvSpPr>
            <a:spLocks xmlns:a="http://schemas.openxmlformats.org/drawingml/2006/main" noGrp="1"/>
          </p:cNvSpPr>
          <p:nvPr/>
        </p:nvSpPr>
        <p:spPr>
          <a:xfrm xmlns:a="http://schemas.openxmlformats.org/drawingml/2006/main">
            <a:off x="1428750" y="4333875"/>
            <a:ext cx="5905500" cy="19050"/>
          </a:xfrm>
          <a:prstGeom xmlns:a="http://schemas.openxmlformats.org/drawingml/2006/main" prst="rect">
            <a:avLst/>
          </a:prstGeom>
          <a:solidFill xmlns:a="http://schemas.openxmlformats.org/drawingml/2006/main">
            <a:srgbClr val="756D7A"/>
          </a:solidFill>
          <a:ln xmlns:a="http://schemas.openxmlformats.org/drawingml/2006/main" w="0">
            <a:solidFill>
              <a:srgbClr val="756D7A"/>
            </a:solidFill>
          </a:ln>
        </p:spPr>
      </p:sp>
      <p:sp>
        <p:nvSpPr>
          <p:cNvPr id="6" name="">
            <a:extLst xmlns:a="http://schemas.openxmlformats.org/drawingml/2006/main">
              <a:ext uri="{FF2B5EF4-FFF2-40B4-BE49-F238E27FC236}">
                <a16:creationId xmlns:a16="http://schemas.microsoft.com/office/drawing/2014/main" id="{9EBD8175-08C4-4818-962B-47AB7E633B12}"/>
              </a:ext>
            </a:extLst>
          </p:cNvPr>
          <p:cNvSpPr>
            <a:spLocks xmlns:a="http://schemas.openxmlformats.org/drawingml/2006/main" noGrp="1"/>
          </p:cNvSpPr>
          <p:nvPr/>
        </p:nvSpPr>
        <p:spPr>
          <a:xfrm xmlns:a="http://schemas.openxmlformats.org/drawingml/2006/main">
            <a:off x="4362450" y="2095500"/>
            <a:ext cx="19050" cy="2571750"/>
          </a:xfrm>
          <a:prstGeom xmlns:a="http://schemas.openxmlformats.org/drawingml/2006/main" prst="rect">
            <a:avLst/>
          </a:prstGeom>
          <a:solidFill xmlns:a="http://schemas.openxmlformats.org/drawingml/2006/main">
            <a:srgbClr val="756D7A"/>
          </a:solidFill>
          <a:ln xmlns:a="http://schemas.openxmlformats.org/drawingml/2006/main" w="0">
            <a:solidFill>
              <a:srgbClr val="756D7A"/>
            </a:solidFill>
          </a:ln>
        </p:spPr>
      </p:sp>
      <p:sp>
        <p:nvSpPr>
          <p:cNvPr id="7" name="">
            <a:extLst xmlns:a="http://schemas.openxmlformats.org/drawingml/2006/main">
              <a:ext uri="{FF2B5EF4-FFF2-40B4-BE49-F238E27FC236}">
                <a16:creationId xmlns:a16="http://schemas.microsoft.com/office/drawing/2014/main" id="{F0292D4A-D2AC-468E-ACF0-1DEB56C31454}"/>
              </a:ext>
            </a:extLst>
          </p:cNvPr>
          <p:cNvSpPr>
            <a:spLocks xmlns:a="http://schemas.openxmlformats.org/drawingml/2006/main" noGrp="1"/>
          </p:cNvSpPr>
          <p:nvPr/>
        </p:nvSpPr>
        <p:spPr>
          <a:xfrm xmlns:a="http://schemas.openxmlformats.org/drawingml/2006/main">
            <a:off x="1047750" y="447675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Claims</a:t>
            </a:r>
          </a:p>
        </p:txBody>
      </p:sp>
      <p:sp>
        <p:nvSpPr>
          <p:cNvPr id="8" name="">
            <a:extLst xmlns:a="http://schemas.openxmlformats.org/drawingml/2006/main">
              <a:ext uri="{FF2B5EF4-FFF2-40B4-BE49-F238E27FC236}">
                <a16:creationId xmlns:a16="http://schemas.microsoft.com/office/drawing/2014/main" id="{67224824-D2A2-4D99-9805-4BA26F2B697D}"/>
              </a:ext>
            </a:extLst>
          </p:cNvPr>
          <p:cNvSpPr>
            <a:spLocks xmlns:a="http://schemas.openxmlformats.org/drawingml/2006/main" noGrp="1"/>
          </p:cNvSpPr>
          <p:nvPr/>
        </p:nvSpPr>
        <p:spPr>
          <a:xfrm xmlns:a="http://schemas.openxmlformats.org/drawingml/2006/main">
            <a:off x="5905500" y="4476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FF654F"/>
                </a:solidFill>
                <a:latin typeface="Helvetica"/>
                <a:ea typeface="Helvetica"/>
                <a:cs typeface="Helvetica"/>
              </a:defRPr>
            </a:defPPr>
            <a:lvl1pPr algn="r">
              <a:defRPr sz="675" b="1" i="0">
                <a:solidFill>
                  <a:srgbClr val="FF654F"/>
                </a:solidFill>
                <a:latin typeface="Helvetica"/>
                <a:ea typeface="Helvetica"/>
                <a:cs typeface="Helvetica"/>
              </a:defRPr>
            </a:lvl1pPr>
            <a:lvl2pPr algn="r">
              <a:defRPr sz="675" b="1" i="0">
                <a:solidFill>
                  <a:srgbClr val="FF654F"/>
                </a:solidFill>
                <a:latin typeface="Helvetica"/>
                <a:ea typeface="Helvetica"/>
                <a:cs typeface="Helvetica"/>
              </a:defRPr>
            </a:lvl2pPr>
            <a:lvl3pPr algn="r">
              <a:defRPr sz="675" b="1" i="0">
                <a:solidFill>
                  <a:srgbClr val="FF654F"/>
                </a:solidFill>
                <a:latin typeface="Helvetica"/>
                <a:ea typeface="Helvetica"/>
                <a:cs typeface="Helvetica"/>
              </a:defRPr>
            </a:lvl3pPr>
            <a:lvl4pPr algn="r">
              <a:defRPr sz="675" b="1" i="0">
                <a:solidFill>
                  <a:srgbClr val="FF654F"/>
                </a:solidFill>
                <a:latin typeface="Helvetica"/>
                <a:ea typeface="Helvetica"/>
                <a:cs typeface="Helvetica"/>
              </a:defRPr>
            </a:lvl4pPr>
            <a:lvl5pPr algn="r">
              <a:defRPr sz="675" b="1" i="0">
                <a:solidFill>
                  <a:srgbClr val="FF654F"/>
                </a:solidFill>
                <a:latin typeface="Helvetica"/>
                <a:ea typeface="Helvetica"/>
                <a:cs typeface="Helvetica"/>
              </a:defRPr>
            </a:lvl5pPr>
            <a:lvl6pPr algn="r">
              <a:defRPr sz="675" b="1" i="0">
                <a:solidFill>
                  <a:srgbClr val="FF654F"/>
                </a:solidFill>
                <a:latin typeface="Helvetica"/>
                <a:ea typeface="Helvetica"/>
                <a:cs typeface="Helvetica"/>
              </a:defRPr>
            </a:lvl6pPr>
            <a:lvl7pPr algn="r">
              <a:defRPr sz="675" b="1" i="0">
                <a:solidFill>
                  <a:srgbClr val="FF654F"/>
                </a:solidFill>
                <a:latin typeface="Helvetica"/>
                <a:ea typeface="Helvetica"/>
                <a:cs typeface="Helvetica"/>
              </a:defRPr>
            </a:lvl7pPr>
            <a:lvl8pPr algn="r">
              <a:defRPr sz="675" b="1" i="0">
                <a:solidFill>
                  <a:srgbClr val="FF654F"/>
                </a:solidFill>
                <a:latin typeface="Helvetica"/>
                <a:ea typeface="Helvetica"/>
                <a:cs typeface="Helvetica"/>
              </a:defRPr>
            </a:lvl8pPr>
            <a:lvl9pPr algn="r">
              <a:defRPr sz="675" b="1" i="0">
                <a:solidFill>
                  <a:srgbClr val="FF654F"/>
                </a:solidFill>
                <a:latin typeface="Helvetica"/>
                <a:ea typeface="Helvetica"/>
                <a:cs typeface="Helvetica"/>
              </a:defRPr>
            </a:lvl9pPr>
          </a:lstStyle>
          <a:p xmlns:a="http://schemas.openxmlformats.org/drawingml/2006/main">
            <a:pPr algn="r">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Decision proof</a:t>
            </a:r>
          </a:p>
        </p:txBody>
      </p:sp>
      <p:sp>
        <p:nvSpPr>
          <p:cNvPr id="9" name="">
            <a:extLst xmlns:a="http://schemas.openxmlformats.org/drawingml/2006/main">
              <a:ext uri="{FF2B5EF4-FFF2-40B4-BE49-F238E27FC236}">
                <a16:creationId xmlns:a16="http://schemas.microsoft.com/office/drawing/2014/main" id="{7A2C664B-0A6F-4B85-8225-8D090E986C76}"/>
              </a:ext>
            </a:extLst>
          </p:cNvPr>
          <p:cNvSpPr>
            <a:spLocks xmlns:a="http://schemas.openxmlformats.org/drawingml/2006/main" noGrp="1"/>
          </p:cNvSpPr>
          <p:nvPr/>
        </p:nvSpPr>
        <p:spPr>
          <a:xfrm xmlns:a="http://schemas.openxmlformats.org/drawingml/2006/main">
            <a:off x="933450" y="19526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2E78"/>
                </a:solidFill>
                <a:latin typeface="Helvetica"/>
                <a:ea typeface="Helvetica"/>
                <a:cs typeface="Helvetica"/>
              </a:defRPr>
            </a:defPPr>
            <a:lvl1pPr algn="l">
              <a:defRPr sz="675" b="1" i="0">
                <a:solidFill>
                  <a:srgbClr val="5A2E78"/>
                </a:solidFill>
                <a:latin typeface="Helvetica"/>
                <a:ea typeface="Helvetica"/>
                <a:cs typeface="Helvetica"/>
              </a:defRPr>
            </a:lvl1pPr>
            <a:lvl2pPr algn="l">
              <a:defRPr sz="675" b="1" i="0">
                <a:solidFill>
                  <a:srgbClr val="5A2E78"/>
                </a:solidFill>
                <a:latin typeface="Helvetica"/>
                <a:ea typeface="Helvetica"/>
                <a:cs typeface="Helvetica"/>
              </a:defRPr>
            </a:lvl2pPr>
            <a:lvl3pPr algn="l">
              <a:defRPr sz="675" b="1" i="0">
                <a:solidFill>
                  <a:srgbClr val="5A2E78"/>
                </a:solidFill>
                <a:latin typeface="Helvetica"/>
                <a:ea typeface="Helvetica"/>
                <a:cs typeface="Helvetica"/>
              </a:defRPr>
            </a:lvl3pPr>
            <a:lvl4pPr algn="l">
              <a:defRPr sz="675" b="1" i="0">
                <a:solidFill>
                  <a:srgbClr val="5A2E78"/>
                </a:solidFill>
                <a:latin typeface="Helvetica"/>
                <a:ea typeface="Helvetica"/>
                <a:cs typeface="Helvetica"/>
              </a:defRPr>
            </a:lvl4pPr>
            <a:lvl5pPr algn="l">
              <a:defRPr sz="675" b="1" i="0">
                <a:solidFill>
                  <a:srgbClr val="5A2E78"/>
                </a:solidFill>
                <a:latin typeface="Helvetica"/>
                <a:ea typeface="Helvetica"/>
                <a:cs typeface="Helvetica"/>
              </a:defRPr>
            </a:lvl5pPr>
            <a:lvl6pPr algn="l">
              <a:defRPr sz="675" b="1" i="0">
                <a:solidFill>
                  <a:srgbClr val="5A2E78"/>
                </a:solidFill>
                <a:latin typeface="Helvetica"/>
                <a:ea typeface="Helvetica"/>
                <a:cs typeface="Helvetica"/>
              </a:defRPr>
            </a:lvl6pPr>
            <a:lvl7pPr algn="l">
              <a:defRPr sz="675" b="1" i="0">
                <a:solidFill>
                  <a:srgbClr val="5A2E78"/>
                </a:solidFill>
                <a:latin typeface="Helvetica"/>
                <a:ea typeface="Helvetica"/>
                <a:cs typeface="Helvetica"/>
              </a:defRPr>
            </a:lvl7pPr>
            <a:lvl8pPr algn="l">
              <a:defRPr sz="675" b="1" i="0">
                <a:solidFill>
                  <a:srgbClr val="5A2E78"/>
                </a:solidFill>
                <a:latin typeface="Helvetica"/>
                <a:ea typeface="Helvetica"/>
                <a:cs typeface="Helvetica"/>
              </a:defRPr>
            </a:lvl8pPr>
            <a:lvl9pPr algn="l">
              <a:defRPr sz="675" b="1" i="0">
                <a:solidFill>
                  <a:srgbClr val="5A2E78"/>
                </a:solidFill>
                <a:latin typeface="Helvetica"/>
                <a:ea typeface="Helvetica"/>
                <a:cs typeface="Helvetica"/>
              </a:defRPr>
            </a:lvl9pPr>
          </a:lstStyle>
          <a:p xmlns:a="http://schemas.openxmlformats.org/drawingml/2006/main">
            <a:pPr algn="l">
              <a:defRPr sz="675" b="1" i="0">
                <a:solidFill>
                  <a:srgbClr val="5A2E78"/>
                </a:solidFill>
                <a:latin typeface="Helvetica"/>
                <a:ea typeface="Helvetica"/>
                <a:cs typeface="Helvetica"/>
              </a:defRPr>
            </a:pPr>
            <a:r>
              <a:rPr sz="675" b="1" i="0">
                <a:solidFill>
                  <a:srgbClr val="5A2E78"/>
                </a:solidFill>
                <a:latin typeface="Helvetica"/>
                <a:ea typeface="Helvetica"/>
                <a:cs typeface="Helvetica"/>
              </a:rPr>
              <a:t>Cat-specific</a:t>
            </a:r>
          </a:p>
        </p:txBody>
      </p:sp>
      <p:sp>
        <p:nvSpPr>
          <p:cNvPr id="10" name="">
            <a:extLst xmlns:a="http://schemas.openxmlformats.org/drawingml/2006/main">
              <a:ext uri="{FF2B5EF4-FFF2-40B4-BE49-F238E27FC236}">
                <a16:creationId xmlns:a16="http://schemas.microsoft.com/office/drawing/2014/main" id="{B0F769F1-3EF6-43E1-AA65-530F269EBEC5}"/>
              </a:ext>
            </a:extLst>
          </p:cNvPr>
          <p:cNvSpPr>
            <a:spLocks xmlns:a="http://schemas.openxmlformats.org/drawingml/2006/main" noGrp="1"/>
          </p:cNvSpPr>
          <p:nvPr/>
        </p:nvSpPr>
        <p:spPr>
          <a:xfrm xmlns:a="http://schemas.openxmlformats.org/drawingml/2006/main">
            <a:off x="3067050" y="3531870"/>
            <a:ext cx="152400" cy="152400"/>
          </a:xfrm>
          <a:prstGeom xmlns:a="http://schemas.openxmlformats.org/drawingml/2006/main" prst="ellipse">
            <a:avLst/>
          </a:prstGeom>
          <a:solidFill xmlns:a="http://schemas.openxmlformats.org/drawingml/2006/main">
            <a:srgbClr val="756D7A"/>
          </a:solidFill>
          <a:ln xmlns:a="http://schemas.openxmlformats.org/drawingml/2006/main" w="0">
            <a:solidFill>
              <a:srgbClr val="756D7A"/>
            </a:solidFill>
          </a:ln>
        </p:spPr>
      </p:sp>
      <p:sp>
        <p:nvSpPr>
          <p:cNvPr id="11" name="">
            <a:extLst xmlns:a="http://schemas.openxmlformats.org/drawingml/2006/main">
              <a:ext uri="{FF2B5EF4-FFF2-40B4-BE49-F238E27FC236}">
                <a16:creationId xmlns:a16="http://schemas.microsoft.com/office/drawing/2014/main" id="{3BD3A7B5-EDA9-4F78-A53E-E049CA4F76F7}"/>
              </a:ext>
            </a:extLst>
          </p:cNvPr>
          <p:cNvSpPr>
            <a:spLocks xmlns:a="http://schemas.openxmlformats.org/drawingml/2006/main" noGrp="1"/>
          </p:cNvSpPr>
          <p:nvPr/>
        </p:nvSpPr>
        <p:spPr>
          <a:xfrm xmlns:a="http://schemas.openxmlformats.org/drawingml/2006/main">
            <a:off x="3257550" y="351282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Fresh category</a:t>
            </a:r>
          </a:p>
        </p:txBody>
      </p:sp>
      <p:sp>
        <p:nvSpPr>
          <p:cNvPr id="12" name="">
            <a:extLst xmlns:a="http://schemas.openxmlformats.org/drawingml/2006/main">
              <a:ext uri="{FF2B5EF4-FFF2-40B4-BE49-F238E27FC236}">
                <a16:creationId xmlns:a16="http://schemas.microsoft.com/office/drawing/2014/main" id="{90451993-0F5B-4250-84AE-AF962DE76DB6}"/>
              </a:ext>
            </a:extLst>
          </p:cNvPr>
          <p:cNvSpPr>
            <a:spLocks xmlns:a="http://schemas.openxmlformats.org/drawingml/2006/main" noGrp="1"/>
          </p:cNvSpPr>
          <p:nvPr/>
        </p:nvSpPr>
        <p:spPr>
          <a:xfrm xmlns:a="http://schemas.openxmlformats.org/drawingml/2006/main">
            <a:off x="5791200" y="2358390"/>
            <a:ext cx="419100" cy="419100"/>
          </a:xfrm>
          <a:prstGeom xmlns:a="http://schemas.openxmlformats.org/drawingml/2006/main" prst="ellipse">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A3CB7EB1-2E92-4CA9-96BA-0A31E58B7128}"/>
              </a:ext>
            </a:extLst>
          </p:cNvPr>
          <p:cNvSpPr>
            <a:spLocks xmlns:a="http://schemas.openxmlformats.org/drawingml/2006/main" noGrp="1"/>
          </p:cNvSpPr>
          <p:nvPr/>
        </p:nvSpPr>
        <p:spPr>
          <a:xfrm xmlns:a="http://schemas.openxmlformats.org/drawingml/2006/main">
            <a:off x="6286500" y="247269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654F"/>
                </a:solidFill>
                <a:latin typeface="Helvetica"/>
                <a:ea typeface="Helvetica"/>
                <a:cs typeface="Helvetica"/>
              </a:defRPr>
            </a:defPPr>
            <a:lvl1pPr algn="l">
              <a:defRPr sz="825" b="1" i="0">
                <a:solidFill>
                  <a:srgbClr val="FF654F"/>
                </a:solidFill>
                <a:latin typeface="Helvetica"/>
                <a:ea typeface="Helvetica"/>
                <a:cs typeface="Helvetica"/>
              </a:defRPr>
            </a:lvl1pPr>
            <a:lvl2pPr algn="l">
              <a:defRPr sz="825" b="1" i="0">
                <a:solidFill>
                  <a:srgbClr val="FF654F"/>
                </a:solidFill>
                <a:latin typeface="Helvetica"/>
                <a:ea typeface="Helvetica"/>
                <a:cs typeface="Helvetica"/>
              </a:defRPr>
            </a:lvl2pPr>
            <a:lvl3pPr algn="l">
              <a:defRPr sz="825" b="1" i="0">
                <a:solidFill>
                  <a:srgbClr val="FF654F"/>
                </a:solidFill>
                <a:latin typeface="Helvetica"/>
                <a:ea typeface="Helvetica"/>
                <a:cs typeface="Helvetica"/>
              </a:defRPr>
            </a:lvl3pPr>
            <a:lvl4pPr algn="l">
              <a:defRPr sz="825" b="1" i="0">
                <a:solidFill>
                  <a:srgbClr val="FF654F"/>
                </a:solidFill>
                <a:latin typeface="Helvetica"/>
                <a:ea typeface="Helvetica"/>
                <a:cs typeface="Helvetica"/>
              </a:defRPr>
            </a:lvl4pPr>
            <a:lvl5pPr algn="l">
              <a:defRPr sz="825" b="1" i="0">
                <a:solidFill>
                  <a:srgbClr val="FF654F"/>
                </a:solidFill>
                <a:latin typeface="Helvetica"/>
                <a:ea typeface="Helvetica"/>
                <a:cs typeface="Helvetica"/>
              </a:defRPr>
            </a:lvl5pPr>
            <a:lvl6pPr algn="l">
              <a:defRPr sz="825" b="1" i="0">
                <a:solidFill>
                  <a:srgbClr val="FF654F"/>
                </a:solidFill>
                <a:latin typeface="Helvetica"/>
                <a:ea typeface="Helvetica"/>
                <a:cs typeface="Helvetica"/>
              </a:defRPr>
            </a:lvl6pPr>
            <a:lvl7pPr algn="l">
              <a:defRPr sz="825" b="1" i="0">
                <a:solidFill>
                  <a:srgbClr val="FF654F"/>
                </a:solidFill>
                <a:latin typeface="Helvetica"/>
                <a:ea typeface="Helvetica"/>
                <a:cs typeface="Helvetica"/>
              </a:defRPr>
            </a:lvl7pPr>
            <a:lvl8pPr algn="l">
              <a:defRPr sz="825" b="1" i="0">
                <a:solidFill>
                  <a:srgbClr val="FF654F"/>
                </a:solidFill>
                <a:latin typeface="Helvetica"/>
                <a:ea typeface="Helvetica"/>
                <a:cs typeface="Helvetica"/>
              </a:defRPr>
            </a:lvl8pPr>
            <a:lvl9pPr algn="l">
              <a:defRPr sz="825" b="1" i="0">
                <a:solidFill>
                  <a:srgbClr val="FF654F"/>
                </a:solidFill>
                <a:latin typeface="Helvetica"/>
                <a:ea typeface="Helvetica"/>
                <a:cs typeface="Helvetica"/>
              </a:defRPr>
            </a:lvl9pPr>
          </a:lstStyle>
          <a:p xmlns:a="http://schemas.openxmlformats.org/drawingml/2006/main">
            <a:pPr algn="l">
              <a:defRPr sz="825" b="1" i="0">
                <a:solidFill>
                  <a:srgbClr val="FF654F"/>
                </a:solidFill>
                <a:latin typeface="Helvetica"/>
                <a:ea typeface="Helvetica"/>
                <a:cs typeface="Helvetica"/>
              </a:defRPr>
            </a:pPr>
            <a:r>
              <a:rPr sz="825" b="1" i="0">
                <a:solidFill>
                  <a:srgbClr val="FF654F"/>
                </a:solidFill>
                <a:latin typeface="Helvetica"/>
                <a:ea typeface="Helvetica"/>
                <a:cs typeface="Helvetica"/>
              </a:rPr>
              <a:t>Decision system</a:t>
            </a:r>
          </a:p>
        </p:txBody>
      </p:sp>
      <p:sp>
        <p:nvSpPr>
          <p:cNvPr id="14" name="">
            <a:extLst xmlns:a="http://schemas.openxmlformats.org/drawingml/2006/main">
              <a:ext uri="{FF2B5EF4-FFF2-40B4-BE49-F238E27FC236}">
                <a16:creationId xmlns:a16="http://schemas.microsoft.com/office/drawing/2014/main" id="{E5F6CE25-C115-4A97-A12D-EACE5D50ED00}"/>
              </a:ext>
            </a:extLst>
          </p:cNvPr>
          <p:cNvSpPr>
            <a:spLocks xmlns:a="http://schemas.openxmlformats.org/drawingml/2006/main" noGrp="1"/>
          </p:cNvSpPr>
          <p:nvPr/>
        </p:nvSpPr>
        <p:spPr>
          <a:xfrm xmlns:a="http://schemas.openxmlformats.org/drawingml/2006/main">
            <a:off x="8429625" y="1762125"/>
            <a:ext cx="3114675" cy="3333750"/>
          </a:xfrm>
          <a:prstGeom xmlns:a="http://schemas.openxmlformats.org/drawingml/2006/main" prst="roundRect">
            <a:avLst>
              <a:gd name="adj" fmla="val 2446"/>
            </a:avLst>
          </a:prstGeom>
          <a:solidFill xmlns:a="http://schemas.openxmlformats.org/drawingml/2006/main">
            <a:srgbClr val="261A31"/>
          </a:solidFill>
          <a:ln xmlns:a="http://schemas.openxmlformats.org/drawingml/2006/main" w="0">
            <a:solidFill>
              <a:srgbClr val="261A31"/>
            </a:solidFill>
          </a:ln>
        </p:spPr>
      </p:sp>
      <p:sp>
        <p:nvSpPr>
          <p:cNvPr id="15" name="">
            <a:extLst xmlns:a="http://schemas.openxmlformats.org/drawingml/2006/main">
              <a:ext uri="{FF2B5EF4-FFF2-40B4-BE49-F238E27FC236}">
                <a16:creationId xmlns:a16="http://schemas.microsoft.com/office/drawing/2014/main" id="{D25C71FB-1D14-4204-8B0F-BBC44F52173F}"/>
              </a:ext>
            </a:extLst>
          </p:cNvPr>
          <p:cNvSpPr>
            <a:spLocks xmlns:a="http://schemas.openxmlformats.org/drawingml/2006/main" noGrp="1"/>
          </p:cNvSpPr>
          <p:nvPr/>
        </p:nvSpPr>
        <p:spPr>
          <a:xfrm xmlns:a="http://schemas.openxmlformats.org/drawingml/2006/main">
            <a:off x="8763000" y="20002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THE GAP</a:t>
            </a:r>
          </a:p>
        </p:txBody>
      </p:sp>
      <p:sp>
        <p:nvSpPr>
          <p:cNvPr id="16" name="">
            <a:extLst xmlns:a="http://schemas.openxmlformats.org/drawingml/2006/main">
              <a:ext uri="{FF2B5EF4-FFF2-40B4-BE49-F238E27FC236}">
                <a16:creationId xmlns:a16="http://schemas.microsoft.com/office/drawing/2014/main" id="{E4146333-24AE-4636-A213-3DBDCFF0FBBD}"/>
              </a:ext>
            </a:extLst>
          </p:cNvPr>
          <p:cNvSpPr>
            <a:spLocks xmlns:a="http://schemas.openxmlformats.org/drawingml/2006/main" noGrp="1"/>
          </p:cNvSpPr>
          <p:nvPr/>
        </p:nvSpPr>
        <p:spPr>
          <a:xfrm xmlns:a="http://schemas.openxmlformats.org/drawingml/2006/main">
            <a:off x="8763000" y="2295525"/>
            <a:ext cx="2333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FFFDFC"/>
                </a:solidFill>
                <a:latin typeface="Helvetica"/>
                <a:ea typeface="Helvetica"/>
                <a:cs typeface="Helvetica"/>
              </a:defRPr>
            </a:defPPr>
            <a:lvl1pPr algn="l">
              <a:defRPr sz="1425" b="1" i="0">
                <a:solidFill>
                  <a:srgbClr val="FFFDFC"/>
                </a:solidFill>
                <a:latin typeface="Helvetica"/>
                <a:ea typeface="Helvetica"/>
                <a:cs typeface="Helvetica"/>
              </a:defRPr>
            </a:lvl1pPr>
            <a:lvl2pPr algn="l">
              <a:defRPr sz="1425" b="1" i="0">
                <a:solidFill>
                  <a:srgbClr val="FFFDFC"/>
                </a:solidFill>
                <a:latin typeface="Helvetica"/>
                <a:ea typeface="Helvetica"/>
                <a:cs typeface="Helvetica"/>
              </a:defRPr>
            </a:lvl2pPr>
            <a:lvl3pPr algn="l">
              <a:defRPr sz="1425" b="1" i="0">
                <a:solidFill>
                  <a:srgbClr val="FFFDFC"/>
                </a:solidFill>
                <a:latin typeface="Helvetica"/>
                <a:ea typeface="Helvetica"/>
                <a:cs typeface="Helvetica"/>
              </a:defRPr>
            </a:lvl3pPr>
            <a:lvl4pPr algn="l">
              <a:defRPr sz="1425" b="1" i="0">
                <a:solidFill>
                  <a:srgbClr val="FFFDFC"/>
                </a:solidFill>
                <a:latin typeface="Helvetica"/>
                <a:ea typeface="Helvetica"/>
                <a:cs typeface="Helvetica"/>
              </a:defRPr>
            </a:lvl4pPr>
            <a:lvl5pPr algn="l">
              <a:defRPr sz="1425" b="1" i="0">
                <a:solidFill>
                  <a:srgbClr val="FFFDFC"/>
                </a:solidFill>
                <a:latin typeface="Helvetica"/>
                <a:ea typeface="Helvetica"/>
                <a:cs typeface="Helvetica"/>
              </a:defRPr>
            </a:lvl5pPr>
            <a:lvl6pPr algn="l">
              <a:defRPr sz="1425" b="1" i="0">
                <a:solidFill>
                  <a:srgbClr val="FFFDFC"/>
                </a:solidFill>
                <a:latin typeface="Helvetica"/>
                <a:ea typeface="Helvetica"/>
                <a:cs typeface="Helvetica"/>
              </a:defRPr>
            </a:lvl6pPr>
            <a:lvl7pPr algn="l">
              <a:defRPr sz="1425" b="1" i="0">
                <a:solidFill>
                  <a:srgbClr val="FFFDFC"/>
                </a:solidFill>
                <a:latin typeface="Helvetica"/>
                <a:ea typeface="Helvetica"/>
                <a:cs typeface="Helvetica"/>
              </a:defRPr>
            </a:lvl7pPr>
            <a:lvl8pPr algn="l">
              <a:defRPr sz="1425" b="1" i="0">
                <a:solidFill>
                  <a:srgbClr val="FFFDFC"/>
                </a:solidFill>
                <a:latin typeface="Helvetica"/>
                <a:ea typeface="Helvetica"/>
                <a:cs typeface="Helvetica"/>
              </a:defRPr>
            </a:lvl8pPr>
            <a:lvl9pPr algn="l">
              <a:defRPr sz="1425" b="1" i="0">
                <a:solidFill>
                  <a:srgbClr val="FFFDFC"/>
                </a:solidFill>
                <a:latin typeface="Helvetica"/>
                <a:ea typeface="Helvetica"/>
                <a:cs typeface="Helvetica"/>
              </a:defRPr>
            </a:lvl9pPr>
          </a:lstStyle>
          <a:p xmlns:a="http://schemas.openxmlformats.org/drawingml/2006/main">
            <a:pPr algn="l">
              <a:defRPr sz="1425" b="1" i="0">
                <a:solidFill>
                  <a:srgbClr val="FFFDFC"/>
                </a:solidFill>
                <a:latin typeface="Helvetica"/>
                <a:ea typeface="Helvetica"/>
                <a:cs typeface="Helvetica"/>
              </a:defRPr>
            </a:pPr>
            <a:r>
              <a:rPr sz="1425" b="1" i="0">
                <a:solidFill>
                  <a:srgbClr val="FFFDFC"/>
                </a:solidFill>
                <a:latin typeface="Helvetica"/>
                <a:ea typeface="Helvetica"/>
                <a:cs typeface="Helvetica"/>
              </a:rPr>
              <a:t>Useful science at the decision moment</a:t>
            </a:r>
          </a:p>
        </p:txBody>
      </p:sp>
      <p:sp>
        <p:nvSpPr>
          <p:cNvPr id="17" name="">
            <a:extLst xmlns:a="http://schemas.openxmlformats.org/drawingml/2006/main">
              <a:ext uri="{FF2B5EF4-FFF2-40B4-BE49-F238E27FC236}">
                <a16:creationId xmlns:a16="http://schemas.microsoft.com/office/drawing/2014/main" id="{44291F8B-0ABC-45B9-91CB-55197D90F371}"/>
              </a:ext>
            </a:extLst>
          </p:cNvPr>
          <p:cNvSpPr>
            <a:spLocks xmlns:a="http://schemas.openxmlformats.org/drawingml/2006/main" noGrp="1"/>
          </p:cNvSpPr>
          <p:nvPr/>
        </p:nvSpPr>
        <p:spPr>
          <a:xfrm xmlns:a="http://schemas.openxmlformats.org/drawingml/2006/main">
            <a:off x="8763000" y="3133725"/>
            <a:ext cx="23336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FF654F"/>
                </a:solidFill>
                <a:latin typeface="Helvetica"/>
                <a:ea typeface="Helvetica"/>
                <a:cs typeface="Helvetica"/>
              </a:defRPr>
            </a:defPPr>
            <a:lvl1pPr algn="l">
              <a:defRPr sz="600" b="1" i="0">
                <a:solidFill>
                  <a:srgbClr val="FF654F"/>
                </a:solidFill>
                <a:latin typeface="Helvetica"/>
                <a:ea typeface="Helvetica"/>
                <a:cs typeface="Helvetica"/>
              </a:defRPr>
            </a:lvl1pPr>
            <a:lvl2pPr algn="l">
              <a:defRPr sz="600" b="1" i="0">
                <a:solidFill>
                  <a:srgbClr val="FF654F"/>
                </a:solidFill>
                <a:latin typeface="Helvetica"/>
                <a:ea typeface="Helvetica"/>
                <a:cs typeface="Helvetica"/>
              </a:defRPr>
            </a:lvl2pPr>
            <a:lvl3pPr algn="l">
              <a:defRPr sz="600" b="1" i="0">
                <a:solidFill>
                  <a:srgbClr val="FF654F"/>
                </a:solidFill>
                <a:latin typeface="Helvetica"/>
                <a:ea typeface="Helvetica"/>
                <a:cs typeface="Helvetica"/>
              </a:defRPr>
            </a:lvl3pPr>
            <a:lvl4pPr algn="l">
              <a:defRPr sz="600" b="1" i="0">
                <a:solidFill>
                  <a:srgbClr val="FF654F"/>
                </a:solidFill>
                <a:latin typeface="Helvetica"/>
                <a:ea typeface="Helvetica"/>
                <a:cs typeface="Helvetica"/>
              </a:defRPr>
            </a:lvl4pPr>
            <a:lvl5pPr algn="l">
              <a:defRPr sz="600" b="1" i="0">
                <a:solidFill>
                  <a:srgbClr val="FF654F"/>
                </a:solidFill>
                <a:latin typeface="Helvetica"/>
                <a:ea typeface="Helvetica"/>
                <a:cs typeface="Helvetica"/>
              </a:defRPr>
            </a:lvl5pPr>
            <a:lvl6pPr algn="l">
              <a:defRPr sz="600" b="1" i="0">
                <a:solidFill>
                  <a:srgbClr val="FF654F"/>
                </a:solidFill>
                <a:latin typeface="Helvetica"/>
                <a:ea typeface="Helvetica"/>
                <a:cs typeface="Helvetica"/>
              </a:defRPr>
            </a:lvl6pPr>
            <a:lvl7pPr algn="l">
              <a:defRPr sz="600" b="1" i="0">
                <a:solidFill>
                  <a:srgbClr val="FF654F"/>
                </a:solidFill>
                <a:latin typeface="Helvetica"/>
                <a:ea typeface="Helvetica"/>
                <a:cs typeface="Helvetica"/>
              </a:defRPr>
            </a:lvl7pPr>
            <a:lvl8pPr algn="l">
              <a:defRPr sz="600" b="1" i="0">
                <a:solidFill>
                  <a:srgbClr val="FF654F"/>
                </a:solidFill>
                <a:latin typeface="Helvetica"/>
                <a:ea typeface="Helvetica"/>
                <a:cs typeface="Helvetica"/>
              </a:defRPr>
            </a:lvl8pPr>
            <a:lvl9pPr algn="l">
              <a:defRPr sz="600" b="1" i="0">
                <a:solidFill>
                  <a:srgbClr val="FF654F"/>
                </a:solidFill>
                <a:latin typeface="Helvetica"/>
                <a:ea typeface="Helvetica"/>
                <a:cs typeface="Helvetica"/>
              </a:defRPr>
            </a:lvl9pPr>
          </a:lstStyle>
          <a:p xmlns:a="http://schemas.openxmlformats.org/drawingml/2006/main">
            <a:pPr algn="l">
              <a:defRPr sz="600" b="1" i="0">
                <a:solidFill>
                  <a:srgbClr val="FF654F"/>
                </a:solidFill>
                <a:latin typeface="Helvetica"/>
                <a:ea typeface="Helvetica"/>
                <a:cs typeface="Helvetica"/>
              </a:defRPr>
            </a:pPr>
            <a:r>
              <a:rPr sz="600" b="1" i="0">
                <a:solidFill>
                  <a:srgbClr val="FF654F"/>
                </a:solidFill>
                <a:latin typeface="Helvetica"/>
                <a:ea typeface="Helvetica"/>
                <a:cs typeface="Helvetica"/>
              </a:rPr>
              <a:t>WHO IT MATTERS TO</a:t>
            </a:r>
          </a:p>
        </p:txBody>
      </p:sp>
      <p:sp>
        <p:nvSpPr>
          <p:cNvPr id="18" name="">
            <a:extLst xmlns:a="http://schemas.openxmlformats.org/drawingml/2006/main">
              <a:ext uri="{FF2B5EF4-FFF2-40B4-BE49-F238E27FC236}">
                <a16:creationId xmlns:a16="http://schemas.microsoft.com/office/drawing/2014/main" id="{70489127-D2C7-462C-8FF3-0542BFEE970E}"/>
              </a:ext>
            </a:extLst>
          </p:cNvPr>
          <p:cNvSpPr>
            <a:spLocks xmlns:a="http://schemas.openxmlformats.org/drawingml/2006/main" noGrp="1"/>
          </p:cNvSpPr>
          <p:nvPr/>
        </p:nvSpPr>
        <p:spPr>
          <a:xfrm xmlns:a="http://schemas.openxmlformats.org/drawingml/2006/main">
            <a:off x="8763000" y="33337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FFFDFC"/>
                </a:solidFill>
                <a:latin typeface="Helvetica"/>
                <a:ea typeface="Helvetica"/>
                <a:cs typeface="Helvetica"/>
              </a:defRPr>
            </a:defPPr>
            <a:lvl1pPr algn="l">
              <a:defRPr sz="900" b="1" i="0">
                <a:solidFill>
                  <a:srgbClr val="FFFDFC"/>
                </a:solidFill>
                <a:latin typeface="Helvetica"/>
                <a:ea typeface="Helvetica"/>
                <a:cs typeface="Helvetica"/>
              </a:defRPr>
            </a:lvl1pPr>
            <a:lvl2pPr algn="l">
              <a:defRPr sz="900" b="1" i="0">
                <a:solidFill>
                  <a:srgbClr val="FFFDFC"/>
                </a:solidFill>
                <a:latin typeface="Helvetica"/>
                <a:ea typeface="Helvetica"/>
                <a:cs typeface="Helvetica"/>
              </a:defRPr>
            </a:lvl2pPr>
            <a:lvl3pPr algn="l">
              <a:defRPr sz="900" b="1" i="0">
                <a:solidFill>
                  <a:srgbClr val="FFFDFC"/>
                </a:solidFill>
                <a:latin typeface="Helvetica"/>
                <a:ea typeface="Helvetica"/>
                <a:cs typeface="Helvetica"/>
              </a:defRPr>
            </a:lvl3pPr>
            <a:lvl4pPr algn="l">
              <a:defRPr sz="900" b="1" i="0">
                <a:solidFill>
                  <a:srgbClr val="FFFDFC"/>
                </a:solidFill>
                <a:latin typeface="Helvetica"/>
                <a:ea typeface="Helvetica"/>
                <a:cs typeface="Helvetica"/>
              </a:defRPr>
            </a:lvl4pPr>
            <a:lvl5pPr algn="l">
              <a:defRPr sz="900" b="1" i="0">
                <a:solidFill>
                  <a:srgbClr val="FFFDFC"/>
                </a:solidFill>
                <a:latin typeface="Helvetica"/>
                <a:ea typeface="Helvetica"/>
                <a:cs typeface="Helvetica"/>
              </a:defRPr>
            </a:lvl5pPr>
            <a:lvl6pPr algn="l">
              <a:defRPr sz="900" b="1" i="0">
                <a:solidFill>
                  <a:srgbClr val="FFFDFC"/>
                </a:solidFill>
                <a:latin typeface="Helvetica"/>
                <a:ea typeface="Helvetica"/>
                <a:cs typeface="Helvetica"/>
              </a:defRPr>
            </a:lvl6pPr>
            <a:lvl7pPr algn="l">
              <a:defRPr sz="900" b="1" i="0">
                <a:solidFill>
                  <a:srgbClr val="FFFDFC"/>
                </a:solidFill>
                <a:latin typeface="Helvetica"/>
                <a:ea typeface="Helvetica"/>
                <a:cs typeface="Helvetica"/>
              </a:defRPr>
            </a:lvl7pPr>
            <a:lvl8pPr algn="l">
              <a:defRPr sz="900" b="1" i="0">
                <a:solidFill>
                  <a:srgbClr val="FFFDFC"/>
                </a:solidFill>
                <a:latin typeface="Helvetica"/>
                <a:ea typeface="Helvetica"/>
                <a:cs typeface="Helvetica"/>
              </a:defRPr>
            </a:lvl8pPr>
            <a:lvl9pPr algn="l">
              <a:defRPr sz="900" b="1" i="0">
                <a:solidFill>
                  <a:srgbClr val="FFFDFC"/>
                </a:solidFill>
                <a:latin typeface="Helvetica"/>
                <a:ea typeface="Helvetica"/>
                <a:cs typeface="Helvetica"/>
              </a:defRPr>
            </a:lvl9pPr>
          </a:lstStyle>
          <a:p xmlns:a="http://schemas.openxmlformats.org/drawingml/2006/main">
            <a:pPr algn="l">
              <a:defRPr sz="900" b="1" i="0">
                <a:solidFill>
                  <a:srgbClr val="FFFDFC"/>
                </a:solidFill>
                <a:latin typeface="Helvetica"/>
                <a:ea typeface="Helvetica"/>
                <a:cs typeface="Helvetica"/>
              </a:defRPr>
            </a:pPr>
            <a:r>
              <a:rPr sz="900" b="1" i="0">
                <a:solidFill>
                  <a:srgbClr val="FFFDFC"/>
                </a:solidFill>
                <a:latin typeface="Helvetica"/>
                <a:ea typeface="Helvetica"/>
                <a:cs typeface="Helvetica"/>
              </a:rPr>
              <a:t>Committed cat parents weighing price and routine change</a:t>
            </a:r>
          </a:p>
        </p:txBody>
      </p:sp>
      <p:sp>
        <p:nvSpPr>
          <p:cNvPr id="19" name="">
            <a:extLst xmlns:a="http://schemas.openxmlformats.org/drawingml/2006/main">
              <a:ext uri="{FF2B5EF4-FFF2-40B4-BE49-F238E27FC236}">
                <a16:creationId xmlns:a16="http://schemas.microsoft.com/office/drawing/2014/main" id="{A2100BFC-F1AA-4E52-BC26-2BEE0116C820}"/>
              </a:ext>
            </a:extLst>
          </p:cNvPr>
          <p:cNvSpPr>
            <a:spLocks xmlns:a="http://schemas.openxmlformats.org/drawingml/2006/main" noGrp="1"/>
          </p:cNvSpPr>
          <p:nvPr/>
        </p:nvSpPr>
        <p:spPr>
          <a:xfrm xmlns:a="http://schemas.openxmlformats.org/drawingml/2006/main">
            <a:off x="8763000" y="4000500"/>
            <a:ext cx="23336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FF654F"/>
                </a:solidFill>
                <a:latin typeface="Helvetica"/>
                <a:ea typeface="Helvetica"/>
                <a:cs typeface="Helvetica"/>
              </a:defRPr>
            </a:defPPr>
            <a:lvl1pPr algn="l">
              <a:defRPr sz="600" b="1" i="0">
                <a:solidFill>
                  <a:srgbClr val="FF654F"/>
                </a:solidFill>
                <a:latin typeface="Helvetica"/>
                <a:ea typeface="Helvetica"/>
                <a:cs typeface="Helvetica"/>
              </a:defRPr>
            </a:lvl1pPr>
            <a:lvl2pPr algn="l">
              <a:defRPr sz="600" b="1" i="0">
                <a:solidFill>
                  <a:srgbClr val="FF654F"/>
                </a:solidFill>
                <a:latin typeface="Helvetica"/>
                <a:ea typeface="Helvetica"/>
                <a:cs typeface="Helvetica"/>
              </a:defRPr>
            </a:lvl2pPr>
            <a:lvl3pPr algn="l">
              <a:defRPr sz="600" b="1" i="0">
                <a:solidFill>
                  <a:srgbClr val="FF654F"/>
                </a:solidFill>
                <a:latin typeface="Helvetica"/>
                <a:ea typeface="Helvetica"/>
                <a:cs typeface="Helvetica"/>
              </a:defRPr>
            </a:lvl3pPr>
            <a:lvl4pPr algn="l">
              <a:defRPr sz="600" b="1" i="0">
                <a:solidFill>
                  <a:srgbClr val="FF654F"/>
                </a:solidFill>
                <a:latin typeface="Helvetica"/>
                <a:ea typeface="Helvetica"/>
                <a:cs typeface="Helvetica"/>
              </a:defRPr>
            </a:lvl4pPr>
            <a:lvl5pPr algn="l">
              <a:defRPr sz="600" b="1" i="0">
                <a:solidFill>
                  <a:srgbClr val="FF654F"/>
                </a:solidFill>
                <a:latin typeface="Helvetica"/>
                <a:ea typeface="Helvetica"/>
                <a:cs typeface="Helvetica"/>
              </a:defRPr>
            </a:lvl5pPr>
            <a:lvl6pPr algn="l">
              <a:defRPr sz="600" b="1" i="0">
                <a:solidFill>
                  <a:srgbClr val="FF654F"/>
                </a:solidFill>
                <a:latin typeface="Helvetica"/>
                <a:ea typeface="Helvetica"/>
                <a:cs typeface="Helvetica"/>
              </a:defRPr>
            </a:lvl6pPr>
            <a:lvl7pPr algn="l">
              <a:defRPr sz="600" b="1" i="0">
                <a:solidFill>
                  <a:srgbClr val="FF654F"/>
                </a:solidFill>
                <a:latin typeface="Helvetica"/>
                <a:ea typeface="Helvetica"/>
                <a:cs typeface="Helvetica"/>
              </a:defRPr>
            </a:lvl7pPr>
            <a:lvl8pPr algn="l">
              <a:defRPr sz="600" b="1" i="0">
                <a:solidFill>
                  <a:srgbClr val="FF654F"/>
                </a:solidFill>
                <a:latin typeface="Helvetica"/>
                <a:ea typeface="Helvetica"/>
                <a:cs typeface="Helvetica"/>
              </a:defRPr>
            </a:lvl8pPr>
            <a:lvl9pPr algn="l">
              <a:defRPr sz="600" b="1" i="0">
                <a:solidFill>
                  <a:srgbClr val="FF654F"/>
                </a:solidFill>
                <a:latin typeface="Helvetica"/>
                <a:ea typeface="Helvetica"/>
                <a:cs typeface="Helvetica"/>
              </a:defRPr>
            </a:lvl9pPr>
          </a:lstStyle>
          <a:p xmlns:a="http://schemas.openxmlformats.org/drawingml/2006/main">
            <a:pPr algn="l">
              <a:defRPr sz="600" b="1" i="0">
                <a:solidFill>
                  <a:srgbClr val="FF654F"/>
                </a:solidFill>
                <a:latin typeface="Helvetica"/>
                <a:ea typeface="Helvetica"/>
                <a:cs typeface="Helvetica"/>
              </a:defRPr>
            </a:pPr>
            <a:r>
              <a:rPr sz="600" b="1" i="0">
                <a:solidFill>
                  <a:srgbClr val="FF654F"/>
                </a:solidFill>
                <a:latin typeface="Helvetica"/>
                <a:ea typeface="Helvetica"/>
                <a:cs typeface="Helvetica"/>
              </a:rPr>
              <a:t>WHY COMPETITORS MISS IT</a:t>
            </a:r>
          </a:p>
        </p:txBody>
      </p:sp>
      <p:sp>
        <p:nvSpPr>
          <p:cNvPr id="20" name="">
            <a:extLst xmlns:a="http://schemas.openxmlformats.org/drawingml/2006/main">
              <a:ext uri="{FF2B5EF4-FFF2-40B4-BE49-F238E27FC236}">
                <a16:creationId xmlns:a16="http://schemas.microsoft.com/office/drawing/2014/main" id="{FDEE5CE4-79A2-48F6-9328-C43C67A4C3C2}"/>
              </a:ext>
            </a:extLst>
          </p:cNvPr>
          <p:cNvSpPr>
            <a:spLocks xmlns:a="http://schemas.openxmlformats.org/drawingml/2006/main" noGrp="1"/>
          </p:cNvSpPr>
          <p:nvPr/>
        </p:nvSpPr>
        <p:spPr>
          <a:xfrm xmlns:a="http://schemas.openxmlformats.org/drawingml/2006/main">
            <a:off x="8763000" y="4210050"/>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C8B7E8"/>
                </a:solidFill>
                <a:latin typeface="Helvetica"/>
                <a:ea typeface="Helvetica"/>
                <a:cs typeface="Helvetica"/>
              </a:defRPr>
            </a:defPPr>
            <a:lvl1pPr algn="l">
              <a:defRPr sz="825" b="1" i="0">
                <a:solidFill>
                  <a:srgbClr val="C8B7E8"/>
                </a:solidFill>
                <a:latin typeface="Helvetica"/>
                <a:ea typeface="Helvetica"/>
                <a:cs typeface="Helvetica"/>
              </a:defRPr>
            </a:lvl1pPr>
            <a:lvl2pPr algn="l">
              <a:defRPr sz="825" b="1" i="0">
                <a:solidFill>
                  <a:srgbClr val="C8B7E8"/>
                </a:solidFill>
                <a:latin typeface="Helvetica"/>
                <a:ea typeface="Helvetica"/>
                <a:cs typeface="Helvetica"/>
              </a:defRPr>
            </a:lvl2pPr>
            <a:lvl3pPr algn="l">
              <a:defRPr sz="825" b="1" i="0">
                <a:solidFill>
                  <a:srgbClr val="C8B7E8"/>
                </a:solidFill>
                <a:latin typeface="Helvetica"/>
                <a:ea typeface="Helvetica"/>
                <a:cs typeface="Helvetica"/>
              </a:defRPr>
            </a:lvl3pPr>
            <a:lvl4pPr algn="l">
              <a:defRPr sz="825" b="1" i="0">
                <a:solidFill>
                  <a:srgbClr val="C8B7E8"/>
                </a:solidFill>
                <a:latin typeface="Helvetica"/>
                <a:ea typeface="Helvetica"/>
                <a:cs typeface="Helvetica"/>
              </a:defRPr>
            </a:lvl4pPr>
            <a:lvl5pPr algn="l">
              <a:defRPr sz="825" b="1" i="0">
                <a:solidFill>
                  <a:srgbClr val="C8B7E8"/>
                </a:solidFill>
                <a:latin typeface="Helvetica"/>
                <a:ea typeface="Helvetica"/>
                <a:cs typeface="Helvetica"/>
              </a:defRPr>
            </a:lvl5pPr>
            <a:lvl6pPr algn="l">
              <a:defRPr sz="825" b="1" i="0">
                <a:solidFill>
                  <a:srgbClr val="C8B7E8"/>
                </a:solidFill>
                <a:latin typeface="Helvetica"/>
                <a:ea typeface="Helvetica"/>
                <a:cs typeface="Helvetica"/>
              </a:defRPr>
            </a:lvl6pPr>
            <a:lvl7pPr algn="l">
              <a:defRPr sz="825" b="1" i="0">
                <a:solidFill>
                  <a:srgbClr val="C8B7E8"/>
                </a:solidFill>
                <a:latin typeface="Helvetica"/>
                <a:ea typeface="Helvetica"/>
                <a:cs typeface="Helvetica"/>
              </a:defRPr>
            </a:lvl7pPr>
            <a:lvl8pPr algn="l">
              <a:defRPr sz="825" b="1" i="0">
                <a:solidFill>
                  <a:srgbClr val="C8B7E8"/>
                </a:solidFill>
                <a:latin typeface="Helvetica"/>
                <a:ea typeface="Helvetica"/>
                <a:cs typeface="Helvetica"/>
              </a:defRPr>
            </a:lvl8pPr>
            <a:lvl9pPr algn="l">
              <a:defRPr sz="825" b="1" i="0">
                <a:solidFill>
                  <a:srgbClr val="C8B7E8"/>
                </a:solidFill>
                <a:latin typeface="Helvetica"/>
                <a:ea typeface="Helvetica"/>
                <a:cs typeface="Helvetica"/>
              </a:defRPr>
            </a:lvl9pPr>
          </a:lstStyle>
          <a:p xmlns:a="http://schemas.openxmlformats.org/drawingml/2006/main">
            <a:pPr algn="l">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Convenience and ingredient claims are increasingly shared</a:t>
            </a:r>
          </a:p>
        </p:txBody>
      </p:sp>
      <p:sp>
        <p:nvSpPr>
          <p:cNvPr id="21" name="">
            <a:extLst xmlns:a="http://schemas.openxmlformats.org/drawingml/2006/main">
              <a:ext uri="{FF2B5EF4-FFF2-40B4-BE49-F238E27FC236}">
                <a16:creationId xmlns:a16="http://schemas.microsoft.com/office/drawing/2014/main" id="{14A95A4A-3821-4256-A5EF-D85048461CC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22" name="">
            <a:extLst xmlns:a="http://schemas.openxmlformats.org/drawingml/2006/main">
              <a:ext uri="{FF2B5EF4-FFF2-40B4-BE49-F238E27FC236}">
                <a16:creationId xmlns:a16="http://schemas.microsoft.com/office/drawing/2014/main" id="{5EDD5D74-6810-4DB4-9AD9-A6486A3F442E}"/>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opportunity is a specific, reversible bet grounded in the evidence available.</a:t>
            </a:r>
          </a:p>
        </p:txBody>
      </p:sp>
      <p:sp>
        <p:nvSpPr>
          <p:cNvPr id="23" name="">
            <a:extLst xmlns:a="http://schemas.openxmlformats.org/drawingml/2006/main">
              <a:ext uri="{FF2B5EF4-FFF2-40B4-BE49-F238E27FC236}">
                <a16:creationId xmlns:a16="http://schemas.microsoft.com/office/drawing/2014/main" id="{B712AEB8-DDC8-4712-B9FC-2A8BDDEAC929}"/>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K1, K3, K9</a:t>
            </a:r>
          </a:p>
        </p:txBody>
      </p:sp>
      <p:sp>
        <p:nvSpPr>
          <p:cNvPr id="24" name="">
            <a:extLst xmlns:a="http://schemas.openxmlformats.org/drawingml/2006/main">
              <a:ext uri="{FF2B5EF4-FFF2-40B4-BE49-F238E27FC236}">
                <a16:creationId xmlns:a16="http://schemas.microsoft.com/office/drawing/2014/main" id="{1EA95CBE-4EF8-4AE1-A5A7-A989968EBB48}"/>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5" name="">
            <a:extLst xmlns:a="http://schemas.openxmlformats.org/drawingml/2006/main">
              <a:ext uri="{FF2B5EF4-FFF2-40B4-BE49-F238E27FC236}">
                <a16:creationId xmlns:a16="http://schemas.microsoft.com/office/drawing/2014/main" id="{8A790A75-3FB8-47AF-9338-8F9C21EFCBE8}"/>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6" name="">
            <a:extLst xmlns:a="http://schemas.openxmlformats.org/drawingml/2006/main">
              <a:ext uri="{FF2B5EF4-FFF2-40B4-BE49-F238E27FC236}">
                <a16:creationId xmlns:a16="http://schemas.microsoft.com/office/drawing/2014/main" id="{94F02091-D67E-4F75-B3B5-AA8134EE0BD3}"/>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08 / 30</a:t>
            </a:r>
          </a:p>
        </p:txBody>
      </p:sp>
    </p:spTree>
    <p:extLst>
      <p:ext uri="{BB962C8B-B14F-4D97-AF65-F5344CB8AC3E}">
        <p14:creationId xmlns:p14="http://schemas.microsoft.com/office/powerpoint/2010/main" val="825064505"/>
      </p:ext>
    </p:extLst>
  </p:cSld>
</p:sld>
</file>

<file path=ppt/slides/slide9.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257695-A0CC-4088-BA79-48A4A5618A0D}"/>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2 / MARKET + COMPETITIVE DIAGNOSIS</a:t>
            </a:r>
          </a:p>
        </p:txBody>
      </p:sp>
      <p:sp>
        <p:nvSpPr>
          <p:cNvPr id="2" name="">
            <a:extLst xmlns:a="http://schemas.openxmlformats.org/drawingml/2006/main">
              <a:ext uri="{FF2B5EF4-FFF2-40B4-BE49-F238E27FC236}">
                <a16:creationId xmlns:a16="http://schemas.microsoft.com/office/drawing/2014/main" id="{04348941-1B95-4FC4-9E30-AA981B3920F3}"/>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Growth Constraint Diagnosis</a:t>
            </a:r>
          </a:p>
        </p:txBody>
      </p:sp>
      <p:sp>
        <p:nvSpPr>
          <p:cNvPr id="3" name="">
            <a:extLst xmlns:a="http://schemas.openxmlformats.org/drawingml/2006/main">
              <a:ext uri="{FF2B5EF4-FFF2-40B4-BE49-F238E27FC236}">
                <a16:creationId xmlns:a16="http://schemas.microsoft.com/office/drawing/2014/main" id="{6E8EFCC4-0F5F-49B2-9A99-DC9077EB977B}"/>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3782B07D-DEA8-4761-A9FA-B566E18DEE8E}"/>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KatKin's strongest difference is scientific ambition, but customers must still bridge price, freezer space, feeding transition and proof before that difference can create durable commercial value.</a:t>
            </a:r>
          </a:p>
        </p:txBody>
      </p:sp>
      <p:sp>
        <p:nvSpPr>
          <p:cNvPr id="5" name="">
            <a:extLst xmlns:a="http://schemas.openxmlformats.org/drawingml/2006/main">
              <a:ext uri="{FF2B5EF4-FFF2-40B4-BE49-F238E27FC236}">
                <a16:creationId xmlns:a16="http://schemas.microsoft.com/office/drawing/2014/main" id="{146A863A-7064-4753-920F-A87FB75910AA}"/>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017D1AA0-DCD5-418D-B49D-776A3D74C360}"/>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A573BBF4-2B5F-4CD7-BE4D-AF8D2EB48383}"/>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53663A00-912A-474F-AD7A-BDEB307907FB}"/>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Trust and conversion are constrained by unresolved proof and proposition questions.</a:t>
            </a:r>
          </a:p>
        </p:txBody>
      </p:sp>
      <p:sp>
        <p:nvSpPr>
          <p:cNvPr id="9" name="">
            <a:extLst xmlns:a="http://schemas.openxmlformats.org/drawingml/2006/main">
              <a:ext uri="{FF2B5EF4-FFF2-40B4-BE49-F238E27FC236}">
                <a16:creationId xmlns:a16="http://schemas.microsoft.com/office/drawing/2014/main" id="{799E1235-9B92-4BD9-9F29-DEDA3FCC92AD}"/>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89B4C26A-3603-4E3E-B368-165EF9EB35BD}"/>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Trust and conversion are constrained by unresolved proof and proposition questions.</a:t>
            </a:r>
          </a:p>
        </p:txBody>
      </p:sp>
      <p:sp>
        <p:nvSpPr>
          <p:cNvPr id="11" name="">
            <a:extLst xmlns:a="http://schemas.openxmlformats.org/drawingml/2006/main">
              <a:ext uri="{FF2B5EF4-FFF2-40B4-BE49-F238E27FC236}">
                <a16:creationId xmlns:a16="http://schemas.microsoft.com/office/drawing/2014/main" id="{81F1C7E4-D5BC-44F1-8E2A-661C37ED9D1E}"/>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K3, K9</a:t>
            </a:r>
          </a:p>
        </p:txBody>
      </p:sp>
      <p:sp>
        <p:nvSpPr>
          <p:cNvPr id="12" name="">
            <a:extLst xmlns:a="http://schemas.openxmlformats.org/drawingml/2006/main">
              <a:ext uri="{FF2B5EF4-FFF2-40B4-BE49-F238E27FC236}">
                <a16:creationId xmlns:a16="http://schemas.microsoft.com/office/drawing/2014/main" id="{0B0FA8BE-1689-42B0-BFAD-6A412DA1D0D4}"/>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3" name="">
            <a:extLst xmlns:a="http://schemas.openxmlformats.org/drawingml/2006/main">
              <a:ext uri="{FF2B5EF4-FFF2-40B4-BE49-F238E27FC236}">
                <a16:creationId xmlns:a16="http://schemas.microsoft.com/office/drawing/2014/main" id="{5844C929-076A-4F6C-92C5-6655E37C2B9B}"/>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CF03C41A-230B-4624-8D66-2B48F7835573}"/>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09 / 30</a:t>
            </a:r>
          </a:p>
        </p:txBody>
      </p:sp>
    </p:spTree>
    <p:extLst>
      <p:ext uri="{BB962C8B-B14F-4D97-AF65-F5344CB8AC3E}">
        <p14:creationId xmlns:p14="http://schemas.microsoft.com/office/powerpoint/2010/main" val="1389007303"/>
      </p:ext>
    </p:extLst>
  </p:cSld>
</p:sld>
</file>

<file path=ppt/slides/slide10.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0C4AC5C-3179-42DD-8946-097FB97DAD27}"/>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2 / MARKET + COMPETITIVE DIAGNOSIS</a:t>
            </a:r>
          </a:p>
        </p:txBody>
      </p:sp>
      <p:sp>
        <p:nvSpPr>
          <p:cNvPr id="2" name="">
            <a:extLst xmlns:a="http://schemas.openxmlformats.org/drawingml/2006/main">
              <a:ext uri="{FF2B5EF4-FFF2-40B4-BE49-F238E27FC236}">
                <a16:creationId xmlns:a16="http://schemas.microsoft.com/office/drawing/2014/main" id="{929D3BEC-BAD2-4F38-9D10-B21AAFC733B6}"/>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The Provocation</a:t>
            </a:r>
          </a:p>
        </p:txBody>
      </p:sp>
      <p:sp>
        <p:nvSpPr>
          <p:cNvPr id="3" name="">
            <a:extLst xmlns:a="http://schemas.openxmlformats.org/drawingml/2006/main">
              <a:ext uri="{FF2B5EF4-FFF2-40B4-BE49-F238E27FC236}">
                <a16:creationId xmlns:a16="http://schemas.microsoft.com/office/drawing/2014/main" id="{E2621233-7C88-4A04-A514-C19858BD2463}"/>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107B71C8-5494-46E4-883D-22E86CFF3509}"/>
              </a:ext>
            </a:extLst>
          </p:cNvPr>
          <p:cNvSpPr>
            <a:spLocks xmlns:a="http://schemas.openxmlformats.org/drawingml/2006/main" noGrp="1"/>
          </p:cNvSpPr>
          <p:nvPr/>
        </p:nvSpPr>
        <p:spPr>
          <a:xfrm xmlns:a="http://schemas.openxmlformats.org/drawingml/2006/main">
            <a:off x="781050" y="19050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WHAT THE MARKET SEES</a:t>
            </a:r>
          </a:p>
        </p:txBody>
      </p:sp>
      <p:sp>
        <p:nvSpPr>
          <p:cNvPr id="5" name="">
            <a:extLst xmlns:a="http://schemas.openxmlformats.org/drawingml/2006/main">
              <a:ext uri="{FF2B5EF4-FFF2-40B4-BE49-F238E27FC236}">
                <a16:creationId xmlns:a16="http://schemas.microsoft.com/office/drawing/2014/main" id="{F4A79992-4447-4427-9EED-433D99ABF662}"/>
              </a:ext>
            </a:extLst>
          </p:cNvPr>
          <p:cNvSpPr>
            <a:spLocks xmlns:a="http://schemas.openxmlformats.org/drawingml/2006/main" noGrp="1"/>
          </p:cNvSpPr>
          <p:nvPr/>
        </p:nvSpPr>
        <p:spPr>
          <a:xfrm xmlns:a="http://schemas.openxmlformats.org/drawingml/2006/main">
            <a:off x="781050" y="236220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625" b="1" i="0">
                <a:solidFill>
                  <a:srgbClr val="15121B"/>
                </a:solidFill>
                <a:latin typeface="Helvetica"/>
                <a:ea typeface="Helvetica"/>
                <a:cs typeface="Helvetica"/>
              </a:defRPr>
            </a:defPPr>
            <a:lvl1pPr algn="l">
              <a:defRPr sz="2625" b="1" i="0">
                <a:solidFill>
                  <a:srgbClr val="15121B"/>
                </a:solidFill>
                <a:latin typeface="Helvetica"/>
                <a:ea typeface="Helvetica"/>
                <a:cs typeface="Helvetica"/>
              </a:defRPr>
            </a:lvl1pPr>
            <a:lvl2pPr algn="l">
              <a:defRPr sz="2625" b="1" i="0">
                <a:solidFill>
                  <a:srgbClr val="15121B"/>
                </a:solidFill>
                <a:latin typeface="Helvetica"/>
                <a:ea typeface="Helvetica"/>
                <a:cs typeface="Helvetica"/>
              </a:defRPr>
            </a:lvl2pPr>
            <a:lvl3pPr algn="l">
              <a:defRPr sz="2625" b="1" i="0">
                <a:solidFill>
                  <a:srgbClr val="15121B"/>
                </a:solidFill>
                <a:latin typeface="Helvetica"/>
                <a:ea typeface="Helvetica"/>
                <a:cs typeface="Helvetica"/>
              </a:defRPr>
            </a:lvl3pPr>
            <a:lvl4pPr algn="l">
              <a:defRPr sz="2625" b="1" i="0">
                <a:solidFill>
                  <a:srgbClr val="15121B"/>
                </a:solidFill>
                <a:latin typeface="Helvetica"/>
                <a:ea typeface="Helvetica"/>
                <a:cs typeface="Helvetica"/>
              </a:defRPr>
            </a:lvl4pPr>
            <a:lvl5pPr algn="l">
              <a:defRPr sz="2625" b="1" i="0">
                <a:solidFill>
                  <a:srgbClr val="15121B"/>
                </a:solidFill>
                <a:latin typeface="Helvetica"/>
                <a:ea typeface="Helvetica"/>
                <a:cs typeface="Helvetica"/>
              </a:defRPr>
            </a:lvl5pPr>
            <a:lvl6pPr algn="l">
              <a:defRPr sz="2625" b="1" i="0">
                <a:solidFill>
                  <a:srgbClr val="15121B"/>
                </a:solidFill>
                <a:latin typeface="Helvetica"/>
                <a:ea typeface="Helvetica"/>
                <a:cs typeface="Helvetica"/>
              </a:defRPr>
            </a:lvl6pPr>
            <a:lvl7pPr algn="l">
              <a:defRPr sz="2625" b="1" i="0">
                <a:solidFill>
                  <a:srgbClr val="15121B"/>
                </a:solidFill>
                <a:latin typeface="Helvetica"/>
                <a:ea typeface="Helvetica"/>
                <a:cs typeface="Helvetica"/>
              </a:defRPr>
            </a:lvl7pPr>
            <a:lvl8pPr algn="l">
              <a:defRPr sz="2625" b="1" i="0">
                <a:solidFill>
                  <a:srgbClr val="15121B"/>
                </a:solidFill>
                <a:latin typeface="Helvetica"/>
                <a:ea typeface="Helvetica"/>
                <a:cs typeface="Helvetica"/>
              </a:defRPr>
            </a:lvl8pPr>
            <a:lvl9pPr algn="l">
              <a:defRPr sz="2625" b="1" i="0">
                <a:solidFill>
                  <a:srgbClr val="15121B"/>
                </a:solidFill>
                <a:latin typeface="Helvetica"/>
                <a:ea typeface="Helvetica"/>
                <a:cs typeface="Helvetica"/>
              </a:defRPr>
            </a:lvl9pPr>
          </a:lstStyle>
          <a:p xmlns:a="http://schemas.openxmlformats.org/drawingml/2006/main">
            <a:pPr algn="l">
              <a:defRPr sz="2625" b="1" i="0">
                <a:solidFill>
                  <a:srgbClr val="15121B"/>
                </a:solidFill>
                <a:latin typeface="Helvetica"/>
                <a:ea typeface="Helvetica"/>
                <a:cs typeface="Helvetica"/>
              </a:defRPr>
            </a:pPr>
            <a:r>
              <a:rPr sz="2625" b="1" i="0">
                <a:solidFill>
                  <a:srgbClr val="15121B"/>
                </a:solidFill>
                <a:latin typeface="Helvetica"/>
                <a:ea typeface="Helvetica"/>
                <a:cs typeface="Helvetica"/>
              </a:rPr>
              <a:t>Category convention</a:t>
            </a:r>
          </a:p>
        </p:txBody>
      </p:sp>
      <p:sp>
        <p:nvSpPr>
          <p:cNvPr id="6" name="">
            <a:extLst xmlns:a="http://schemas.openxmlformats.org/drawingml/2006/main">
              <a:ext uri="{FF2B5EF4-FFF2-40B4-BE49-F238E27FC236}">
                <a16:creationId xmlns:a16="http://schemas.microsoft.com/office/drawing/2014/main" id="{1AD1903A-E1E2-48E9-802E-3A94989A711E}"/>
              </a:ext>
            </a:extLst>
          </p:cNvPr>
          <p:cNvSpPr>
            <a:spLocks xmlns:a="http://schemas.openxmlformats.org/drawingml/2006/main" noGrp="1"/>
          </p:cNvSpPr>
          <p:nvPr/>
        </p:nvSpPr>
        <p:spPr>
          <a:xfrm xmlns:a="http://schemas.openxmlformats.org/drawingml/2006/main">
            <a:off x="781050" y="3095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756D7A"/>
                </a:solidFill>
                <a:latin typeface="Helvetica"/>
                <a:ea typeface="Helvetica"/>
                <a:cs typeface="Helvetica"/>
              </a:defRPr>
            </a:defPPr>
            <a:lvl1pPr algn="l">
              <a:defRPr sz="1575" b="0" i="0">
                <a:solidFill>
                  <a:srgbClr val="756D7A"/>
                </a:solidFill>
                <a:latin typeface="Helvetica"/>
                <a:ea typeface="Helvetica"/>
                <a:cs typeface="Helvetica"/>
              </a:defRPr>
            </a:lvl1pPr>
            <a:lvl2pPr algn="l">
              <a:defRPr sz="1575" b="0" i="0">
                <a:solidFill>
                  <a:srgbClr val="756D7A"/>
                </a:solidFill>
                <a:latin typeface="Helvetica"/>
                <a:ea typeface="Helvetica"/>
                <a:cs typeface="Helvetica"/>
              </a:defRPr>
            </a:lvl2pPr>
            <a:lvl3pPr algn="l">
              <a:defRPr sz="1575" b="0" i="0">
                <a:solidFill>
                  <a:srgbClr val="756D7A"/>
                </a:solidFill>
                <a:latin typeface="Helvetica"/>
                <a:ea typeface="Helvetica"/>
                <a:cs typeface="Helvetica"/>
              </a:defRPr>
            </a:lvl3pPr>
            <a:lvl4pPr algn="l">
              <a:defRPr sz="1575" b="0" i="0">
                <a:solidFill>
                  <a:srgbClr val="756D7A"/>
                </a:solidFill>
                <a:latin typeface="Helvetica"/>
                <a:ea typeface="Helvetica"/>
                <a:cs typeface="Helvetica"/>
              </a:defRPr>
            </a:lvl4pPr>
            <a:lvl5pPr algn="l">
              <a:defRPr sz="1575" b="0" i="0">
                <a:solidFill>
                  <a:srgbClr val="756D7A"/>
                </a:solidFill>
                <a:latin typeface="Helvetica"/>
                <a:ea typeface="Helvetica"/>
                <a:cs typeface="Helvetica"/>
              </a:defRPr>
            </a:lvl5pPr>
            <a:lvl6pPr algn="l">
              <a:defRPr sz="1575" b="0" i="0">
                <a:solidFill>
                  <a:srgbClr val="756D7A"/>
                </a:solidFill>
                <a:latin typeface="Helvetica"/>
                <a:ea typeface="Helvetica"/>
                <a:cs typeface="Helvetica"/>
              </a:defRPr>
            </a:lvl6pPr>
            <a:lvl7pPr algn="l">
              <a:defRPr sz="1575" b="0" i="0">
                <a:solidFill>
                  <a:srgbClr val="756D7A"/>
                </a:solidFill>
                <a:latin typeface="Helvetica"/>
                <a:ea typeface="Helvetica"/>
                <a:cs typeface="Helvetica"/>
              </a:defRPr>
            </a:lvl7pPr>
            <a:lvl8pPr algn="l">
              <a:defRPr sz="1575" b="0" i="0">
                <a:solidFill>
                  <a:srgbClr val="756D7A"/>
                </a:solidFill>
                <a:latin typeface="Helvetica"/>
                <a:ea typeface="Helvetica"/>
                <a:cs typeface="Helvetica"/>
              </a:defRPr>
            </a:lvl8pPr>
            <a:lvl9pPr algn="l">
              <a:defRPr sz="1575" b="0" i="0">
                <a:solidFill>
                  <a:srgbClr val="756D7A"/>
                </a:solidFill>
                <a:latin typeface="Helvetica"/>
                <a:ea typeface="Helvetica"/>
                <a:cs typeface="Helvetica"/>
              </a:defRPr>
            </a:lvl9pPr>
          </a:lstStyle>
          <a:p xmlns:a="http://schemas.openxmlformats.org/drawingml/2006/main">
            <a:pPr algn="l">
              <a:defRPr sz="1575" b="0" i="0">
                <a:solidFill>
                  <a:srgbClr val="756D7A"/>
                </a:solidFill>
                <a:latin typeface="Helvetica"/>
                <a:ea typeface="Helvetica"/>
                <a:cs typeface="Helvetica"/>
              </a:defRPr>
            </a:pPr>
            <a:r>
              <a:rPr sz="1575" b="0" i="0">
                <a:solidFill>
                  <a:srgbClr val="756D7A"/>
                </a:solidFill>
                <a:latin typeface="Helvetica"/>
                <a:ea typeface="Helvetica"/>
                <a:cs typeface="Helvetica"/>
              </a:rPr>
              <a:t>A public trust contradiction can undermine a trust-dependent growth story.</a:t>
            </a:r>
          </a:p>
        </p:txBody>
      </p:sp>
      <p:sp>
        <p:nvSpPr>
          <p:cNvPr id="7" name="">
            <a:extLst xmlns:a="http://schemas.openxmlformats.org/drawingml/2006/main">
              <a:ext uri="{FF2B5EF4-FFF2-40B4-BE49-F238E27FC236}">
                <a16:creationId xmlns:a16="http://schemas.microsoft.com/office/drawing/2014/main" id="{3BDFD99B-94C6-4576-84F6-5F9D72E001EB}"/>
              </a:ext>
            </a:extLst>
          </p:cNvPr>
          <p:cNvSpPr>
            <a:spLocks xmlns:a="http://schemas.openxmlformats.org/drawingml/2006/main" noGrp="1"/>
          </p:cNvSpPr>
          <p:nvPr/>
        </p:nvSpPr>
        <p:spPr>
          <a:xfrm xmlns:a="http://schemas.openxmlformats.org/drawingml/2006/main">
            <a:off x="5314950" y="2076450"/>
            <a:ext cx="1562100" cy="1562100"/>
          </a:xfrm>
          <a:prstGeom xmlns:a="http://schemas.openxmlformats.org/drawingml/2006/main" prst="ellipse">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CE9D2F4C-9E94-4175-BF7A-3E2FA50ECCA1}"/>
              </a:ext>
            </a:extLst>
          </p:cNvPr>
          <p:cNvSpPr>
            <a:spLocks xmlns:a="http://schemas.openxmlformats.org/drawingml/2006/main" noGrp="1"/>
          </p:cNvSpPr>
          <p:nvPr/>
        </p:nvSpPr>
        <p:spPr>
          <a:xfrm xmlns:a="http://schemas.openxmlformats.org/drawingml/2006/main">
            <a:off x="5600700" y="2619375"/>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THE GAP</a:t>
            </a:r>
          </a:p>
        </p:txBody>
      </p:sp>
      <p:sp>
        <p:nvSpPr>
          <p:cNvPr id="9" name="">
            <a:extLst xmlns:a="http://schemas.openxmlformats.org/drawingml/2006/main">
              <a:ext uri="{FF2B5EF4-FFF2-40B4-BE49-F238E27FC236}">
                <a16:creationId xmlns:a16="http://schemas.microsoft.com/office/drawing/2014/main" id="{835E1DC5-4CE5-4A95-9689-FAD9720DB954}"/>
              </a:ext>
            </a:extLst>
          </p:cNvPr>
          <p:cNvSpPr>
            <a:spLocks xmlns:a="http://schemas.openxmlformats.org/drawingml/2006/main" noGrp="1"/>
          </p:cNvSpPr>
          <p:nvPr/>
        </p:nvSpPr>
        <p:spPr>
          <a:xfrm xmlns:a="http://schemas.openxmlformats.org/drawingml/2006/main">
            <a:off x="7543800" y="190500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WHAT THE CLIENT CAN OWN</a:t>
            </a:r>
          </a:p>
        </p:txBody>
      </p:sp>
      <p:sp>
        <p:nvSpPr>
          <p:cNvPr id="10" name="">
            <a:extLst xmlns:a="http://schemas.openxmlformats.org/drawingml/2006/main">
              <a:ext uri="{FF2B5EF4-FFF2-40B4-BE49-F238E27FC236}">
                <a16:creationId xmlns:a16="http://schemas.microsoft.com/office/drawing/2014/main" id="{49276C8D-BCA1-417B-84DE-57CC1884B5D3}"/>
              </a:ext>
            </a:extLst>
          </p:cNvPr>
          <p:cNvSpPr>
            <a:spLocks xmlns:a="http://schemas.openxmlformats.org/drawingml/2006/main" noGrp="1"/>
          </p:cNvSpPr>
          <p:nvPr/>
        </p:nvSpPr>
        <p:spPr>
          <a:xfrm xmlns:a="http://schemas.openxmlformats.org/drawingml/2006/main">
            <a:off x="7543800" y="236220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625" b="1" i="0">
                <a:solidFill>
                  <a:srgbClr val="5A2E78"/>
                </a:solidFill>
                <a:latin typeface="Helvetica"/>
                <a:ea typeface="Helvetica"/>
                <a:cs typeface="Helvetica"/>
              </a:defRPr>
            </a:defPPr>
            <a:lvl1pPr algn="l">
              <a:defRPr sz="2625" b="1" i="0">
                <a:solidFill>
                  <a:srgbClr val="5A2E78"/>
                </a:solidFill>
                <a:latin typeface="Helvetica"/>
                <a:ea typeface="Helvetica"/>
                <a:cs typeface="Helvetica"/>
              </a:defRPr>
            </a:lvl1pPr>
            <a:lvl2pPr algn="l">
              <a:defRPr sz="2625" b="1" i="0">
                <a:solidFill>
                  <a:srgbClr val="5A2E78"/>
                </a:solidFill>
                <a:latin typeface="Helvetica"/>
                <a:ea typeface="Helvetica"/>
                <a:cs typeface="Helvetica"/>
              </a:defRPr>
            </a:lvl2pPr>
            <a:lvl3pPr algn="l">
              <a:defRPr sz="2625" b="1" i="0">
                <a:solidFill>
                  <a:srgbClr val="5A2E78"/>
                </a:solidFill>
                <a:latin typeface="Helvetica"/>
                <a:ea typeface="Helvetica"/>
                <a:cs typeface="Helvetica"/>
              </a:defRPr>
            </a:lvl3pPr>
            <a:lvl4pPr algn="l">
              <a:defRPr sz="2625" b="1" i="0">
                <a:solidFill>
                  <a:srgbClr val="5A2E78"/>
                </a:solidFill>
                <a:latin typeface="Helvetica"/>
                <a:ea typeface="Helvetica"/>
                <a:cs typeface="Helvetica"/>
              </a:defRPr>
            </a:lvl4pPr>
            <a:lvl5pPr algn="l">
              <a:defRPr sz="2625" b="1" i="0">
                <a:solidFill>
                  <a:srgbClr val="5A2E78"/>
                </a:solidFill>
                <a:latin typeface="Helvetica"/>
                <a:ea typeface="Helvetica"/>
                <a:cs typeface="Helvetica"/>
              </a:defRPr>
            </a:lvl5pPr>
            <a:lvl6pPr algn="l">
              <a:defRPr sz="2625" b="1" i="0">
                <a:solidFill>
                  <a:srgbClr val="5A2E78"/>
                </a:solidFill>
                <a:latin typeface="Helvetica"/>
                <a:ea typeface="Helvetica"/>
                <a:cs typeface="Helvetica"/>
              </a:defRPr>
            </a:lvl6pPr>
            <a:lvl7pPr algn="l">
              <a:defRPr sz="2625" b="1" i="0">
                <a:solidFill>
                  <a:srgbClr val="5A2E78"/>
                </a:solidFill>
                <a:latin typeface="Helvetica"/>
                <a:ea typeface="Helvetica"/>
                <a:cs typeface="Helvetica"/>
              </a:defRPr>
            </a:lvl7pPr>
            <a:lvl8pPr algn="l">
              <a:defRPr sz="2625" b="1" i="0">
                <a:solidFill>
                  <a:srgbClr val="5A2E78"/>
                </a:solidFill>
                <a:latin typeface="Helvetica"/>
                <a:ea typeface="Helvetica"/>
                <a:cs typeface="Helvetica"/>
              </a:defRPr>
            </a:lvl8pPr>
            <a:lvl9pPr algn="l">
              <a:defRPr sz="2625" b="1" i="0">
                <a:solidFill>
                  <a:srgbClr val="5A2E78"/>
                </a:solidFill>
                <a:latin typeface="Helvetica"/>
                <a:ea typeface="Helvetica"/>
                <a:cs typeface="Helvetica"/>
              </a:defRPr>
            </a:lvl9pPr>
          </a:lstStyle>
          <a:p xmlns:a="http://schemas.openxmlformats.org/drawingml/2006/main">
            <a:pPr algn="l">
              <a:defRPr sz="2625" b="1" i="0">
                <a:solidFill>
                  <a:srgbClr val="5A2E78"/>
                </a:solidFill>
                <a:latin typeface="Helvetica"/>
                <a:ea typeface="Helvetica"/>
                <a:cs typeface="Helvetica"/>
              </a:defRPr>
            </a:pPr>
            <a:r>
              <a:rPr sz="2625" b="1" i="0">
                <a:solidFill>
                  <a:srgbClr val="5A2E78"/>
                </a:solidFill>
                <a:latin typeface="Helvetica"/>
                <a:ea typeface="Helvetica"/>
                <a:cs typeface="Helvetica"/>
              </a:rPr>
              <a:t>Distinctive advantage</a:t>
            </a:r>
          </a:p>
        </p:txBody>
      </p:sp>
      <p:sp>
        <p:nvSpPr>
          <p:cNvPr id="11" name="">
            <a:extLst xmlns:a="http://schemas.openxmlformats.org/drawingml/2006/main">
              <a:ext uri="{FF2B5EF4-FFF2-40B4-BE49-F238E27FC236}">
                <a16:creationId xmlns:a16="http://schemas.microsoft.com/office/drawing/2014/main" id="{7BEB30E9-2EB2-4096-A8C2-2DCE0F2A4DBA}"/>
              </a:ext>
            </a:extLst>
          </p:cNvPr>
          <p:cNvSpPr>
            <a:spLocks xmlns:a="http://schemas.openxmlformats.org/drawingml/2006/main" noGrp="1"/>
          </p:cNvSpPr>
          <p:nvPr/>
        </p:nvSpPr>
        <p:spPr>
          <a:xfrm xmlns:a="http://schemas.openxmlformats.org/drawingml/2006/main">
            <a:off x="7543800" y="3095625"/>
            <a:ext cx="3714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0" i="0">
                <a:solidFill>
                  <a:srgbClr val="15121B"/>
                </a:solidFill>
                <a:latin typeface="Helvetica"/>
                <a:ea typeface="Helvetica"/>
                <a:cs typeface="Helvetica"/>
              </a:defRPr>
            </a:defPPr>
            <a:lvl1pPr algn="l">
              <a:defRPr sz="1350" b="0" i="0">
                <a:solidFill>
                  <a:srgbClr val="15121B"/>
                </a:solidFill>
                <a:latin typeface="Helvetica"/>
                <a:ea typeface="Helvetica"/>
                <a:cs typeface="Helvetica"/>
              </a:defRPr>
            </a:lvl1pPr>
            <a:lvl2pPr algn="l">
              <a:defRPr sz="1350" b="0" i="0">
                <a:solidFill>
                  <a:srgbClr val="15121B"/>
                </a:solidFill>
                <a:latin typeface="Helvetica"/>
                <a:ea typeface="Helvetica"/>
                <a:cs typeface="Helvetica"/>
              </a:defRPr>
            </a:lvl2pPr>
            <a:lvl3pPr algn="l">
              <a:defRPr sz="1350" b="0" i="0">
                <a:solidFill>
                  <a:srgbClr val="15121B"/>
                </a:solidFill>
                <a:latin typeface="Helvetica"/>
                <a:ea typeface="Helvetica"/>
                <a:cs typeface="Helvetica"/>
              </a:defRPr>
            </a:lvl3pPr>
            <a:lvl4pPr algn="l">
              <a:defRPr sz="1350" b="0" i="0">
                <a:solidFill>
                  <a:srgbClr val="15121B"/>
                </a:solidFill>
                <a:latin typeface="Helvetica"/>
                <a:ea typeface="Helvetica"/>
                <a:cs typeface="Helvetica"/>
              </a:defRPr>
            </a:lvl4pPr>
            <a:lvl5pPr algn="l">
              <a:defRPr sz="1350" b="0" i="0">
                <a:solidFill>
                  <a:srgbClr val="15121B"/>
                </a:solidFill>
                <a:latin typeface="Helvetica"/>
                <a:ea typeface="Helvetica"/>
                <a:cs typeface="Helvetica"/>
              </a:defRPr>
            </a:lvl5pPr>
            <a:lvl6pPr algn="l">
              <a:defRPr sz="1350" b="0" i="0">
                <a:solidFill>
                  <a:srgbClr val="15121B"/>
                </a:solidFill>
                <a:latin typeface="Helvetica"/>
                <a:ea typeface="Helvetica"/>
                <a:cs typeface="Helvetica"/>
              </a:defRPr>
            </a:lvl6pPr>
            <a:lvl7pPr algn="l">
              <a:defRPr sz="1350" b="0" i="0">
                <a:solidFill>
                  <a:srgbClr val="15121B"/>
                </a:solidFill>
                <a:latin typeface="Helvetica"/>
                <a:ea typeface="Helvetica"/>
                <a:cs typeface="Helvetica"/>
              </a:defRPr>
            </a:lvl7pPr>
            <a:lvl8pPr algn="l">
              <a:defRPr sz="1350" b="0" i="0">
                <a:solidFill>
                  <a:srgbClr val="15121B"/>
                </a:solidFill>
                <a:latin typeface="Helvetica"/>
                <a:ea typeface="Helvetica"/>
                <a:cs typeface="Helvetica"/>
              </a:defRPr>
            </a:lvl8pPr>
            <a:lvl9pPr algn="l">
              <a:defRPr sz="1350" b="0" i="0">
                <a:solidFill>
                  <a:srgbClr val="15121B"/>
                </a:solidFill>
                <a:latin typeface="Helvetica"/>
                <a:ea typeface="Helvetica"/>
                <a:cs typeface="Helvetica"/>
              </a:defRPr>
            </a:lvl9pPr>
          </a:lstStyle>
          <a:p xmlns:a="http://schemas.openxmlformats.org/drawingml/2006/main">
            <a:pPr algn="l">
              <a:defRPr sz="1350" b="0" i="0">
                <a:solidFill>
                  <a:srgbClr val="15121B"/>
                </a:solidFill>
                <a:latin typeface="Helvetica"/>
                <a:ea typeface="Helvetica"/>
                <a:cs typeface="Helvetica"/>
              </a:defRPr>
            </a:pPr>
            <a:r>
              <a:rPr sz="1350" b="0" i="0">
                <a:solidFill>
                  <a:srgbClr val="15121B"/>
                </a:solidFill>
                <a:latin typeface="Helvetica"/>
                <a:ea typeface="Helvetica"/>
                <a:cs typeface="Helvetica"/>
              </a:rPr>
              <a:t>Proof must do practical work at trial and transition.</a:t>
            </a:r>
          </a:p>
        </p:txBody>
      </p:sp>
      <p:sp>
        <p:nvSpPr>
          <p:cNvPr id="12" name="">
            <a:extLst xmlns:a="http://schemas.openxmlformats.org/drawingml/2006/main">
              <a:ext uri="{FF2B5EF4-FFF2-40B4-BE49-F238E27FC236}">
                <a16:creationId xmlns:a16="http://schemas.microsoft.com/office/drawing/2014/main" id="{26FCC9E3-12A2-4910-822A-F92235D28A19}"/>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3" name="">
            <a:extLst xmlns:a="http://schemas.openxmlformats.org/drawingml/2006/main">
              <a:ext uri="{FF2B5EF4-FFF2-40B4-BE49-F238E27FC236}">
                <a16:creationId xmlns:a16="http://schemas.microsoft.com/office/drawing/2014/main" id="{6FBAF20B-A05F-4AB0-A3F8-F2A467FECF8A}"/>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A public trust contradiction can undermine a trust-dependent growth story.</a:t>
            </a:r>
          </a:p>
        </p:txBody>
      </p:sp>
      <p:sp>
        <p:nvSpPr>
          <p:cNvPr id="14" name="">
            <a:extLst xmlns:a="http://schemas.openxmlformats.org/drawingml/2006/main">
              <a:ext uri="{FF2B5EF4-FFF2-40B4-BE49-F238E27FC236}">
                <a16:creationId xmlns:a16="http://schemas.microsoft.com/office/drawing/2014/main" id="{77792BB8-C838-45E5-A930-F6E8213B8331}"/>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K3, K9</a:t>
            </a:r>
          </a:p>
        </p:txBody>
      </p:sp>
      <p:sp>
        <p:nvSpPr>
          <p:cNvPr id="15" name="">
            <a:extLst xmlns:a="http://schemas.openxmlformats.org/drawingml/2006/main">
              <a:ext uri="{FF2B5EF4-FFF2-40B4-BE49-F238E27FC236}">
                <a16:creationId xmlns:a16="http://schemas.microsoft.com/office/drawing/2014/main" id="{EF577C15-F8DE-4813-883A-7167EF764D44}"/>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6" name="">
            <a:extLst xmlns:a="http://schemas.openxmlformats.org/drawingml/2006/main">
              <a:ext uri="{FF2B5EF4-FFF2-40B4-BE49-F238E27FC236}">
                <a16:creationId xmlns:a16="http://schemas.microsoft.com/office/drawing/2014/main" id="{58E7BF48-09DA-48F5-B66A-E889CA266320}"/>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7" name="">
            <a:extLst xmlns:a="http://schemas.openxmlformats.org/drawingml/2006/main">
              <a:ext uri="{FF2B5EF4-FFF2-40B4-BE49-F238E27FC236}">
                <a16:creationId xmlns:a16="http://schemas.microsoft.com/office/drawing/2014/main" id="{BE72B5E0-9807-4DF2-B513-9CA950E23E4D}"/>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10 / 30</a:t>
            </a:r>
          </a:p>
        </p:txBody>
      </p:sp>
    </p:spTree>
    <p:extLst>
      <p:ext uri="{BB962C8B-B14F-4D97-AF65-F5344CB8AC3E}">
        <p14:creationId xmlns:p14="http://schemas.microsoft.com/office/powerpoint/2010/main" val="1059662521"/>
      </p:ext>
    </p:extLst>
  </p:cSld>
</p:sld>
</file>

<file path=ppt/slides/slide11.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5917749-6337-43D3-B864-3016F1D32DBA}"/>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3 / AUDIENCE + DEMAND OPPORTUNITY</a:t>
            </a:r>
          </a:p>
        </p:txBody>
      </p:sp>
      <p:sp>
        <p:nvSpPr>
          <p:cNvPr id="2" name="">
            <a:extLst xmlns:a="http://schemas.openxmlformats.org/drawingml/2006/main">
              <a:ext uri="{FF2B5EF4-FFF2-40B4-BE49-F238E27FC236}">
                <a16:creationId xmlns:a16="http://schemas.microsoft.com/office/drawing/2014/main" id="{404A0814-86D5-4B1D-B64A-2BFBB5F4E595}"/>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Audience Reality</a:t>
            </a:r>
          </a:p>
        </p:txBody>
      </p:sp>
      <p:sp>
        <p:nvSpPr>
          <p:cNvPr id="3" name="">
            <a:extLst xmlns:a="http://schemas.openxmlformats.org/drawingml/2006/main">
              <a:ext uri="{FF2B5EF4-FFF2-40B4-BE49-F238E27FC236}">
                <a16:creationId xmlns:a16="http://schemas.microsoft.com/office/drawing/2014/main" id="{FEDCF06C-16BA-48C2-B901-186F0725030B}"/>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64AFCEB4-3056-4021-865B-5BD81A9E3BF2}"/>
              </a:ext>
            </a:extLst>
          </p:cNvPr>
          <p:cNvSpPr>
            <a:spLocks xmlns:a="http://schemas.openxmlformats.org/drawingml/2006/main" noGrp="1"/>
          </p:cNvSpPr>
          <p:nvPr/>
        </p:nvSpPr>
        <p:spPr>
          <a:xfrm xmlns:a="http://schemas.openxmlformats.org/drawingml/2006/main">
            <a:off x="704850" y="1952625"/>
            <a:ext cx="3200400" cy="2590800"/>
          </a:xfrm>
          <a:prstGeom xmlns:a="http://schemas.openxmlformats.org/drawingml/2006/main" prst="roundRect">
            <a:avLst>
              <a:gd name="adj" fmla="val 2941"/>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F4C892B5-7D83-448E-9AFE-8D79AC622C20}"/>
              </a:ext>
            </a:extLst>
          </p:cNvPr>
          <p:cNvSpPr>
            <a:spLocks xmlns:a="http://schemas.openxmlformats.org/drawingml/2006/main" noGrp="1"/>
          </p:cNvSpPr>
          <p:nvPr/>
        </p:nvSpPr>
        <p:spPr>
          <a:xfrm xmlns:a="http://schemas.openxmlformats.org/drawingml/2006/main">
            <a:off x="9334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01</a:t>
            </a:r>
          </a:p>
        </p:txBody>
      </p:sp>
      <p:sp>
        <p:nvSpPr>
          <p:cNvPr id="6" name="">
            <a:extLst xmlns:a="http://schemas.openxmlformats.org/drawingml/2006/main">
              <a:ext uri="{FF2B5EF4-FFF2-40B4-BE49-F238E27FC236}">
                <a16:creationId xmlns:a16="http://schemas.microsoft.com/office/drawing/2014/main" id="{BAD6DC8F-F0EB-4764-8638-8CB46606A03A}"/>
              </a:ext>
            </a:extLst>
          </p:cNvPr>
          <p:cNvSpPr>
            <a:spLocks xmlns:a="http://schemas.openxmlformats.org/drawingml/2006/main" noGrp="1"/>
          </p:cNvSpPr>
          <p:nvPr/>
        </p:nvSpPr>
        <p:spPr>
          <a:xfrm xmlns:a="http://schemas.openxmlformats.org/drawingml/2006/main">
            <a:off x="9334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CORE</a:t>
            </a:r>
          </a:p>
        </p:txBody>
      </p:sp>
      <p:sp>
        <p:nvSpPr>
          <p:cNvPr id="7" name="">
            <a:extLst xmlns:a="http://schemas.openxmlformats.org/drawingml/2006/main">
              <a:ext uri="{FF2B5EF4-FFF2-40B4-BE49-F238E27FC236}">
                <a16:creationId xmlns:a16="http://schemas.microsoft.com/office/drawing/2014/main" id="{E12C057B-1369-49F0-A6F9-EC90A0B6B769}"/>
              </a:ext>
            </a:extLst>
          </p:cNvPr>
          <p:cNvSpPr>
            <a:spLocks xmlns:a="http://schemas.openxmlformats.org/drawingml/2006/main" noGrp="1"/>
          </p:cNvSpPr>
          <p:nvPr/>
        </p:nvSpPr>
        <p:spPr>
          <a:xfrm xmlns:a="http://schemas.openxmlformats.org/drawingml/2006/main">
            <a:off x="9334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Outside-in evidence cannot yet support confident buyer segmentation.</a:t>
            </a:r>
          </a:p>
        </p:txBody>
      </p:sp>
      <p:sp>
        <p:nvSpPr>
          <p:cNvPr id="8" name="">
            <a:extLst xmlns:a="http://schemas.openxmlformats.org/drawingml/2006/main">
              <a:ext uri="{FF2B5EF4-FFF2-40B4-BE49-F238E27FC236}">
                <a16:creationId xmlns:a16="http://schemas.microsoft.com/office/drawing/2014/main" id="{1B26B858-D73D-441F-AB89-9E2ED7EC25A2}"/>
              </a:ext>
            </a:extLst>
          </p:cNvPr>
          <p:cNvSpPr>
            <a:spLocks xmlns:a="http://schemas.openxmlformats.org/drawingml/2006/main" noGrp="1"/>
          </p:cNvSpPr>
          <p:nvPr/>
        </p:nvSpPr>
        <p:spPr>
          <a:xfrm xmlns:a="http://schemas.openxmlformats.org/drawingml/2006/main">
            <a:off x="4419600" y="1952625"/>
            <a:ext cx="3200400" cy="2590800"/>
          </a:xfrm>
          <a:prstGeom xmlns:a="http://schemas.openxmlformats.org/drawingml/2006/main" prst="roundRect">
            <a:avLst>
              <a:gd name="adj" fmla="val 2941"/>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A903EBC8-2C3C-41FB-843A-07DE9AEF341D}"/>
              </a:ext>
            </a:extLst>
          </p:cNvPr>
          <p:cNvSpPr>
            <a:spLocks xmlns:a="http://schemas.openxmlformats.org/drawingml/2006/main" noGrp="1"/>
          </p:cNvSpPr>
          <p:nvPr/>
        </p:nvSpPr>
        <p:spPr>
          <a:xfrm xmlns:a="http://schemas.openxmlformats.org/drawingml/2006/main">
            <a:off x="464820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02</a:t>
            </a:r>
          </a:p>
        </p:txBody>
      </p:sp>
      <p:sp>
        <p:nvSpPr>
          <p:cNvPr id="10" name="">
            <a:extLst xmlns:a="http://schemas.openxmlformats.org/drawingml/2006/main">
              <a:ext uri="{FF2B5EF4-FFF2-40B4-BE49-F238E27FC236}">
                <a16:creationId xmlns:a16="http://schemas.microsoft.com/office/drawing/2014/main" id="{5F5BF826-ED63-419B-88D9-3D7D292F8377}"/>
              </a:ext>
            </a:extLst>
          </p:cNvPr>
          <p:cNvSpPr>
            <a:spLocks xmlns:a="http://schemas.openxmlformats.org/drawingml/2006/main" noGrp="1"/>
          </p:cNvSpPr>
          <p:nvPr/>
        </p:nvSpPr>
        <p:spPr>
          <a:xfrm xmlns:a="http://schemas.openxmlformats.org/drawingml/2006/main">
            <a:off x="464820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CONVERT</a:t>
            </a:r>
          </a:p>
        </p:txBody>
      </p:sp>
      <p:sp>
        <p:nvSpPr>
          <p:cNvPr id="11" name="">
            <a:extLst xmlns:a="http://schemas.openxmlformats.org/drawingml/2006/main">
              <a:ext uri="{FF2B5EF4-FFF2-40B4-BE49-F238E27FC236}">
                <a16:creationId xmlns:a16="http://schemas.microsoft.com/office/drawing/2014/main" id="{2DC1D483-FA39-444D-A0BA-8B1A15ED1BE3}"/>
              </a:ext>
            </a:extLst>
          </p:cNvPr>
          <p:cNvSpPr>
            <a:spLocks xmlns:a="http://schemas.openxmlformats.org/drawingml/2006/main" noGrp="1"/>
          </p:cNvSpPr>
          <p:nvPr/>
        </p:nvSpPr>
        <p:spPr>
          <a:xfrm xmlns:a="http://schemas.openxmlformats.org/drawingml/2006/main">
            <a:off x="464820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Committed cat parents weighing whether the price and operational change of frozen fresh food (freezer space, defrost routine) is justified by.</a:t>
            </a:r>
          </a:p>
        </p:txBody>
      </p:sp>
      <p:sp>
        <p:nvSpPr>
          <p:cNvPr id="12" name="">
            <a:extLst xmlns:a="http://schemas.openxmlformats.org/drawingml/2006/main">
              <a:ext uri="{FF2B5EF4-FFF2-40B4-BE49-F238E27FC236}">
                <a16:creationId xmlns:a16="http://schemas.microsoft.com/office/drawing/2014/main" id="{EEC55BFE-C891-488F-802A-D469495EE5E6}"/>
              </a:ext>
            </a:extLst>
          </p:cNvPr>
          <p:cNvSpPr>
            <a:spLocks xmlns:a="http://schemas.openxmlformats.org/drawingml/2006/main" noGrp="1"/>
          </p:cNvSpPr>
          <p:nvPr/>
        </p:nvSpPr>
        <p:spPr>
          <a:xfrm xmlns:a="http://schemas.openxmlformats.org/drawingml/2006/main">
            <a:off x="8134350" y="1952625"/>
            <a:ext cx="3200400" cy="2590800"/>
          </a:xfrm>
          <a:prstGeom xmlns:a="http://schemas.openxmlformats.org/drawingml/2006/main" prst="roundRect">
            <a:avLst>
              <a:gd name="adj" fmla="val 2941"/>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9F703ECA-CF18-4A4F-86FA-6D618240320F}"/>
              </a:ext>
            </a:extLst>
          </p:cNvPr>
          <p:cNvSpPr>
            <a:spLocks xmlns:a="http://schemas.openxmlformats.org/drawingml/2006/main" noGrp="1"/>
          </p:cNvSpPr>
          <p:nvPr/>
        </p:nvSpPr>
        <p:spPr>
          <a:xfrm xmlns:a="http://schemas.openxmlformats.org/drawingml/2006/main">
            <a:off x="83629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03</a:t>
            </a:r>
          </a:p>
        </p:txBody>
      </p:sp>
      <p:sp>
        <p:nvSpPr>
          <p:cNvPr id="14" name="">
            <a:extLst xmlns:a="http://schemas.openxmlformats.org/drawingml/2006/main">
              <a:ext uri="{FF2B5EF4-FFF2-40B4-BE49-F238E27FC236}">
                <a16:creationId xmlns:a16="http://schemas.microsoft.com/office/drawing/2014/main" id="{3CEEA8B9-FC2B-48FE-9890-F8CBF8D788DC}"/>
              </a:ext>
            </a:extLst>
          </p:cNvPr>
          <p:cNvSpPr>
            <a:spLocks xmlns:a="http://schemas.openxmlformats.org/drawingml/2006/main" noGrp="1"/>
          </p:cNvSpPr>
          <p:nvPr/>
        </p:nvSpPr>
        <p:spPr>
          <a:xfrm xmlns:a="http://schemas.openxmlformats.org/drawingml/2006/main">
            <a:off x="83629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EXPAND</a:t>
            </a:r>
          </a:p>
        </p:txBody>
      </p:sp>
      <p:sp>
        <p:nvSpPr>
          <p:cNvPr id="15" name="">
            <a:extLst xmlns:a="http://schemas.openxmlformats.org/drawingml/2006/main">
              <a:ext uri="{FF2B5EF4-FFF2-40B4-BE49-F238E27FC236}">
                <a16:creationId xmlns:a16="http://schemas.microsoft.com/office/drawing/2014/main" id="{D6AA31DE-D93F-4C4B-8995-AC834E006487}"/>
              </a:ext>
            </a:extLst>
          </p:cNvPr>
          <p:cNvSpPr>
            <a:spLocks xmlns:a="http://schemas.openxmlformats.org/drawingml/2006/main" noGrp="1"/>
          </p:cNvSpPr>
          <p:nvPr/>
        </p:nvSpPr>
        <p:spPr>
          <a:xfrm xmlns:a="http://schemas.openxmlformats.org/drawingml/2006/main">
            <a:off x="83629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Outside-in evidence cannot yet support confident buyer segmentation.</a:t>
            </a:r>
          </a:p>
        </p:txBody>
      </p:sp>
      <p:sp>
        <p:nvSpPr>
          <p:cNvPr id="16" name="">
            <a:extLst xmlns:a="http://schemas.openxmlformats.org/drawingml/2006/main">
              <a:ext uri="{FF2B5EF4-FFF2-40B4-BE49-F238E27FC236}">
                <a16:creationId xmlns:a16="http://schemas.microsoft.com/office/drawing/2014/main" id="{7224181A-7461-4F7C-B08D-25AED774E4E3}"/>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DCB32D8A-92AA-4427-8606-CD8F040AF621}"/>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Outside-in evidence cannot yet support confident buyer segmentation.</a:t>
            </a:r>
          </a:p>
        </p:txBody>
      </p:sp>
      <p:sp>
        <p:nvSpPr>
          <p:cNvPr id="18" name="">
            <a:extLst xmlns:a="http://schemas.openxmlformats.org/drawingml/2006/main">
              <a:ext uri="{FF2B5EF4-FFF2-40B4-BE49-F238E27FC236}">
                <a16:creationId xmlns:a16="http://schemas.microsoft.com/office/drawing/2014/main" id="{92CC412C-EB09-41AE-86A9-6F428178517A}"/>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K8, K9</a:t>
            </a:r>
          </a:p>
        </p:txBody>
      </p:sp>
      <p:sp>
        <p:nvSpPr>
          <p:cNvPr id="19" name="">
            <a:extLst xmlns:a="http://schemas.openxmlformats.org/drawingml/2006/main">
              <a:ext uri="{FF2B5EF4-FFF2-40B4-BE49-F238E27FC236}">
                <a16:creationId xmlns:a16="http://schemas.microsoft.com/office/drawing/2014/main" id="{16A3403F-2353-4E08-AD82-6CEE8AB257DD}"/>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D7BE1916-3328-4763-B6E9-6123DB1562A4}"/>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4EFBE47D-A18C-4267-AE04-09D5FE414DA2}"/>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11 / 30</a:t>
            </a:r>
          </a:p>
        </p:txBody>
      </p:sp>
    </p:spTree>
    <p:extLst>
      <p:ext uri="{BB962C8B-B14F-4D97-AF65-F5344CB8AC3E}">
        <p14:creationId xmlns:p14="http://schemas.microsoft.com/office/powerpoint/2010/main" val="1542597739"/>
      </p:ext>
    </p:extLst>
  </p:cSld>
</p:sld>
</file>

<file path=ppt/slides/slide12.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4414FA-AE68-4FDB-AA5E-7E50E01C0DA5}"/>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3 / AUDIENCE + DEMAND OPPORTUNITY</a:t>
            </a:r>
          </a:p>
        </p:txBody>
      </p:sp>
      <p:sp>
        <p:nvSpPr>
          <p:cNvPr id="2" name="">
            <a:extLst xmlns:a="http://schemas.openxmlformats.org/drawingml/2006/main">
              <a:ext uri="{FF2B5EF4-FFF2-40B4-BE49-F238E27FC236}">
                <a16:creationId xmlns:a16="http://schemas.microsoft.com/office/drawing/2014/main" id="{B05454C8-C50B-40C7-909D-B4CC2E734C8A}"/>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Audience Segments / Demand Pools</a:t>
            </a:r>
          </a:p>
        </p:txBody>
      </p:sp>
      <p:sp>
        <p:nvSpPr>
          <p:cNvPr id="3" name="">
            <a:extLst xmlns:a="http://schemas.openxmlformats.org/drawingml/2006/main">
              <a:ext uri="{FF2B5EF4-FFF2-40B4-BE49-F238E27FC236}">
                <a16:creationId xmlns:a16="http://schemas.microsoft.com/office/drawing/2014/main" id="{0FDF3460-D0C4-4E5D-887D-CFCA7BF0F34F}"/>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D9759FF5-A54A-40AE-B4A3-49878DD9ED3C}"/>
              </a:ext>
            </a:extLst>
          </p:cNvPr>
          <p:cNvSpPr>
            <a:spLocks xmlns:a="http://schemas.openxmlformats.org/drawingml/2006/main" noGrp="1"/>
          </p:cNvSpPr>
          <p:nvPr/>
        </p:nvSpPr>
        <p:spPr>
          <a:xfrm xmlns:a="http://schemas.openxmlformats.org/drawingml/2006/main">
            <a:off x="704850" y="1952625"/>
            <a:ext cx="3200400" cy="2590800"/>
          </a:xfrm>
          <a:prstGeom xmlns:a="http://schemas.openxmlformats.org/drawingml/2006/main" prst="roundRect">
            <a:avLst>
              <a:gd name="adj" fmla="val 2941"/>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E45BB21C-97C3-4076-AC7B-B8C99DA78178}"/>
              </a:ext>
            </a:extLst>
          </p:cNvPr>
          <p:cNvSpPr>
            <a:spLocks xmlns:a="http://schemas.openxmlformats.org/drawingml/2006/main" noGrp="1"/>
          </p:cNvSpPr>
          <p:nvPr/>
        </p:nvSpPr>
        <p:spPr>
          <a:xfrm xmlns:a="http://schemas.openxmlformats.org/drawingml/2006/main">
            <a:off x="9334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01</a:t>
            </a:r>
          </a:p>
        </p:txBody>
      </p:sp>
      <p:sp>
        <p:nvSpPr>
          <p:cNvPr id="6" name="">
            <a:extLst xmlns:a="http://schemas.openxmlformats.org/drawingml/2006/main">
              <a:ext uri="{FF2B5EF4-FFF2-40B4-BE49-F238E27FC236}">
                <a16:creationId xmlns:a16="http://schemas.microsoft.com/office/drawing/2014/main" id="{E932DA3A-9604-4863-909F-8EF041A09754}"/>
              </a:ext>
            </a:extLst>
          </p:cNvPr>
          <p:cNvSpPr>
            <a:spLocks xmlns:a="http://schemas.openxmlformats.org/drawingml/2006/main" noGrp="1"/>
          </p:cNvSpPr>
          <p:nvPr/>
        </p:nvSpPr>
        <p:spPr>
          <a:xfrm xmlns:a="http://schemas.openxmlformats.org/drawingml/2006/main">
            <a:off x="9334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CORE</a:t>
            </a:r>
          </a:p>
        </p:txBody>
      </p:sp>
      <p:sp>
        <p:nvSpPr>
          <p:cNvPr id="7" name="">
            <a:extLst xmlns:a="http://schemas.openxmlformats.org/drawingml/2006/main">
              <a:ext uri="{FF2B5EF4-FFF2-40B4-BE49-F238E27FC236}">
                <a16:creationId xmlns:a16="http://schemas.microsoft.com/office/drawing/2014/main" id="{6345D189-3902-4D77-8F7A-0A62268F7634}"/>
              </a:ext>
            </a:extLst>
          </p:cNvPr>
          <p:cNvSpPr>
            <a:spLocks xmlns:a="http://schemas.openxmlformats.org/drawingml/2006/main" noGrp="1"/>
          </p:cNvSpPr>
          <p:nvPr/>
        </p:nvSpPr>
        <p:spPr>
          <a:xfrm xmlns:a="http://schemas.openxmlformats.org/drawingml/2006/main">
            <a:off x="9334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Potential buyer jobs are a research question, not a settled segment model.</a:t>
            </a:r>
          </a:p>
        </p:txBody>
      </p:sp>
      <p:sp>
        <p:nvSpPr>
          <p:cNvPr id="8" name="">
            <a:extLst xmlns:a="http://schemas.openxmlformats.org/drawingml/2006/main">
              <a:ext uri="{FF2B5EF4-FFF2-40B4-BE49-F238E27FC236}">
                <a16:creationId xmlns:a16="http://schemas.microsoft.com/office/drawing/2014/main" id="{CF42DD5A-A260-4FCD-8D6B-59957DD54AD9}"/>
              </a:ext>
            </a:extLst>
          </p:cNvPr>
          <p:cNvSpPr>
            <a:spLocks xmlns:a="http://schemas.openxmlformats.org/drawingml/2006/main" noGrp="1"/>
          </p:cNvSpPr>
          <p:nvPr/>
        </p:nvSpPr>
        <p:spPr>
          <a:xfrm xmlns:a="http://schemas.openxmlformats.org/drawingml/2006/main">
            <a:off x="4419600" y="1952625"/>
            <a:ext cx="3200400" cy="2590800"/>
          </a:xfrm>
          <a:prstGeom xmlns:a="http://schemas.openxmlformats.org/drawingml/2006/main" prst="roundRect">
            <a:avLst>
              <a:gd name="adj" fmla="val 2941"/>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03A66C02-8931-4BB0-BC2F-06AAF4FA2F73}"/>
              </a:ext>
            </a:extLst>
          </p:cNvPr>
          <p:cNvSpPr>
            <a:spLocks xmlns:a="http://schemas.openxmlformats.org/drawingml/2006/main" noGrp="1"/>
          </p:cNvSpPr>
          <p:nvPr/>
        </p:nvSpPr>
        <p:spPr>
          <a:xfrm xmlns:a="http://schemas.openxmlformats.org/drawingml/2006/main">
            <a:off x="464820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02</a:t>
            </a:r>
          </a:p>
        </p:txBody>
      </p:sp>
      <p:sp>
        <p:nvSpPr>
          <p:cNvPr id="10" name="">
            <a:extLst xmlns:a="http://schemas.openxmlformats.org/drawingml/2006/main">
              <a:ext uri="{FF2B5EF4-FFF2-40B4-BE49-F238E27FC236}">
                <a16:creationId xmlns:a16="http://schemas.microsoft.com/office/drawing/2014/main" id="{5DB8C4B0-AC90-48AD-A642-448CFA6C8D63}"/>
              </a:ext>
            </a:extLst>
          </p:cNvPr>
          <p:cNvSpPr>
            <a:spLocks xmlns:a="http://schemas.openxmlformats.org/drawingml/2006/main" noGrp="1"/>
          </p:cNvSpPr>
          <p:nvPr/>
        </p:nvSpPr>
        <p:spPr>
          <a:xfrm xmlns:a="http://schemas.openxmlformats.org/drawingml/2006/main">
            <a:off x="464820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CONVERT</a:t>
            </a:r>
          </a:p>
        </p:txBody>
      </p:sp>
      <p:sp>
        <p:nvSpPr>
          <p:cNvPr id="11" name="">
            <a:extLst xmlns:a="http://schemas.openxmlformats.org/drawingml/2006/main">
              <a:ext uri="{FF2B5EF4-FFF2-40B4-BE49-F238E27FC236}">
                <a16:creationId xmlns:a16="http://schemas.microsoft.com/office/drawing/2014/main" id="{F17EA497-EA9D-4BA4-A4CB-B6D6C5A6FF20}"/>
              </a:ext>
            </a:extLst>
          </p:cNvPr>
          <p:cNvSpPr>
            <a:spLocks xmlns:a="http://schemas.openxmlformats.org/drawingml/2006/main" noGrp="1"/>
          </p:cNvSpPr>
          <p:nvPr/>
        </p:nvSpPr>
        <p:spPr>
          <a:xfrm xmlns:a="http://schemas.openxmlformats.org/drawingml/2006/main">
            <a:off x="464820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First-party performance data remains unavailable.</a:t>
            </a:r>
          </a:p>
        </p:txBody>
      </p:sp>
      <p:sp>
        <p:nvSpPr>
          <p:cNvPr id="12" name="">
            <a:extLst xmlns:a="http://schemas.openxmlformats.org/drawingml/2006/main">
              <a:ext uri="{FF2B5EF4-FFF2-40B4-BE49-F238E27FC236}">
                <a16:creationId xmlns:a16="http://schemas.microsoft.com/office/drawing/2014/main" id="{EDA67D29-B81E-46A0-9245-5C49606C9B90}"/>
              </a:ext>
            </a:extLst>
          </p:cNvPr>
          <p:cNvSpPr>
            <a:spLocks xmlns:a="http://schemas.openxmlformats.org/drawingml/2006/main" noGrp="1"/>
          </p:cNvSpPr>
          <p:nvPr/>
        </p:nvSpPr>
        <p:spPr>
          <a:xfrm xmlns:a="http://schemas.openxmlformats.org/drawingml/2006/main">
            <a:off x="8134350" y="1952625"/>
            <a:ext cx="3200400" cy="2590800"/>
          </a:xfrm>
          <a:prstGeom xmlns:a="http://schemas.openxmlformats.org/drawingml/2006/main" prst="roundRect">
            <a:avLst>
              <a:gd name="adj" fmla="val 2941"/>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1299DEAC-8F49-4A59-B7CC-F65FF1D9D2C8}"/>
              </a:ext>
            </a:extLst>
          </p:cNvPr>
          <p:cNvSpPr>
            <a:spLocks xmlns:a="http://schemas.openxmlformats.org/drawingml/2006/main" noGrp="1"/>
          </p:cNvSpPr>
          <p:nvPr/>
        </p:nvSpPr>
        <p:spPr>
          <a:xfrm xmlns:a="http://schemas.openxmlformats.org/drawingml/2006/main">
            <a:off x="83629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03</a:t>
            </a:r>
          </a:p>
        </p:txBody>
      </p:sp>
      <p:sp>
        <p:nvSpPr>
          <p:cNvPr id="14" name="">
            <a:extLst xmlns:a="http://schemas.openxmlformats.org/drawingml/2006/main">
              <a:ext uri="{FF2B5EF4-FFF2-40B4-BE49-F238E27FC236}">
                <a16:creationId xmlns:a16="http://schemas.microsoft.com/office/drawing/2014/main" id="{73E8AA5D-9FE3-4C6F-9330-A135C0282B67}"/>
              </a:ext>
            </a:extLst>
          </p:cNvPr>
          <p:cNvSpPr>
            <a:spLocks xmlns:a="http://schemas.openxmlformats.org/drawingml/2006/main" noGrp="1"/>
          </p:cNvSpPr>
          <p:nvPr/>
        </p:nvSpPr>
        <p:spPr>
          <a:xfrm xmlns:a="http://schemas.openxmlformats.org/drawingml/2006/main">
            <a:off x="83629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EXPAND</a:t>
            </a:r>
          </a:p>
        </p:txBody>
      </p:sp>
      <p:sp>
        <p:nvSpPr>
          <p:cNvPr id="15" name="">
            <a:extLst xmlns:a="http://schemas.openxmlformats.org/drawingml/2006/main">
              <a:ext uri="{FF2B5EF4-FFF2-40B4-BE49-F238E27FC236}">
                <a16:creationId xmlns:a16="http://schemas.microsoft.com/office/drawing/2014/main" id="{53D61DC0-8E4F-4CC2-A9D2-F05D8B57A5C2}"/>
              </a:ext>
            </a:extLst>
          </p:cNvPr>
          <p:cNvSpPr>
            <a:spLocks xmlns:a="http://schemas.openxmlformats.org/drawingml/2006/main" noGrp="1"/>
          </p:cNvSpPr>
          <p:nvPr/>
        </p:nvSpPr>
        <p:spPr>
          <a:xfrm xmlns:a="http://schemas.openxmlformats.org/drawingml/2006/main">
            <a:off x="83629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Potential buyer jobs are a research question, not a settled segment model.</a:t>
            </a:r>
          </a:p>
        </p:txBody>
      </p:sp>
      <p:sp>
        <p:nvSpPr>
          <p:cNvPr id="16" name="">
            <a:extLst xmlns:a="http://schemas.openxmlformats.org/drawingml/2006/main">
              <a:ext uri="{FF2B5EF4-FFF2-40B4-BE49-F238E27FC236}">
                <a16:creationId xmlns:a16="http://schemas.microsoft.com/office/drawing/2014/main" id="{CA146A39-6FE1-44CE-AD78-4862ADF3E1FE}"/>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05ED6519-110D-44AD-B995-D5313F598A70}"/>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Potential buyer jobs are a research question, not a settled segment model.</a:t>
            </a:r>
          </a:p>
        </p:txBody>
      </p:sp>
      <p:sp>
        <p:nvSpPr>
          <p:cNvPr id="18" name="">
            <a:extLst xmlns:a="http://schemas.openxmlformats.org/drawingml/2006/main">
              <a:ext uri="{FF2B5EF4-FFF2-40B4-BE49-F238E27FC236}">
                <a16:creationId xmlns:a16="http://schemas.microsoft.com/office/drawing/2014/main" id="{6642A436-8211-493E-9982-DA34AEF82540}"/>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K8, K9</a:t>
            </a:r>
          </a:p>
        </p:txBody>
      </p:sp>
      <p:sp>
        <p:nvSpPr>
          <p:cNvPr id="19" name="">
            <a:extLst xmlns:a="http://schemas.openxmlformats.org/drawingml/2006/main">
              <a:ext uri="{FF2B5EF4-FFF2-40B4-BE49-F238E27FC236}">
                <a16:creationId xmlns:a16="http://schemas.microsoft.com/office/drawing/2014/main" id="{854C129E-D7F7-4B8C-B97F-7ECEB1984D04}"/>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F2C9E46A-63C4-4AE5-905F-CA6E4BCE2450}"/>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E51B1799-4521-4288-90C7-A6A57D434251}"/>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12 / 30</a:t>
            </a:r>
          </a:p>
        </p:txBody>
      </p:sp>
    </p:spTree>
    <p:extLst>
      <p:ext uri="{BB962C8B-B14F-4D97-AF65-F5344CB8AC3E}">
        <p14:creationId xmlns:p14="http://schemas.microsoft.com/office/powerpoint/2010/main" val="135155161"/>
      </p:ext>
    </p:extLst>
  </p:cSld>
</p:sld>
</file>

<file path=ppt/slides/slide13.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FFD3-3E92-4048-A9F7-94E6DCEB9939}"/>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3 / AUDIENCE + DEMAND OPPORTUNITY</a:t>
            </a:r>
          </a:p>
        </p:txBody>
      </p:sp>
      <p:sp>
        <p:nvSpPr>
          <p:cNvPr id="2" name="">
            <a:extLst xmlns:a="http://schemas.openxmlformats.org/drawingml/2006/main">
              <a:ext uri="{FF2B5EF4-FFF2-40B4-BE49-F238E27FC236}">
                <a16:creationId xmlns:a16="http://schemas.microsoft.com/office/drawing/2014/main" id="{ABC21EB0-5F7E-473D-8BE3-6A53889B8B10}"/>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Customer Evidence Board</a:t>
            </a:r>
          </a:p>
        </p:txBody>
      </p:sp>
      <p:sp>
        <p:nvSpPr>
          <p:cNvPr id="3" name="">
            <a:extLst xmlns:a="http://schemas.openxmlformats.org/drawingml/2006/main">
              <a:ext uri="{FF2B5EF4-FFF2-40B4-BE49-F238E27FC236}">
                <a16:creationId xmlns:a16="http://schemas.microsoft.com/office/drawing/2014/main" id="{04BDE649-8F77-4BF9-AEFC-8C608A6F717B}"/>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BE01BA1A-207B-4C82-8904-9925A16E9EA7}"/>
              </a:ext>
            </a:extLst>
          </p:cNvPr>
          <p:cNvSpPr>
            <a:spLocks xmlns:a="http://schemas.openxmlformats.org/drawingml/2006/main" noGrp="1"/>
          </p:cNvSpPr>
          <p:nvPr/>
        </p:nvSpPr>
        <p:spPr>
          <a:xfrm xmlns:a="http://schemas.openxmlformats.org/drawingml/2006/main">
            <a:off x="666750" y="1714500"/>
            <a:ext cx="5143500" cy="2743200"/>
          </a:xfrm>
          <a:prstGeom xmlns:a="http://schemas.openxmlformats.org/drawingml/2006/main" prst="roundRect">
            <a:avLst>
              <a:gd name="adj" fmla="val 2778"/>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5CCE13D4-2155-44F5-82D5-0E31FDEF3CF2}"/>
              </a:ext>
            </a:extLst>
          </p:cNvPr>
          <p:cNvSpPr>
            <a:spLocks xmlns:a="http://schemas.openxmlformats.org/drawingml/2006/main" noGrp="1"/>
          </p:cNvSpPr>
          <p:nvPr/>
        </p:nvSpPr>
        <p:spPr>
          <a:xfrm xmlns:a="http://schemas.openxmlformats.org/drawingml/2006/main">
            <a:off x="895350" y="192405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EVIDENCE TO COLLECT</a:t>
            </a:r>
          </a:p>
        </p:txBody>
      </p:sp>
      <p:sp>
        <p:nvSpPr>
          <p:cNvPr id="6" name="">
            <a:extLst xmlns:a="http://schemas.openxmlformats.org/drawingml/2006/main">
              <a:ext uri="{FF2B5EF4-FFF2-40B4-BE49-F238E27FC236}">
                <a16:creationId xmlns:a16="http://schemas.microsoft.com/office/drawing/2014/main" id="{1136D6D8-6F61-4AE7-AEF0-DDFB50A11091}"/>
              </a:ext>
            </a:extLst>
          </p:cNvPr>
          <p:cNvSpPr>
            <a:spLocks xmlns:a="http://schemas.openxmlformats.org/drawingml/2006/main" noGrp="1"/>
          </p:cNvSpPr>
          <p:nvPr/>
        </p:nvSpPr>
        <p:spPr>
          <a:xfrm xmlns:a="http://schemas.openxmlformats.org/drawingml/2006/main">
            <a:off x="895350" y="218122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C8B7E8"/>
                </a:solidFill>
                <a:latin typeface="Helvetica"/>
                <a:ea typeface="Helvetica"/>
                <a:cs typeface="Helvetica"/>
              </a:defRPr>
            </a:defPPr>
            <a:lvl1pPr algn="l">
              <a:defRPr sz="600" b="1" i="0">
                <a:solidFill>
                  <a:srgbClr val="C8B7E8"/>
                </a:solidFill>
                <a:latin typeface="Helvetica"/>
                <a:ea typeface="Helvetica"/>
                <a:cs typeface="Helvetica"/>
              </a:defRPr>
            </a:lvl1pPr>
            <a:lvl2pPr algn="l">
              <a:defRPr sz="600" b="1" i="0">
                <a:solidFill>
                  <a:srgbClr val="C8B7E8"/>
                </a:solidFill>
                <a:latin typeface="Helvetica"/>
                <a:ea typeface="Helvetica"/>
                <a:cs typeface="Helvetica"/>
              </a:defRPr>
            </a:lvl2pPr>
            <a:lvl3pPr algn="l">
              <a:defRPr sz="600" b="1" i="0">
                <a:solidFill>
                  <a:srgbClr val="C8B7E8"/>
                </a:solidFill>
                <a:latin typeface="Helvetica"/>
                <a:ea typeface="Helvetica"/>
                <a:cs typeface="Helvetica"/>
              </a:defRPr>
            </a:lvl3pPr>
            <a:lvl4pPr algn="l">
              <a:defRPr sz="600" b="1" i="0">
                <a:solidFill>
                  <a:srgbClr val="C8B7E8"/>
                </a:solidFill>
                <a:latin typeface="Helvetica"/>
                <a:ea typeface="Helvetica"/>
                <a:cs typeface="Helvetica"/>
              </a:defRPr>
            </a:lvl4pPr>
            <a:lvl5pPr algn="l">
              <a:defRPr sz="600" b="1" i="0">
                <a:solidFill>
                  <a:srgbClr val="C8B7E8"/>
                </a:solidFill>
                <a:latin typeface="Helvetica"/>
                <a:ea typeface="Helvetica"/>
                <a:cs typeface="Helvetica"/>
              </a:defRPr>
            </a:lvl5pPr>
            <a:lvl6pPr algn="l">
              <a:defRPr sz="600" b="1" i="0">
                <a:solidFill>
                  <a:srgbClr val="C8B7E8"/>
                </a:solidFill>
                <a:latin typeface="Helvetica"/>
                <a:ea typeface="Helvetica"/>
                <a:cs typeface="Helvetica"/>
              </a:defRPr>
            </a:lvl6pPr>
            <a:lvl7pPr algn="l">
              <a:defRPr sz="600" b="1" i="0">
                <a:solidFill>
                  <a:srgbClr val="C8B7E8"/>
                </a:solidFill>
                <a:latin typeface="Helvetica"/>
                <a:ea typeface="Helvetica"/>
                <a:cs typeface="Helvetica"/>
              </a:defRPr>
            </a:lvl7pPr>
            <a:lvl8pPr algn="l">
              <a:defRPr sz="600" b="1" i="0">
                <a:solidFill>
                  <a:srgbClr val="C8B7E8"/>
                </a:solidFill>
                <a:latin typeface="Helvetica"/>
                <a:ea typeface="Helvetica"/>
                <a:cs typeface="Helvetica"/>
              </a:defRPr>
            </a:lvl8pPr>
            <a:lvl9pPr algn="l">
              <a:defRPr sz="600" b="1" i="0">
                <a:solidFill>
                  <a:srgbClr val="C8B7E8"/>
                </a:solidFill>
                <a:latin typeface="Helvetica"/>
                <a:ea typeface="Helvetica"/>
                <a:cs typeface="Helvetica"/>
              </a:defRPr>
            </a:lvl9pPr>
          </a:lstStyle>
          <a:p xmlns:a="http://schemas.openxmlformats.org/drawingml/2006/main">
            <a:pPr algn="l">
              <a:defRPr sz="600" b="1" i="0">
                <a:solidFill>
                  <a:srgbClr val="C8B7E8"/>
                </a:solidFill>
                <a:latin typeface="Helvetica"/>
                <a:ea typeface="Helvetica"/>
                <a:cs typeface="Helvetica"/>
              </a:defRPr>
            </a:pPr>
            <a:r>
              <a:rPr sz="600" b="1" i="0">
                <a:solidFill>
                  <a:srgbClr val="C8B7E8"/>
                </a:solidFill>
                <a:latin typeface="Helvetica"/>
                <a:ea typeface="Helvetica"/>
                <a:cs typeface="Helvetica"/>
              </a:rPr>
              <a:t>HYPOTHESIS; FIRST-PARTY VALIDATION REQUIRED</a:t>
            </a:r>
          </a:p>
        </p:txBody>
      </p:sp>
      <p:sp>
        <p:nvSpPr>
          <p:cNvPr id="7" name="">
            <a:extLst xmlns:a="http://schemas.openxmlformats.org/drawingml/2006/main">
              <a:ext uri="{FF2B5EF4-FFF2-40B4-BE49-F238E27FC236}">
                <a16:creationId xmlns:a16="http://schemas.microsoft.com/office/drawing/2014/main" id="{FD839603-920C-4AC3-B15A-51F31EB61ADD}"/>
              </a:ext>
            </a:extLst>
          </p:cNvPr>
          <p:cNvSpPr>
            <a:spLocks xmlns:a="http://schemas.openxmlformats.org/drawingml/2006/main" noGrp="1"/>
          </p:cNvSpPr>
          <p:nvPr/>
        </p:nvSpPr>
        <p:spPr>
          <a:xfrm xmlns:a="http://schemas.openxmlformats.org/drawingml/2006/main">
            <a:off x="895350" y="26479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FFFDFC"/>
                </a:solidFill>
                <a:latin typeface="Helvetica"/>
                <a:ea typeface="Helvetica"/>
                <a:cs typeface="Helvetica"/>
              </a:defRPr>
            </a:defPPr>
            <a:lvl1pPr algn="l">
              <a:defRPr sz="1275" b="1" i="0">
                <a:solidFill>
                  <a:srgbClr val="FFFDFC"/>
                </a:solidFill>
                <a:latin typeface="Helvetica"/>
                <a:ea typeface="Helvetica"/>
                <a:cs typeface="Helvetica"/>
              </a:defRPr>
            </a:lvl1pPr>
            <a:lvl2pPr algn="l">
              <a:defRPr sz="1275" b="1" i="0">
                <a:solidFill>
                  <a:srgbClr val="FFFDFC"/>
                </a:solidFill>
                <a:latin typeface="Helvetica"/>
                <a:ea typeface="Helvetica"/>
                <a:cs typeface="Helvetica"/>
              </a:defRPr>
            </a:lvl2pPr>
            <a:lvl3pPr algn="l">
              <a:defRPr sz="1275" b="1" i="0">
                <a:solidFill>
                  <a:srgbClr val="FFFDFC"/>
                </a:solidFill>
                <a:latin typeface="Helvetica"/>
                <a:ea typeface="Helvetica"/>
                <a:cs typeface="Helvetica"/>
              </a:defRPr>
            </a:lvl3pPr>
            <a:lvl4pPr algn="l">
              <a:defRPr sz="1275" b="1" i="0">
                <a:solidFill>
                  <a:srgbClr val="FFFDFC"/>
                </a:solidFill>
                <a:latin typeface="Helvetica"/>
                <a:ea typeface="Helvetica"/>
                <a:cs typeface="Helvetica"/>
              </a:defRPr>
            </a:lvl4pPr>
            <a:lvl5pPr algn="l">
              <a:defRPr sz="1275" b="1" i="0">
                <a:solidFill>
                  <a:srgbClr val="FFFDFC"/>
                </a:solidFill>
                <a:latin typeface="Helvetica"/>
                <a:ea typeface="Helvetica"/>
                <a:cs typeface="Helvetica"/>
              </a:defRPr>
            </a:lvl5pPr>
            <a:lvl6pPr algn="l">
              <a:defRPr sz="1275" b="1" i="0">
                <a:solidFill>
                  <a:srgbClr val="FFFDFC"/>
                </a:solidFill>
                <a:latin typeface="Helvetica"/>
                <a:ea typeface="Helvetica"/>
                <a:cs typeface="Helvetica"/>
              </a:defRPr>
            </a:lvl6pPr>
            <a:lvl7pPr algn="l">
              <a:defRPr sz="1275" b="1" i="0">
                <a:solidFill>
                  <a:srgbClr val="FFFDFC"/>
                </a:solidFill>
                <a:latin typeface="Helvetica"/>
                <a:ea typeface="Helvetica"/>
                <a:cs typeface="Helvetica"/>
              </a:defRPr>
            </a:lvl7pPr>
            <a:lvl8pPr algn="l">
              <a:defRPr sz="1275" b="1" i="0">
                <a:solidFill>
                  <a:srgbClr val="FFFDFC"/>
                </a:solidFill>
                <a:latin typeface="Helvetica"/>
                <a:ea typeface="Helvetica"/>
                <a:cs typeface="Helvetica"/>
              </a:defRPr>
            </a:lvl8pPr>
            <a:lvl9pPr algn="l">
              <a:defRPr sz="1275" b="1" i="0">
                <a:solidFill>
                  <a:srgbClr val="FFFDFC"/>
                </a:solidFill>
                <a:latin typeface="Helvetica"/>
                <a:ea typeface="Helvetica"/>
                <a:cs typeface="Helvetica"/>
              </a:defRPr>
            </a:lvl9pPr>
          </a:lstStyle>
          <a:p xmlns:a="http://schemas.openxmlformats.org/drawingml/2006/main">
            <a:pPr algn="l">
              <a:defRPr sz="1275" b="1" i="0">
                <a:solidFill>
                  <a:srgbClr val="FFFDFC"/>
                </a:solidFill>
                <a:latin typeface="Helvetica"/>
                <a:ea typeface="Helvetica"/>
                <a:cs typeface="Helvetica"/>
              </a:defRPr>
            </a:pPr>
            <a:r>
              <a:rPr sz="1275" b="1" i="0">
                <a:solidFill>
                  <a:srgbClr val="FFFDFC"/>
                </a:solidFill>
                <a:latin typeface="Helvetica"/>
                <a:ea typeface="Helvetica"/>
                <a:cs typeface="Helvetica"/>
              </a:rPr>
              <a:t>Is the change worth the price and routine?</a:t>
            </a:r>
          </a:p>
        </p:txBody>
      </p:sp>
      <p:sp>
        <p:nvSpPr>
          <p:cNvPr id="8" name="">
            <a:extLst xmlns:a="http://schemas.openxmlformats.org/drawingml/2006/main">
              <a:ext uri="{FF2B5EF4-FFF2-40B4-BE49-F238E27FC236}">
                <a16:creationId xmlns:a16="http://schemas.microsoft.com/office/drawing/2014/main" id="{FA559D17-355C-4887-944C-571EFCDCCF9D}"/>
              </a:ext>
            </a:extLst>
          </p:cNvPr>
          <p:cNvSpPr>
            <a:spLocks xmlns:a="http://schemas.openxmlformats.org/drawingml/2006/main" noGrp="1"/>
          </p:cNvSpPr>
          <p:nvPr/>
        </p:nvSpPr>
        <p:spPr>
          <a:xfrm xmlns:a="http://schemas.openxmlformats.org/drawingml/2006/main">
            <a:off x="895350" y="31623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FFFDFC"/>
                </a:solidFill>
                <a:latin typeface="Helvetica"/>
                <a:ea typeface="Helvetica"/>
                <a:cs typeface="Helvetica"/>
              </a:defRPr>
            </a:defPPr>
            <a:lvl1pPr algn="l">
              <a:defRPr sz="1275" b="1" i="0">
                <a:solidFill>
                  <a:srgbClr val="FFFDFC"/>
                </a:solidFill>
                <a:latin typeface="Helvetica"/>
                <a:ea typeface="Helvetica"/>
                <a:cs typeface="Helvetica"/>
              </a:defRPr>
            </a:lvl1pPr>
            <a:lvl2pPr algn="l">
              <a:defRPr sz="1275" b="1" i="0">
                <a:solidFill>
                  <a:srgbClr val="FFFDFC"/>
                </a:solidFill>
                <a:latin typeface="Helvetica"/>
                <a:ea typeface="Helvetica"/>
                <a:cs typeface="Helvetica"/>
              </a:defRPr>
            </a:lvl2pPr>
            <a:lvl3pPr algn="l">
              <a:defRPr sz="1275" b="1" i="0">
                <a:solidFill>
                  <a:srgbClr val="FFFDFC"/>
                </a:solidFill>
                <a:latin typeface="Helvetica"/>
                <a:ea typeface="Helvetica"/>
                <a:cs typeface="Helvetica"/>
              </a:defRPr>
            </a:lvl3pPr>
            <a:lvl4pPr algn="l">
              <a:defRPr sz="1275" b="1" i="0">
                <a:solidFill>
                  <a:srgbClr val="FFFDFC"/>
                </a:solidFill>
                <a:latin typeface="Helvetica"/>
                <a:ea typeface="Helvetica"/>
                <a:cs typeface="Helvetica"/>
              </a:defRPr>
            </a:lvl4pPr>
            <a:lvl5pPr algn="l">
              <a:defRPr sz="1275" b="1" i="0">
                <a:solidFill>
                  <a:srgbClr val="FFFDFC"/>
                </a:solidFill>
                <a:latin typeface="Helvetica"/>
                <a:ea typeface="Helvetica"/>
                <a:cs typeface="Helvetica"/>
              </a:defRPr>
            </a:lvl5pPr>
            <a:lvl6pPr algn="l">
              <a:defRPr sz="1275" b="1" i="0">
                <a:solidFill>
                  <a:srgbClr val="FFFDFC"/>
                </a:solidFill>
                <a:latin typeface="Helvetica"/>
                <a:ea typeface="Helvetica"/>
                <a:cs typeface="Helvetica"/>
              </a:defRPr>
            </a:lvl6pPr>
            <a:lvl7pPr algn="l">
              <a:defRPr sz="1275" b="1" i="0">
                <a:solidFill>
                  <a:srgbClr val="FFFDFC"/>
                </a:solidFill>
                <a:latin typeface="Helvetica"/>
                <a:ea typeface="Helvetica"/>
                <a:cs typeface="Helvetica"/>
              </a:defRPr>
            </a:lvl7pPr>
            <a:lvl8pPr algn="l">
              <a:defRPr sz="1275" b="1" i="0">
                <a:solidFill>
                  <a:srgbClr val="FFFDFC"/>
                </a:solidFill>
                <a:latin typeface="Helvetica"/>
                <a:ea typeface="Helvetica"/>
                <a:cs typeface="Helvetica"/>
              </a:defRPr>
            </a:lvl8pPr>
            <a:lvl9pPr algn="l">
              <a:defRPr sz="1275" b="1" i="0">
                <a:solidFill>
                  <a:srgbClr val="FFFDFC"/>
                </a:solidFill>
                <a:latin typeface="Helvetica"/>
                <a:ea typeface="Helvetica"/>
                <a:cs typeface="Helvetica"/>
              </a:defRPr>
            </a:lvl9pPr>
          </a:lstStyle>
          <a:p xmlns:a="http://schemas.openxmlformats.org/drawingml/2006/main">
            <a:pPr algn="l">
              <a:defRPr sz="1275" b="1" i="0">
                <a:solidFill>
                  <a:srgbClr val="FFFDFC"/>
                </a:solidFill>
                <a:latin typeface="Helvetica"/>
                <a:ea typeface="Helvetica"/>
                <a:cs typeface="Helvetica"/>
              </a:defRPr>
            </a:pPr>
            <a:r>
              <a:rPr sz="1275" b="1" i="0">
                <a:solidFill>
                  <a:srgbClr val="FFFDFC"/>
                </a:solidFill>
                <a:latin typeface="Helvetica"/>
                <a:ea typeface="Helvetica"/>
                <a:cs typeface="Helvetica"/>
              </a:rPr>
              <a:t>How will I know fresh feeding is working?</a:t>
            </a:r>
          </a:p>
        </p:txBody>
      </p:sp>
      <p:sp>
        <p:nvSpPr>
          <p:cNvPr id="9" name="">
            <a:extLst xmlns:a="http://schemas.openxmlformats.org/drawingml/2006/main">
              <a:ext uri="{FF2B5EF4-FFF2-40B4-BE49-F238E27FC236}">
                <a16:creationId xmlns:a16="http://schemas.microsoft.com/office/drawing/2014/main" id="{BE6A1F31-F0FB-441F-A727-708BC420F308}"/>
              </a:ext>
            </a:extLst>
          </p:cNvPr>
          <p:cNvSpPr>
            <a:spLocks xmlns:a="http://schemas.openxmlformats.org/drawingml/2006/main" noGrp="1"/>
          </p:cNvSpPr>
          <p:nvPr/>
        </p:nvSpPr>
        <p:spPr>
          <a:xfrm xmlns:a="http://schemas.openxmlformats.org/drawingml/2006/main">
            <a:off x="6096000" y="1714500"/>
            <a:ext cx="5429250" cy="742950"/>
          </a:xfrm>
          <a:prstGeom xmlns:a="http://schemas.openxmlformats.org/drawingml/2006/main" prst="roundRect">
            <a:avLst>
              <a:gd name="adj" fmla="val 10256"/>
            </a:avLst>
          </a:prstGeom>
          <a:solidFill xmlns:a="http://schemas.openxmlformats.org/drawingml/2006/main">
            <a:srgbClr val="FFFDFC"/>
          </a:solidFill>
          <a:ln xmlns:a="http://schemas.openxmlformats.org/drawingml/2006/main" w="0">
            <a:solidFill>
              <a:srgbClr val="FFFDFC"/>
            </a:solidFill>
          </a:ln>
        </p:spPr>
      </p:sp>
      <p:sp>
        <p:nvSpPr>
          <p:cNvPr id="10" name="">
            <a:extLst xmlns:a="http://schemas.openxmlformats.org/drawingml/2006/main">
              <a:ext uri="{FF2B5EF4-FFF2-40B4-BE49-F238E27FC236}">
                <a16:creationId xmlns:a16="http://schemas.microsoft.com/office/drawing/2014/main" id="{5CB0F919-76E0-4E59-A70D-C51033581621}"/>
              </a:ext>
            </a:extLst>
          </p:cNvPr>
          <p:cNvSpPr>
            <a:spLocks xmlns:a="http://schemas.openxmlformats.org/drawingml/2006/main" noGrp="1"/>
          </p:cNvSpPr>
          <p:nvPr/>
        </p:nvSpPr>
        <p:spPr>
          <a:xfrm xmlns:a="http://schemas.openxmlformats.org/drawingml/2006/main">
            <a:off x="6324600" y="18669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PRICE MECHANICS</a:t>
            </a:r>
          </a:p>
        </p:txBody>
      </p:sp>
      <p:sp>
        <p:nvSpPr>
          <p:cNvPr id="11" name="">
            <a:extLst xmlns:a="http://schemas.openxmlformats.org/drawingml/2006/main">
              <a:ext uri="{FF2B5EF4-FFF2-40B4-BE49-F238E27FC236}">
                <a16:creationId xmlns:a16="http://schemas.microsoft.com/office/drawing/2014/main" id="{98B20E73-7C11-4570-AED7-A122E8804EDA}"/>
              </a:ext>
            </a:extLst>
          </p:cNvPr>
          <p:cNvSpPr>
            <a:spLocks xmlns:a="http://schemas.openxmlformats.org/drawingml/2006/main" noGrp="1"/>
          </p:cNvSpPr>
          <p:nvPr/>
        </p:nvSpPr>
        <p:spPr>
          <a:xfrm xmlns:a="http://schemas.openxmlformats.org/drawingml/2006/main">
            <a:off x="7858125" y="18288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15121B"/>
                </a:solidFill>
                <a:latin typeface="Helvetica"/>
                <a:ea typeface="Helvetica"/>
                <a:cs typeface="Helvetica"/>
              </a:defRPr>
            </a:defPPr>
            <a:lvl1pPr algn="l">
              <a:defRPr sz="975" b="1" i="0">
                <a:solidFill>
                  <a:srgbClr val="15121B"/>
                </a:solidFill>
                <a:latin typeface="Helvetica"/>
                <a:ea typeface="Helvetica"/>
                <a:cs typeface="Helvetica"/>
              </a:defRPr>
            </a:lvl1pPr>
            <a:lvl2pPr algn="l">
              <a:defRPr sz="975" b="1" i="0">
                <a:solidFill>
                  <a:srgbClr val="15121B"/>
                </a:solidFill>
                <a:latin typeface="Helvetica"/>
                <a:ea typeface="Helvetica"/>
                <a:cs typeface="Helvetica"/>
              </a:defRPr>
            </a:lvl2pPr>
            <a:lvl3pPr algn="l">
              <a:defRPr sz="975" b="1" i="0">
                <a:solidFill>
                  <a:srgbClr val="15121B"/>
                </a:solidFill>
                <a:latin typeface="Helvetica"/>
                <a:ea typeface="Helvetica"/>
                <a:cs typeface="Helvetica"/>
              </a:defRPr>
            </a:lvl3pPr>
            <a:lvl4pPr algn="l">
              <a:defRPr sz="975" b="1" i="0">
                <a:solidFill>
                  <a:srgbClr val="15121B"/>
                </a:solidFill>
                <a:latin typeface="Helvetica"/>
                <a:ea typeface="Helvetica"/>
                <a:cs typeface="Helvetica"/>
              </a:defRPr>
            </a:lvl4pPr>
            <a:lvl5pPr algn="l">
              <a:defRPr sz="975" b="1" i="0">
                <a:solidFill>
                  <a:srgbClr val="15121B"/>
                </a:solidFill>
                <a:latin typeface="Helvetica"/>
                <a:ea typeface="Helvetica"/>
                <a:cs typeface="Helvetica"/>
              </a:defRPr>
            </a:lvl5pPr>
            <a:lvl6pPr algn="l">
              <a:defRPr sz="975" b="1" i="0">
                <a:solidFill>
                  <a:srgbClr val="15121B"/>
                </a:solidFill>
                <a:latin typeface="Helvetica"/>
                <a:ea typeface="Helvetica"/>
                <a:cs typeface="Helvetica"/>
              </a:defRPr>
            </a:lvl6pPr>
            <a:lvl7pPr algn="l">
              <a:defRPr sz="975" b="1" i="0">
                <a:solidFill>
                  <a:srgbClr val="15121B"/>
                </a:solidFill>
                <a:latin typeface="Helvetica"/>
                <a:ea typeface="Helvetica"/>
                <a:cs typeface="Helvetica"/>
              </a:defRPr>
            </a:lvl7pPr>
            <a:lvl8pPr algn="l">
              <a:defRPr sz="975" b="1" i="0">
                <a:solidFill>
                  <a:srgbClr val="15121B"/>
                </a:solidFill>
                <a:latin typeface="Helvetica"/>
                <a:ea typeface="Helvetica"/>
                <a:cs typeface="Helvetica"/>
              </a:defRPr>
            </a:lvl8pPr>
            <a:lvl9pPr algn="l">
              <a:defRPr sz="975" b="1" i="0">
                <a:solidFill>
                  <a:srgbClr val="15121B"/>
                </a:solidFill>
                <a:latin typeface="Helvetica"/>
                <a:ea typeface="Helvetica"/>
                <a:cs typeface="Helvetica"/>
              </a:defRPr>
            </a:lvl9pPr>
          </a:lstStyle>
          <a:p xmlns:a="http://schemas.openxmlformats.org/drawingml/2006/main">
            <a:pPr algn="l">
              <a:defRPr sz="975" b="1" i="0">
                <a:solidFill>
                  <a:srgbClr val="15121B"/>
                </a:solidFill>
                <a:latin typeface="Helvetica"/>
                <a:ea typeface="Helvetica"/>
                <a:cs typeface="Helvetica"/>
              </a:defRPr>
            </a:pPr>
            <a:r>
              <a:rPr sz="975" b="1" i="0">
                <a:solidFill>
                  <a:srgbClr val="15121B"/>
                </a:solidFill>
                <a:latin typeface="Helvetica"/>
                <a:ea typeface="Helvetica"/>
                <a:cs typeface="Helvetica"/>
              </a:rPr>
              <a:t>The recurring commitment is material.</a:t>
            </a:r>
          </a:p>
        </p:txBody>
      </p:sp>
      <p:sp>
        <p:nvSpPr>
          <p:cNvPr id="12" name="">
            <a:extLst xmlns:a="http://schemas.openxmlformats.org/drawingml/2006/main">
              <a:ext uri="{FF2B5EF4-FFF2-40B4-BE49-F238E27FC236}">
                <a16:creationId xmlns:a16="http://schemas.microsoft.com/office/drawing/2014/main" id="{EA3256D5-B836-4F36-A0D7-2610F5552672}"/>
              </a:ext>
            </a:extLst>
          </p:cNvPr>
          <p:cNvSpPr>
            <a:spLocks xmlns:a="http://schemas.openxmlformats.org/drawingml/2006/main" noGrp="1"/>
          </p:cNvSpPr>
          <p:nvPr/>
        </p:nvSpPr>
        <p:spPr>
          <a:xfrm xmlns:a="http://schemas.openxmlformats.org/drawingml/2006/main">
            <a:off x="6096000" y="2628900"/>
            <a:ext cx="5429250" cy="742950"/>
          </a:xfrm>
          <a:prstGeom xmlns:a="http://schemas.openxmlformats.org/drawingml/2006/main" prst="roundRect">
            <a:avLst>
              <a:gd name="adj" fmla="val 10256"/>
            </a:avLst>
          </a:prstGeom>
          <a:solidFill xmlns:a="http://schemas.openxmlformats.org/drawingml/2006/main">
            <a:srgbClr val="FFFDFC"/>
          </a:solidFill>
          <a:ln xmlns:a="http://schemas.openxmlformats.org/drawingml/2006/main" w="0">
            <a:solidFill>
              <a:srgbClr val="FFFDFC"/>
            </a:solidFill>
          </a:ln>
        </p:spPr>
      </p:sp>
      <p:sp>
        <p:nvSpPr>
          <p:cNvPr id="13" name="">
            <a:extLst xmlns:a="http://schemas.openxmlformats.org/drawingml/2006/main">
              <a:ext uri="{FF2B5EF4-FFF2-40B4-BE49-F238E27FC236}">
                <a16:creationId xmlns:a16="http://schemas.microsoft.com/office/drawing/2014/main" id="{9AF729FB-7568-4350-97F0-51168BA8FD5D}"/>
              </a:ext>
            </a:extLst>
          </p:cNvPr>
          <p:cNvSpPr>
            <a:spLocks xmlns:a="http://schemas.openxmlformats.org/drawingml/2006/main" noGrp="1"/>
          </p:cNvSpPr>
          <p:nvPr/>
        </p:nvSpPr>
        <p:spPr>
          <a:xfrm xmlns:a="http://schemas.openxmlformats.org/drawingml/2006/main">
            <a:off x="6324600" y="27813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SCIENCE ASSET</a:t>
            </a:r>
          </a:p>
        </p:txBody>
      </p:sp>
      <p:sp>
        <p:nvSpPr>
          <p:cNvPr id="14" name="">
            <a:extLst xmlns:a="http://schemas.openxmlformats.org/drawingml/2006/main">
              <a:ext uri="{FF2B5EF4-FFF2-40B4-BE49-F238E27FC236}">
                <a16:creationId xmlns:a16="http://schemas.microsoft.com/office/drawing/2014/main" id="{BFA26625-00D0-40EF-AD6F-4B6525745DED}"/>
              </a:ext>
            </a:extLst>
          </p:cNvPr>
          <p:cNvSpPr>
            <a:spLocks xmlns:a="http://schemas.openxmlformats.org/drawingml/2006/main" noGrp="1"/>
          </p:cNvSpPr>
          <p:nvPr/>
        </p:nvSpPr>
        <p:spPr>
          <a:xfrm xmlns:a="http://schemas.openxmlformats.org/drawingml/2006/main">
            <a:off x="7858125" y="27432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15121B"/>
                </a:solidFill>
                <a:latin typeface="Helvetica"/>
                <a:ea typeface="Helvetica"/>
                <a:cs typeface="Helvetica"/>
              </a:defRPr>
            </a:defPPr>
            <a:lvl1pPr algn="l">
              <a:defRPr sz="975" b="1" i="0">
                <a:solidFill>
                  <a:srgbClr val="15121B"/>
                </a:solidFill>
                <a:latin typeface="Helvetica"/>
                <a:ea typeface="Helvetica"/>
                <a:cs typeface="Helvetica"/>
              </a:defRPr>
            </a:lvl1pPr>
            <a:lvl2pPr algn="l">
              <a:defRPr sz="975" b="1" i="0">
                <a:solidFill>
                  <a:srgbClr val="15121B"/>
                </a:solidFill>
                <a:latin typeface="Helvetica"/>
                <a:ea typeface="Helvetica"/>
                <a:cs typeface="Helvetica"/>
              </a:defRPr>
            </a:lvl2pPr>
            <a:lvl3pPr algn="l">
              <a:defRPr sz="975" b="1" i="0">
                <a:solidFill>
                  <a:srgbClr val="15121B"/>
                </a:solidFill>
                <a:latin typeface="Helvetica"/>
                <a:ea typeface="Helvetica"/>
                <a:cs typeface="Helvetica"/>
              </a:defRPr>
            </a:lvl3pPr>
            <a:lvl4pPr algn="l">
              <a:defRPr sz="975" b="1" i="0">
                <a:solidFill>
                  <a:srgbClr val="15121B"/>
                </a:solidFill>
                <a:latin typeface="Helvetica"/>
                <a:ea typeface="Helvetica"/>
                <a:cs typeface="Helvetica"/>
              </a:defRPr>
            </a:lvl4pPr>
            <a:lvl5pPr algn="l">
              <a:defRPr sz="975" b="1" i="0">
                <a:solidFill>
                  <a:srgbClr val="15121B"/>
                </a:solidFill>
                <a:latin typeface="Helvetica"/>
                <a:ea typeface="Helvetica"/>
                <a:cs typeface="Helvetica"/>
              </a:defRPr>
            </a:lvl5pPr>
            <a:lvl6pPr algn="l">
              <a:defRPr sz="975" b="1" i="0">
                <a:solidFill>
                  <a:srgbClr val="15121B"/>
                </a:solidFill>
                <a:latin typeface="Helvetica"/>
                <a:ea typeface="Helvetica"/>
                <a:cs typeface="Helvetica"/>
              </a:defRPr>
            </a:lvl6pPr>
            <a:lvl7pPr algn="l">
              <a:defRPr sz="975" b="1" i="0">
                <a:solidFill>
                  <a:srgbClr val="15121B"/>
                </a:solidFill>
                <a:latin typeface="Helvetica"/>
                <a:ea typeface="Helvetica"/>
                <a:cs typeface="Helvetica"/>
              </a:defRPr>
            </a:lvl7pPr>
            <a:lvl8pPr algn="l">
              <a:defRPr sz="975" b="1" i="0">
                <a:solidFill>
                  <a:srgbClr val="15121B"/>
                </a:solidFill>
                <a:latin typeface="Helvetica"/>
                <a:ea typeface="Helvetica"/>
                <a:cs typeface="Helvetica"/>
              </a:defRPr>
            </a:lvl8pPr>
            <a:lvl9pPr algn="l">
              <a:defRPr sz="975" b="1" i="0">
                <a:solidFill>
                  <a:srgbClr val="15121B"/>
                </a:solidFill>
                <a:latin typeface="Helvetica"/>
                <a:ea typeface="Helvetica"/>
                <a:cs typeface="Helvetica"/>
              </a:defRPr>
            </a:lvl9pPr>
          </a:lstStyle>
          <a:p xmlns:a="http://schemas.openxmlformats.org/drawingml/2006/main">
            <a:pPr algn="l">
              <a:defRPr sz="975" b="1" i="0">
                <a:solidFill>
                  <a:srgbClr val="15121B"/>
                </a:solidFill>
                <a:latin typeface="Helvetica"/>
                <a:ea typeface="Helvetica"/>
                <a:cs typeface="Helvetica"/>
              </a:defRPr>
            </a:pPr>
            <a:r>
              <a:rPr sz="975" b="1" i="0">
                <a:solidFill>
                  <a:srgbClr val="15121B"/>
                </a:solidFill>
                <a:latin typeface="Helvetica"/>
                <a:ea typeface="Helvetica"/>
                <a:cs typeface="Helvetica"/>
              </a:rPr>
              <a:t>Comparative evidence exists but needs independent verification.</a:t>
            </a:r>
          </a:p>
        </p:txBody>
      </p:sp>
      <p:sp>
        <p:nvSpPr>
          <p:cNvPr id="15" name="">
            <a:extLst xmlns:a="http://schemas.openxmlformats.org/drawingml/2006/main">
              <a:ext uri="{FF2B5EF4-FFF2-40B4-BE49-F238E27FC236}">
                <a16:creationId xmlns:a16="http://schemas.microsoft.com/office/drawing/2014/main" id="{7D137245-4CCA-4886-BC24-6758BE8A5579}"/>
              </a:ext>
            </a:extLst>
          </p:cNvPr>
          <p:cNvSpPr>
            <a:spLocks xmlns:a="http://schemas.openxmlformats.org/drawingml/2006/main" noGrp="1"/>
          </p:cNvSpPr>
          <p:nvPr/>
        </p:nvSpPr>
        <p:spPr>
          <a:xfrm xmlns:a="http://schemas.openxmlformats.org/drawingml/2006/main">
            <a:off x="6096000" y="3543300"/>
            <a:ext cx="5429250" cy="742950"/>
          </a:xfrm>
          <a:prstGeom xmlns:a="http://schemas.openxmlformats.org/drawingml/2006/main" prst="roundRect">
            <a:avLst>
              <a:gd name="adj" fmla="val 10256"/>
            </a:avLst>
          </a:prstGeom>
          <a:solidFill xmlns:a="http://schemas.openxmlformats.org/drawingml/2006/main">
            <a:srgbClr val="FFFDFC"/>
          </a:solidFill>
          <a:ln xmlns:a="http://schemas.openxmlformats.org/drawingml/2006/main" w="0">
            <a:solidFill>
              <a:srgbClr val="FFFDFC"/>
            </a:solidFill>
          </a:ln>
        </p:spPr>
      </p:sp>
      <p:sp>
        <p:nvSpPr>
          <p:cNvPr id="16" name="">
            <a:extLst xmlns:a="http://schemas.openxmlformats.org/drawingml/2006/main">
              <a:ext uri="{FF2B5EF4-FFF2-40B4-BE49-F238E27FC236}">
                <a16:creationId xmlns:a16="http://schemas.microsoft.com/office/drawing/2014/main" id="{850412FF-D858-4B7E-B7B6-3BA1FC9CE32E}"/>
              </a:ext>
            </a:extLst>
          </p:cNvPr>
          <p:cNvSpPr>
            <a:spLocks xmlns:a="http://schemas.openxmlformats.org/drawingml/2006/main" noGrp="1"/>
          </p:cNvSpPr>
          <p:nvPr/>
        </p:nvSpPr>
        <p:spPr>
          <a:xfrm xmlns:a="http://schemas.openxmlformats.org/drawingml/2006/main">
            <a:off x="6324600" y="36957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COMPETITION</a:t>
            </a:r>
          </a:p>
        </p:txBody>
      </p:sp>
      <p:sp>
        <p:nvSpPr>
          <p:cNvPr id="17" name="">
            <a:extLst xmlns:a="http://schemas.openxmlformats.org/drawingml/2006/main">
              <a:ext uri="{FF2B5EF4-FFF2-40B4-BE49-F238E27FC236}">
                <a16:creationId xmlns:a16="http://schemas.microsoft.com/office/drawing/2014/main" id="{DC586C96-7A7C-435B-85D5-C9C1E4C5C615}"/>
              </a:ext>
            </a:extLst>
          </p:cNvPr>
          <p:cNvSpPr>
            <a:spLocks xmlns:a="http://schemas.openxmlformats.org/drawingml/2006/main" noGrp="1"/>
          </p:cNvSpPr>
          <p:nvPr/>
        </p:nvSpPr>
        <p:spPr>
          <a:xfrm xmlns:a="http://schemas.openxmlformats.org/drawingml/2006/main">
            <a:off x="7858125" y="36576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15121B"/>
                </a:solidFill>
                <a:latin typeface="Helvetica"/>
                <a:ea typeface="Helvetica"/>
                <a:cs typeface="Helvetica"/>
              </a:defRPr>
            </a:defPPr>
            <a:lvl1pPr algn="l">
              <a:defRPr sz="975" b="1" i="0">
                <a:solidFill>
                  <a:srgbClr val="15121B"/>
                </a:solidFill>
                <a:latin typeface="Helvetica"/>
                <a:ea typeface="Helvetica"/>
                <a:cs typeface="Helvetica"/>
              </a:defRPr>
            </a:lvl1pPr>
            <a:lvl2pPr algn="l">
              <a:defRPr sz="975" b="1" i="0">
                <a:solidFill>
                  <a:srgbClr val="15121B"/>
                </a:solidFill>
                <a:latin typeface="Helvetica"/>
                <a:ea typeface="Helvetica"/>
                <a:cs typeface="Helvetica"/>
              </a:defRPr>
            </a:lvl2pPr>
            <a:lvl3pPr algn="l">
              <a:defRPr sz="975" b="1" i="0">
                <a:solidFill>
                  <a:srgbClr val="15121B"/>
                </a:solidFill>
                <a:latin typeface="Helvetica"/>
                <a:ea typeface="Helvetica"/>
                <a:cs typeface="Helvetica"/>
              </a:defRPr>
            </a:lvl3pPr>
            <a:lvl4pPr algn="l">
              <a:defRPr sz="975" b="1" i="0">
                <a:solidFill>
                  <a:srgbClr val="15121B"/>
                </a:solidFill>
                <a:latin typeface="Helvetica"/>
                <a:ea typeface="Helvetica"/>
                <a:cs typeface="Helvetica"/>
              </a:defRPr>
            </a:lvl4pPr>
            <a:lvl5pPr algn="l">
              <a:defRPr sz="975" b="1" i="0">
                <a:solidFill>
                  <a:srgbClr val="15121B"/>
                </a:solidFill>
                <a:latin typeface="Helvetica"/>
                <a:ea typeface="Helvetica"/>
                <a:cs typeface="Helvetica"/>
              </a:defRPr>
            </a:lvl5pPr>
            <a:lvl6pPr algn="l">
              <a:defRPr sz="975" b="1" i="0">
                <a:solidFill>
                  <a:srgbClr val="15121B"/>
                </a:solidFill>
                <a:latin typeface="Helvetica"/>
                <a:ea typeface="Helvetica"/>
                <a:cs typeface="Helvetica"/>
              </a:defRPr>
            </a:lvl6pPr>
            <a:lvl7pPr algn="l">
              <a:defRPr sz="975" b="1" i="0">
                <a:solidFill>
                  <a:srgbClr val="15121B"/>
                </a:solidFill>
                <a:latin typeface="Helvetica"/>
                <a:ea typeface="Helvetica"/>
                <a:cs typeface="Helvetica"/>
              </a:defRPr>
            </a:lvl7pPr>
            <a:lvl8pPr algn="l">
              <a:defRPr sz="975" b="1" i="0">
                <a:solidFill>
                  <a:srgbClr val="15121B"/>
                </a:solidFill>
                <a:latin typeface="Helvetica"/>
                <a:ea typeface="Helvetica"/>
                <a:cs typeface="Helvetica"/>
              </a:defRPr>
            </a:lvl8pPr>
            <a:lvl9pPr algn="l">
              <a:defRPr sz="975" b="1" i="0">
                <a:solidFill>
                  <a:srgbClr val="15121B"/>
                </a:solidFill>
                <a:latin typeface="Helvetica"/>
                <a:ea typeface="Helvetica"/>
                <a:cs typeface="Helvetica"/>
              </a:defRPr>
            </a:lvl9pPr>
          </a:lstStyle>
          <a:p xmlns:a="http://schemas.openxmlformats.org/drawingml/2006/main">
            <a:pPr algn="l">
              <a:defRPr sz="975" b="1" i="0">
                <a:solidFill>
                  <a:srgbClr val="15121B"/>
                </a:solidFill>
                <a:latin typeface="Helvetica"/>
                <a:ea typeface="Helvetica"/>
                <a:cs typeface="Helvetica"/>
              </a:defRPr>
            </a:pPr>
            <a:r>
              <a:rPr sz="975" b="1" i="0">
                <a:solidFill>
                  <a:srgbClr val="15121B"/>
                </a:solidFill>
                <a:latin typeface="Helvetica"/>
                <a:ea typeface="Helvetica"/>
                <a:cs typeface="Helvetica"/>
              </a:rPr>
              <a:t>Convenience and whole-meat claims are shared.</a:t>
            </a:r>
          </a:p>
        </p:txBody>
      </p:sp>
      <p:sp>
        <p:nvSpPr>
          <p:cNvPr id="18" name="">
            <a:extLst xmlns:a="http://schemas.openxmlformats.org/drawingml/2006/main">
              <a:ext uri="{FF2B5EF4-FFF2-40B4-BE49-F238E27FC236}">
                <a16:creationId xmlns:a16="http://schemas.microsoft.com/office/drawing/2014/main" id="{0CEB460A-7D09-48AD-84A9-D8498558DB05}"/>
              </a:ext>
            </a:extLst>
          </p:cNvPr>
          <p:cNvSpPr>
            <a:spLocks xmlns:a="http://schemas.openxmlformats.org/drawingml/2006/main" noGrp="1"/>
          </p:cNvSpPr>
          <p:nvPr/>
        </p:nvSpPr>
        <p:spPr>
          <a:xfrm xmlns:a="http://schemas.openxmlformats.org/drawingml/2006/main">
            <a:off x="1047750" y="47148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00" b="1" i="0">
                <a:solidFill>
                  <a:srgbClr val="5A2E78"/>
                </a:solidFill>
                <a:latin typeface="Helvetica"/>
                <a:ea typeface="Helvetica"/>
                <a:cs typeface="Helvetica"/>
              </a:defRPr>
            </a:defPPr>
            <a:lvl1pPr algn="ctr">
              <a:defRPr sz="1200" b="1" i="0">
                <a:solidFill>
                  <a:srgbClr val="5A2E78"/>
                </a:solidFill>
                <a:latin typeface="Helvetica"/>
                <a:ea typeface="Helvetica"/>
                <a:cs typeface="Helvetica"/>
              </a:defRPr>
            </a:lvl1pPr>
            <a:lvl2pPr algn="ctr">
              <a:defRPr sz="1200" b="1" i="0">
                <a:solidFill>
                  <a:srgbClr val="5A2E78"/>
                </a:solidFill>
                <a:latin typeface="Helvetica"/>
                <a:ea typeface="Helvetica"/>
                <a:cs typeface="Helvetica"/>
              </a:defRPr>
            </a:lvl2pPr>
            <a:lvl3pPr algn="ctr">
              <a:defRPr sz="1200" b="1" i="0">
                <a:solidFill>
                  <a:srgbClr val="5A2E78"/>
                </a:solidFill>
                <a:latin typeface="Helvetica"/>
                <a:ea typeface="Helvetica"/>
                <a:cs typeface="Helvetica"/>
              </a:defRPr>
            </a:lvl3pPr>
            <a:lvl4pPr algn="ctr">
              <a:defRPr sz="1200" b="1" i="0">
                <a:solidFill>
                  <a:srgbClr val="5A2E78"/>
                </a:solidFill>
                <a:latin typeface="Helvetica"/>
                <a:ea typeface="Helvetica"/>
                <a:cs typeface="Helvetica"/>
              </a:defRPr>
            </a:lvl4pPr>
            <a:lvl5pPr algn="ctr">
              <a:defRPr sz="1200" b="1" i="0">
                <a:solidFill>
                  <a:srgbClr val="5A2E78"/>
                </a:solidFill>
                <a:latin typeface="Helvetica"/>
                <a:ea typeface="Helvetica"/>
                <a:cs typeface="Helvetica"/>
              </a:defRPr>
            </a:lvl5pPr>
            <a:lvl6pPr algn="ctr">
              <a:defRPr sz="1200" b="1" i="0">
                <a:solidFill>
                  <a:srgbClr val="5A2E78"/>
                </a:solidFill>
                <a:latin typeface="Helvetica"/>
                <a:ea typeface="Helvetica"/>
                <a:cs typeface="Helvetica"/>
              </a:defRPr>
            </a:lvl6pPr>
            <a:lvl7pPr algn="ctr">
              <a:defRPr sz="1200" b="1" i="0">
                <a:solidFill>
                  <a:srgbClr val="5A2E78"/>
                </a:solidFill>
                <a:latin typeface="Helvetica"/>
                <a:ea typeface="Helvetica"/>
                <a:cs typeface="Helvetica"/>
              </a:defRPr>
            </a:lvl7pPr>
            <a:lvl8pPr algn="ctr">
              <a:defRPr sz="1200" b="1" i="0">
                <a:solidFill>
                  <a:srgbClr val="5A2E78"/>
                </a:solidFill>
                <a:latin typeface="Helvetica"/>
                <a:ea typeface="Helvetica"/>
                <a:cs typeface="Helvetica"/>
              </a:defRPr>
            </a:lvl8pPr>
            <a:lvl9pPr algn="ctr">
              <a:defRPr sz="1200" b="1" i="0">
                <a:solidFill>
                  <a:srgbClr val="5A2E78"/>
                </a:solidFill>
                <a:latin typeface="Helvetica"/>
                <a:ea typeface="Helvetica"/>
                <a:cs typeface="Helvetica"/>
              </a:defRPr>
            </a:lvl9pPr>
          </a:lstStyle>
          <a:p xmlns:a="http://schemas.openxmlformats.org/drawingml/2006/main">
            <a:pPr algn="ctr">
              <a:defRPr sz="1200" b="1" i="0">
                <a:solidFill>
                  <a:srgbClr val="5A2E78"/>
                </a:solidFill>
                <a:latin typeface="Helvetica"/>
                <a:ea typeface="Helvetica"/>
                <a:cs typeface="Helvetica"/>
              </a:defRPr>
            </a:pPr>
            <a:r>
              <a:rPr sz="1200" b="1" i="0">
                <a:solidFill>
                  <a:srgbClr val="5A2E78"/>
                </a:solidFill>
                <a:latin typeface="Helvetica"/>
                <a:ea typeface="Helvetica"/>
                <a:cs typeface="Helvetica"/>
              </a:rPr>
              <a:t>Proof should resolve commitment, not merely create attention.</a:t>
            </a:r>
          </a:p>
        </p:txBody>
      </p:sp>
      <p:sp>
        <p:nvSpPr>
          <p:cNvPr id="19" name="">
            <a:extLst xmlns:a="http://schemas.openxmlformats.org/drawingml/2006/main">
              <a:ext uri="{FF2B5EF4-FFF2-40B4-BE49-F238E27FC236}">
                <a16:creationId xmlns:a16="http://schemas.microsoft.com/office/drawing/2014/main" id="{79EBC49C-27AD-449B-8CB4-D6140C17B856}"/>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20" name="">
            <a:extLst xmlns:a="http://schemas.openxmlformats.org/drawingml/2006/main">
              <a:ext uri="{FF2B5EF4-FFF2-40B4-BE49-F238E27FC236}">
                <a16:creationId xmlns:a16="http://schemas.microsoft.com/office/drawing/2014/main" id="{5096222E-38AF-43AF-84E8-FB5AC6B95911}"/>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available customer signal is directional, small and self-selected.</a:t>
            </a:r>
          </a:p>
        </p:txBody>
      </p:sp>
      <p:sp>
        <p:nvSpPr>
          <p:cNvPr id="21" name="">
            <a:extLst xmlns:a="http://schemas.openxmlformats.org/drawingml/2006/main">
              <a:ext uri="{FF2B5EF4-FFF2-40B4-BE49-F238E27FC236}">
                <a16:creationId xmlns:a16="http://schemas.microsoft.com/office/drawing/2014/main" id="{AF10B38F-DBD7-4E93-BB2B-35CF8E168EDA}"/>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K8, K9</a:t>
            </a:r>
          </a:p>
        </p:txBody>
      </p:sp>
      <p:sp>
        <p:nvSpPr>
          <p:cNvPr id="22" name="">
            <a:extLst xmlns:a="http://schemas.openxmlformats.org/drawingml/2006/main">
              <a:ext uri="{FF2B5EF4-FFF2-40B4-BE49-F238E27FC236}">
                <a16:creationId xmlns:a16="http://schemas.microsoft.com/office/drawing/2014/main" id="{055DD6E6-3843-41AB-AC41-DF3FE91AFC2B}"/>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3" name="">
            <a:extLst xmlns:a="http://schemas.openxmlformats.org/drawingml/2006/main">
              <a:ext uri="{FF2B5EF4-FFF2-40B4-BE49-F238E27FC236}">
                <a16:creationId xmlns:a16="http://schemas.microsoft.com/office/drawing/2014/main" id="{CA17D823-5885-4D16-B8AD-9186E1D60AC5}"/>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4" name="">
            <a:extLst xmlns:a="http://schemas.openxmlformats.org/drawingml/2006/main">
              <a:ext uri="{FF2B5EF4-FFF2-40B4-BE49-F238E27FC236}">
                <a16:creationId xmlns:a16="http://schemas.microsoft.com/office/drawing/2014/main" id="{91728CEE-760D-4997-9073-726D39F1352B}"/>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13 / 30</a:t>
            </a:r>
          </a:p>
        </p:txBody>
      </p:sp>
    </p:spTree>
    <p:extLst>
      <p:ext uri="{BB962C8B-B14F-4D97-AF65-F5344CB8AC3E}">
        <p14:creationId xmlns:p14="http://schemas.microsoft.com/office/powerpoint/2010/main" val="1426934541"/>
      </p:ext>
    </p:extLst>
  </p:cSld>
</p:sld>
</file>

<file path=ppt/slides/slide14.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175734-C6CC-48A1-B391-6918E9767606}"/>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3 / AUDIENCE + DEMAND OPPORTUNITY</a:t>
            </a:r>
          </a:p>
        </p:txBody>
      </p:sp>
      <p:sp>
        <p:nvSpPr>
          <p:cNvPr id="2" name="">
            <a:extLst xmlns:a="http://schemas.openxmlformats.org/drawingml/2006/main">
              <a:ext uri="{FF2B5EF4-FFF2-40B4-BE49-F238E27FC236}">
                <a16:creationId xmlns:a16="http://schemas.microsoft.com/office/drawing/2014/main" id="{432E4B4C-7999-4155-BCF7-BC368BB335E0}"/>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Audience Tensions / Decision Context</a:t>
            </a:r>
          </a:p>
        </p:txBody>
      </p:sp>
      <p:sp>
        <p:nvSpPr>
          <p:cNvPr id="3" name="">
            <a:extLst xmlns:a="http://schemas.openxmlformats.org/drawingml/2006/main">
              <a:ext uri="{FF2B5EF4-FFF2-40B4-BE49-F238E27FC236}">
                <a16:creationId xmlns:a16="http://schemas.microsoft.com/office/drawing/2014/main" id="{676026BD-ABC4-46C1-A608-D9F5CC35A4B2}"/>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EBD81310-0D02-493F-B616-D98B4F01A285}"/>
              </a:ext>
            </a:extLst>
          </p:cNvPr>
          <p:cNvSpPr>
            <a:spLocks xmlns:a="http://schemas.openxmlformats.org/drawingml/2006/main" noGrp="1"/>
          </p:cNvSpPr>
          <p:nvPr/>
        </p:nvSpPr>
        <p:spPr>
          <a:xfrm xmlns:a="http://schemas.openxmlformats.org/drawingml/2006/main">
            <a:off x="704850" y="1952625"/>
            <a:ext cx="3200400" cy="2590800"/>
          </a:xfrm>
          <a:prstGeom xmlns:a="http://schemas.openxmlformats.org/drawingml/2006/main" prst="roundRect">
            <a:avLst>
              <a:gd name="adj" fmla="val 2941"/>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9AE9286E-7887-4DE3-941C-9E889D11C97D}"/>
              </a:ext>
            </a:extLst>
          </p:cNvPr>
          <p:cNvSpPr>
            <a:spLocks xmlns:a="http://schemas.openxmlformats.org/drawingml/2006/main" noGrp="1"/>
          </p:cNvSpPr>
          <p:nvPr/>
        </p:nvSpPr>
        <p:spPr>
          <a:xfrm xmlns:a="http://schemas.openxmlformats.org/drawingml/2006/main">
            <a:off x="933450" y="21812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01</a:t>
            </a:r>
          </a:p>
        </p:txBody>
      </p:sp>
      <p:sp>
        <p:nvSpPr>
          <p:cNvPr id="6" name="">
            <a:extLst xmlns:a="http://schemas.openxmlformats.org/drawingml/2006/main">
              <a:ext uri="{FF2B5EF4-FFF2-40B4-BE49-F238E27FC236}">
                <a16:creationId xmlns:a16="http://schemas.microsoft.com/office/drawing/2014/main" id="{A5B12DFE-FE1C-49B4-AF61-BC26729BC8A9}"/>
              </a:ext>
            </a:extLst>
          </p:cNvPr>
          <p:cNvSpPr>
            <a:spLocks xmlns:a="http://schemas.openxmlformats.org/drawingml/2006/main" noGrp="1"/>
          </p:cNvSpPr>
          <p:nvPr/>
        </p:nvSpPr>
        <p:spPr>
          <a:xfrm xmlns:a="http://schemas.openxmlformats.org/drawingml/2006/main">
            <a:off x="933450" y="26193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DISCOVERY</a:t>
            </a:r>
          </a:p>
        </p:txBody>
      </p:sp>
      <p:sp>
        <p:nvSpPr>
          <p:cNvPr id="7" name="">
            <a:extLst xmlns:a="http://schemas.openxmlformats.org/drawingml/2006/main">
              <a:ext uri="{FF2B5EF4-FFF2-40B4-BE49-F238E27FC236}">
                <a16:creationId xmlns:a16="http://schemas.microsoft.com/office/drawing/2014/main" id="{6A7C9072-DD44-4248-96E4-6486463D1FC5}"/>
              </a:ext>
            </a:extLst>
          </p:cNvPr>
          <p:cNvSpPr>
            <a:spLocks xmlns:a="http://schemas.openxmlformats.org/drawingml/2006/main" noGrp="1"/>
          </p:cNvSpPr>
          <p:nvPr/>
        </p:nvSpPr>
        <p:spPr>
          <a:xfrm xmlns:a="http://schemas.openxmlformats.org/drawingml/2006/main">
            <a:off x="933450" y="32099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The useful tension is between breadth of appeal and clarity of choice.</a:t>
            </a:r>
          </a:p>
        </p:txBody>
      </p:sp>
      <p:sp>
        <p:nvSpPr>
          <p:cNvPr id="8" name="">
            <a:extLst xmlns:a="http://schemas.openxmlformats.org/drawingml/2006/main">
              <a:ext uri="{FF2B5EF4-FFF2-40B4-BE49-F238E27FC236}">
                <a16:creationId xmlns:a16="http://schemas.microsoft.com/office/drawing/2014/main" id="{23D79449-E26A-4FBB-A7D9-B0321C327D4D}"/>
              </a:ext>
            </a:extLst>
          </p:cNvPr>
          <p:cNvSpPr>
            <a:spLocks xmlns:a="http://schemas.openxmlformats.org/drawingml/2006/main" noGrp="1"/>
          </p:cNvSpPr>
          <p:nvPr/>
        </p:nvSpPr>
        <p:spPr>
          <a:xfrm xmlns:a="http://schemas.openxmlformats.org/drawingml/2006/main">
            <a:off x="4419600" y="2105025"/>
            <a:ext cx="3200400" cy="2590800"/>
          </a:xfrm>
          <a:prstGeom xmlns:a="http://schemas.openxmlformats.org/drawingml/2006/main" prst="roundRect">
            <a:avLst>
              <a:gd name="adj" fmla="val 2941"/>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CBAC0BD1-6AD5-4EC0-B062-75F1352C62F5}"/>
              </a:ext>
            </a:extLst>
          </p:cNvPr>
          <p:cNvSpPr>
            <a:spLocks xmlns:a="http://schemas.openxmlformats.org/drawingml/2006/main" noGrp="1"/>
          </p:cNvSpPr>
          <p:nvPr/>
        </p:nvSpPr>
        <p:spPr>
          <a:xfrm xmlns:a="http://schemas.openxmlformats.org/drawingml/2006/main">
            <a:off x="4648200" y="23336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02</a:t>
            </a:r>
          </a:p>
        </p:txBody>
      </p:sp>
      <p:sp>
        <p:nvSpPr>
          <p:cNvPr id="10" name="">
            <a:extLst xmlns:a="http://schemas.openxmlformats.org/drawingml/2006/main">
              <a:ext uri="{FF2B5EF4-FFF2-40B4-BE49-F238E27FC236}">
                <a16:creationId xmlns:a16="http://schemas.microsoft.com/office/drawing/2014/main" id="{D9A93156-D217-4B95-B79C-DD439E501CC1}"/>
              </a:ext>
            </a:extLst>
          </p:cNvPr>
          <p:cNvSpPr>
            <a:spLocks xmlns:a="http://schemas.openxmlformats.org/drawingml/2006/main" noGrp="1"/>
          </p:cNvSpPr>
          <p:nvPr/>
        </p:nvSpPr>
        <p:spPr>
          <a:xfrm xmlns:a="http://schemas.openxmlformats.org/drawingml/2006/main">
            <a:off x="4648200" y="27717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DECISION</a:t>
            </a:r>
          </a:p>
        </p:txBody>
      </p:sp>
      <p:sp>
        <p:nvSpPr>
          <p:cNvPr id="11" name="">
            <a:extLst xmlns:a="http://schemas.openxmlformats.org/drawingml/2006/main">
              <a:ext uri="{FF2B5EF4-FFF2-40B4-BE49-F238E27FC236}">
                <a16:creationId xmlns:a16="http://schemas.microsoft.com/office/drawing/2014/main" id="{F7BAC505-7D69-4A91-B4B4-3507988483EB}"/>
              </a:ext>
            </a:extLst>
          </p:cNvPr>
          <p:cNvSpPr>
            <a:spLocks xmlns:a="http://schemas.openxmlformats.org/drawingml/2006/main" noGrp="1"/>
          </p:cNvSpPr>
          <p:nvPr/>
        </p:nvSpPr>
        <p:spPr>
          <a:xfrm xmlns:a="http://schemas.openxmlformats.org/drawingml/2006/main">
            <a:off x="4648200" y="33623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This is the moment science must function as a decision aid rather than a brand claim, or trials will lapse before retention is reached.</a:t>
            </a:r>
          </a:p>
        </p:txBody>
      </p:sp>
      <p:sp>
        <p:nvSpPr>
          <p:cNvPr id="12" name="">
            <a:extLst xmlns:a="http://schemas.openxmlformats.org/drawingml/2006/main">
              <a:ext uri="{FF2B5EF4-FFF2-40B4-BE49-F238E27FC236}">
                <a16:creationId xmlns:a16="http://schemas.microsoft.com/office/drawing/2014/main" id="{E73281EC-3007-42F6-9976-820766868118}"/>
              </a:ext>
            </a:extLst>
          </p:cNvPr>
          <p:cNvSpPr>
            <a:spLocks xmlns:a="http://schemas.openxmlformats.org/drawingml/2006/main" noGrp="1"/>
          </p:cNvSpPr>
          <p:nvPr/>
        </p:nvSpPr>
        <p:spPr>
          <a:xfrm xmlns:a="http://schemas.openxmlformats.org/drawingml/2006/main">
            <a:off x="8134350" y="2257425"/>
            <a:ext cx="3200400" cy="2590800"/>
          </a:xfrm>
          <a:prstGeom xmlns:a="http://schemas.openxmlformats.org/drawingml/2006/main" prst="roundRect">
            <a:avLst>
              <a:gd name="adj" fmla="val 2941"/>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9B77414A-2A8F-4756-83AF-198E758E1181}"/>
              </a:ext>
            </a:extLst>
          </p:cNvPr>
          <p:cNvSpPr>
            <a:spLocks xmlns:a="http://schemas.openxmlformats.org/drawingml/2006/main" noGrp="1"/>
          </p:cNvSpPr>
          <p:nvPr/>
        </p:nvSpPr>
        <p:spPr>
          <a:xfrm xmlns:a="http://schemas.openxmlformats.org/drawingml/2006/main">
            <a:off x="8362950" y="24860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C8B7E8"/>
                </a:solidFill>
                <a:latin typeface="Helvetica"/>
                <a:ea typeface="Helvetica"/>
                <a:cs typeface="Helvetica"/>
              </a:defRPr>
            </a:defPPr>
            <a:lvl1pPr algn="l">
              <a:defRPr sz="900" b="1" i="0">
                <a:solidFill>
                  <a:srgbClr val="C8B7E8"/>
                </a:solidFill>
                <a:latin typeface="Helvetica"/>
                <a:ea typeface="Helvetica"/>
                <a:cs typeface="Helvetica"/>
              </a:defRPr>
            </a:lvl1pPr>
            <a:lvl2pPr algn="l">
              <a:defRPr sz="900" b="1" i="0">
                <a:solidFill>
                  <a:srgbClr val="C8B7E8"/>
                </a:solidFill>
                <a:latin typeface="Helvetica"/>
                <a:ea typeface="Helvetica"/>
                <a:cs typeface="Helvetica"/>
              </a:defRPr>
            </a:lvl2pPr>
            <a:lvl3pPr algn="l">
              <a:defRPr sz="900" b="1" i="0">
                <a:solidFill>
                  <a:srgbClr val="C8B7E8"/>
                </a:solidFill>
                <a:latin typeface="Helvetica"/>
                <a:ea typeface="Helvetica"/>
                <a:cs typeface="Helvetica"/>
              </a:defRPr>
            </a:lvl3pPr>
            <a:lvl4pPr algn="l">
              <a:defRPr sz="900" b="1" i="0">
                <a:solidFill>
                  <a:srgbClr val="C8B7E8"/>
                </a:solidFill>
                <a:latin typeface="Helvetica"/>
                <a:ea typeface="Helvetica"/>
                <a:cs typeface="Helvetica"/>
              </a:defRPr>
            </a:lvl4pPr>
            <a:lvl5pPr algn="l">
              <a:defRPr sz="900" b="1" i="0">
                <a:solidFill>
                  <a:srgbClr val="C8B7E8"/>
                </a:solidFill>
                <a:latin typeface="Helvetica"/>
                <a:ea typeface="Helvetica"/>
                <a:cs typeface="Helvetica"/>
              </a:defRPr>
            </a:lvl5pPr>
            <a:lvl6pPr algn="l">
              <a:defRPr sz="900" b="1" i="0">
                <a:solidFill>
                  <a:srgbClr val="C8B7E8"/>
                </a:solidFill>
                <a:latin typeface="Helvetica"/>
                <a:ea typeface="Helvetica"/>
                <a:cs typeface="Helvetica"/>
              </a:defRPr>
            </a:lvl6pPr>
            <a:lvl7pPr algn="l">
              <a:defRPr sz="900" b="1" i="0">
                <a:solidFill>
                  <a:srgbClr val="C8B7E8"/>
                </a:solidFill>
                <a:latin typeface="Helvetica"/>
                <a:ea typeface="Helvetica"/>
                <a:cs typeface="Helvetica"/>
              </a:defRPr>
            </a:lvl7pPr>
            <a:lvl8pPr algn="l">
              <a:defRPr sz="900" b="1" i="0">
                <a:solidFill>
                  <a:srgbClr val="C8B7E8"/>
                </a:solidFill>
                <a:latin typeface="Helvetica"/>
                <a:ea typeface="Helvetica"/>
                <a:cs typeface="Helvetica"/>
              </a:defRPr>
            </a:lvl8pPr>
            <a:lvl9pPr algn="l">
              <a:defRPr sz="900" b="1" i="0">
                <a:solidFill>
                  <a:srgbClr val="C8B7E8"/>
                </a:solidFill>
                <a:latin typeface="Helvetica"/>
                <a:ea typeface="Helvetica"/>
                <a:cs typeface="Helvetica"/>
              </a:defRPr>
            </a:lvl9pPr>
          </a:lstStyle>
          <a:p xmlns:a="http://schemas.openxmlformats.org/drawingml/2006/main">
            <a:pPr algn="l">
              <a:defRPr sz="900" b="1" i="0">
                <a:solidFill>
                  <a:srgbClr val="C8B7E8"/>
                </a:solidFill>
                <a:latin typeface="Helvetica"/>
                <a:ea typeface="Helvetica"/>
                <a:cs typeface="Helvetica"/>
              </a:defRPr>
            </a:pPr>
            <a:r>
              <a:rPr sz="900" b="1" i="0">
                <a:solidFill>
                  <a:srgbClr val="C8B7E8"/>
                </a:solidFill>
                <a:latin typeface="Helvetica"/>
                <a:ea typeface="Helvetica"/>
                <a:cs typeface="Helvetica"/>
              </a:rPr>
              <a:t>03</a:t>
            </a:r>
          </a:p>
        </p:txBody>
      </p:sp>
      <p:sp>
        <p:nvSpPr>
          <p:cNvPr id="14" name="">
            <a:extLst xmlns:a="http://schemas.openxmlformats.org/drawingml/2006/main">
              <a:ext uri="{FF2B5EF4-FFF2-40B4-BE49-F238E27FC236}">
                <a16:creationId xmlns:a16="http://schemas.microsoft.com/office/drawing/2014/main" id="{15C36EF6-9BEC-479F-8868-F6297B96BCE6}"/>
              </a:ext>
            </a:extLst>
          </p:cNvPr>
          <p:cNvSpPr>
            <a:spLocks xmlns:a="http://schemas.openxmlformats.org/drawingml/2006/main" noGrp="1"/>
          </p:cNvSpPr>
          <p:nvPr/>
        </p:nvSpPr>
        <p:spPr>
          <a:xfrm xmlns:a="http://schemas.openxmlformats.org/drawingml/2006/main">
            <a:off x="8362950" y="292417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FFFDFC"/>
                </a:solidFill>
                <a:latin typeface="Helvetica"/>
                <a:ea typeface="Helvetica"/>
                <a:cs typeface="Helvetica"/>
              </a:defRPr>
            </a:defPPr>
            <a:lvl1pPr algn="l">
              <a:defRPr sz="1575" b="1" i="0">
                <a:solidFill>
                  <a:srgbClr val="FFFDFC"/>
                </a:solidFill>
                <a:latin typeface="Helvetica"/>
                <a:ea typeface="Helvetica"/>
                <a:cs typeface="Helvetica"/>
              </a:defRPr>
            </a:lvl1pPr>
            <a:lvl2pPr algn="l">
              <a:defRPr sz="1575" b="1" i="0">
                <a:solidFill>
                  <a:srgbClr val="FFFDFC"/>
                </a:solidFill>
                <a:latin typeface="Helvetica"/>
                <a:ea typeface="Helvetica"/>
                <a:cs typeface="Helvetica"/>
              </a:defRPr>
            </a:lvl2pPr>
            <a:lvl3pPr algn="l">
              <a:defRPr sz="1575" b="1" i="0">
                <a:solidFill>
                  <a:srgbClr val="FFFDFC"/>
                </a:solidFill>
                <a:latin typeface="Helvetica"/>
                <a:ea typeface="Helvetica"/>
                <a:cs typeface="Helvetica"/>
              </a:defRPr>
            </a:lvl3pPr>
            <a:lvl4pPr algn="l">
              <a:defRPr sz="1575" b="1" i="0">
                <a:solidFill>
                  <a:srgbClr val="FFFDFC"/>
                </a:solidFill>
                <a:latin typeface="Helvetica"/>
                <a:ea typeface="Helvetica"/>
                <a:cs typeface="Helvetica"/>
              </a:defRPr>
            </a:lvl4pPr>
            <a:lvl5pPr algn="l">
              <a:defRPr sz="1575" b="1" i="0">
                <a:solidFill>
                  <a:srgbClr val="FFFDFC"/>
                </a:solidFill>
                <a:latin typeface="Helvetica"/>
                <a:ea typeface="Helvetica"/>
                <a:cs typeface="Helvetica"/>
              </a:defRPr>
            </a:lvl5pPr>
            <a:lvl6pPr algn="l">
              <a:defRPr sz="1575" b="1" i="0">
                <a:solidFill>
                  <a:srgbClr val="FFFDFC"/>
                </a:solidFill>
                <a:latin typeface="Helvetica"/>
                <a:ea typeface="Helvetica"/>
                <a:cs typeface="Helvetica"/>
              </a:defRPr>
            </a:lvl6pPr>
            <a:lvl7pPr algn="l">
              <a:defRPr sz="1575" b="1" i="0">
                <a:solidFill>
                  <a:srgbClr val="FFFDFC"/>
                </a:solidFill>
                <a:latin typeface="Helvetica"/>
                <a:ea typeface="Helvetica"/>
                <a:cs typeface="Helvetica"/>
              </a:defRPr>
            </a:lvl7pPr>
            <a:lvl8pPr algn="l">
              <a:defRPr sz="1575" b="1" i="0">
                <a:solidFill>
                  <a:srgbClr val="FFFDFC"/>
                </a:solidFill>
                <a:latin typeface="Helvetica"/>
                <a:ea typeface="Helvetica"/>
                <a:cs typeface="Helvetica"/>
              </a:defRPr>
            </a:lvl8pPr>
            <a:lvl9pPr algn="l">
              <a:defRPr sz="1575" b="1" i="0">
                <a:solidFill>
                  <a:srgbClr val="FFFDFC"/>
                </a:solidFill>
                <a:latin typeface="Helvetica"/>
                <a:ea typeface="Helvetica"/>
                <a:cs typeface="Helvetica"/>
              </a:defRPr>
            </a:lvl9pPr>
          </a:lstStyle>
          <a:p xmlns:a="http://schemas.openxmlformats.org/drawingml/2006/main">
            <a:pPr algn="l">
              <a:defRPr sz="1575" b="1" i="0">
                <a:solidFill>
                  <a:srgbClr val="FFFDFC"/>
                </a:solidFill>
                <a:latin typeface="Helvetica"/>
                <a:ea typeface="Helvetica"/>
                <a:cs typeface="Helvetica"/>
              </a:defRPr>
            </a:pPr>
            <a:r>
              <a:rPr sz="1575" b="1" i="0">
                <a:solidFill>
                  <a:srgbClr val="FFFDFC"/>
                </a:solidFill>
                <a:latin typeface="Helvetica"/>
                <a:ea typeface="Helvetica"/>
                <a:cs typeface="Helvetica"/>
              </a:rPr>
              <a:t>REPEAT</a:t>
            </a:r>
          </a:p>
        </p:txBody>
      </p:sp>
      <p:sp>
        <p:nvSpPr>
          <p:cNvPr id="15" name="">
            <a:extLst xmlns:a="http://schemas.openxmlformats.org/drawingml/2006/main">
              <a:ext uri="{FF2B5EF4-FFF2-40B4-BE49-F238E27FC236}">
                <a16:creationId xmlns:a16="http://schemas.microsoft.com/office/drawing/2014/main" id="{6E69ADA7-F3D3-4BDA-9D01-E5ED35A0CCEB}"/>
              </a:ext>
            </a:extLst>
          </p:cNvPr>
          <p:cNvSpPr>
            <a:spLocks xmlns:a="http://schemas.openxmlformats.org/drawingml/2006/main" noGrp="1"/>
          </p:cNvSpPr>
          <p:nvPr/>
        </p:nvSpPr>
        <p:spPr>
          <a:xfrm xmlns:a="http://schemas.openxmlformats.org/drawingml/2006/main">
            <a:off x="8362950" y="3514725"/>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The useful tension is between breadth of appeal and clarity of choice.</a:t>
            </a:r>
          </a:p>
        </p:txBody>
      </p:sp>
      <p:sp>
        <p:nvSpPr>
          <p:cNvPr id="16" name="">
            <a:extLst xmlns:a="http://schemas.openxmlformats.org/drawingml/2006/main">
              <a:ext uri="{FF2B5EF4-FFF2-40B4-BE49-F238E27FC236}">
                <a16:creationId xmlns:a16="http://schemas.microsoft.com/office/drawing/2014/main" id="{18EDE1AB-0575-4A38-88F2-C6954B871F4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96EEC9A6-D772-4E91-8AB0-0D5CCE056AF1}"/>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useful tension is between breadth of appeal and clarity of choice.</a:t>
            </a:r>
          </a:p>
        </p:txBody>
      </p:sp>
      <p:sp>
        <p:nvSpPr>
          <p:cNvPr id="18" name="">
            <a:extLst xmlns:a="http://schemas.openxmlformats.org/drawingml/2006/main">
              <a:ext uri="{FF2B5EF4-FFF2-40B4-BE49-F238E27FC236}">
                <a16:creationId xmlns:a16="http://schemas.microsoft.com/office/drawing/2014/main" id="{3B19089C-B853-47C8-8E77-5C17CEDC2C7F}"/>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K8, K9</a:t>
            </a:r>
          </a:p>
        </p:txBody>
      </p:sp>
      <p:sp>
        <p:nvSpPr>
          <p:cNvPr id="19" name="">
            <a:extLst xmlns:a="http://schemas.openxmlformats.org/drawingml/2006/main">
              <a:ext uri="{FF2B5EF4-FFF2-40B4-BE49-F238E27FC236}">
                <a16:creationId xmlns:a16="http://schemas.microsoft.com/office/drawing/2014/main" id="{FFFA6658-DDB7-46AE-A7EE-B7B025CFF807}"/>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F76DA3E1-7008-4CF1-ABBA-A1DB24435A28}"/>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AD136F9F-34E8-41D7-B6C3-7F07D1267D88}"/>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14 / 30</a:t>
            </a:r>
          </a:p>
        </p:txBody>
      </p:sp>
    </p:spTree>
    <p:extLst>
      <p:ext uri="{BB962C8B-B14F-4D97-AF65-F5344CB8AC3E}">
        <p14:creationId xmlns:p14="http://schemas.microsoft.com/office/powerpoint/2010/main" val="1207782197"/>
      </p:ext>
    </p:extLst>
  </p:cSld>
</p:sld>
</file>

<file path=ppt/slides/slide15.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820C8F-576E-47E5-AF1F-F66AF6C82F14}"/>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3 / AUDIENCE + DEMAND OPPORTUNITY</a:t>
            </a:r>
          </a:p>
        </p:txBody>
      </p:sp>
      <p:sp>
        <p:nvSpPr>
          <p:cNvPr id="2" name="">
            <a:extLst xmlns:a="http://schemas.openxmlformats.org/drawingml/2006/main">
              <a:ext uri="{FF2B5EF4-FFF2-40B4-BE49-F238E27FC236}">
                <a16:creationId xmlns:a16="http://schemas.microsoft.com/office/drawing/2014/main" id="{C4D1FC1B-54B7-4307-9E24-4A3F7131C447}"/>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Category Entry Points</a:t>
            </a:r>
          </a:p>
        </p:txBody>
      </p:sp>
      <p:sp>
        <p:nvSpPr>
          <p:cNvPr id="3" name="">
            <a:extLst xmlns:a="http://schemas.openxmlformats.org/drawingml/2006/main">
              <a:ext uri="{FF2B5EF4-FFF2-40B4-BE49-F238E27FC236}">
                <a16:creationId xmlns:a16="http://schemas.microsoft.com/office/drawing/2014/main" id="{157E8EBB-400E-4916-A199-08FC2C3E151B}"/>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BF07B639-4E11-4151-91ED-D9C40BCC3AC6}"/>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KatKin's real difference is scientific ambition, but that ambition currently lives in marketing claims, not in the customer's path from trial to committed fresh feeding. Competitors already match convenience and ingredient claims.</a:t>
            </a:r>
          </a:p>
        </p:txBody>
      </p:sp>
      <p:sp>
        <p:nvSpPr>
          <p:cNvPr id="5" name="">
            <a:extLst xmlns:a="http://schemas.openxmlformats.org/drawingml/2006/main">
              <a:ext uri="{FF2B5EF4-FFF2-40B4-BE49-F238E27FC236}">
                <a16:creationId xmlns:a16="http://schemas.microsoft.com/office/drawing/2014/main" id="{C0194A80-0550-4174-9A1E-70491C441D46}"/>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9A88C55F-5CD8-4AB0-A7AF-19EAE5FDF5CD}"/>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7B155BD8-0DDA-4B7B-B1D4-94A2B71B47DA}"/>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CC3963F3-D52A-4287-840D-B9E6BE35FE38}"/>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Different entry points may require different proof and proposition jobs.</a:t>
            </a:r>
          </a:p>
        </p:txBody>
      </p:sp>
      <p:sp>
        <p:nvSpPr>
          <p:cNvPr id="9" name="">
            <a:extLst xmlns:a="http://schemas.openxmlformats.org/drawingml/2006/main">
              <a:ext uri="{FF2B5EF4-FFF2-40B4-BE49-F238E27FC236}">
                <a16:creationId xmlns:a16="http://schemas.microsoft.com/office/drawing/2014/main" id="{1CF7C261-A355-4B23-8BF0-210AF171D7B1}"/>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E680E8BF-8EA6-4E18-BE43-7B17FE8DA6CD}"/>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Different entry points may require different proof and proposition jobs.</a:t>
            </a:r>
          </a:p>
        </p:txBody>
      </p:sp>
      <p:sp>
        <p:nvSpPr>
          <p:cNvPr id="11" name="">
            <a:extLst xmlns:a="http://schemas.openxmlformats.org/drawingml/2006/main">
              <a:ext uri="{FF2B5EF4-FFF2-40B4-BE49-F238E27FC236}">
                <a16:creationId xmlns:a16="http://schemas.microsoft.com/office/drawing/2014/main" id="{3A87240B-23C1-4AAF-AE0C-4FDCDF74BD6D}"/>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K8, K9</a:t>
            </a:r>
          </a:p>
        </p:txBody>
      </p:sp>
      <p:sp>
        <p:nvSpPr>
          <p:cNvPr id="12" name="">
            <a:extLst xmlns:a="http://schemas.openxmlformats.org/drawingml/2006/main">
              <a:ext uri="{FF2B5EF4-FFF2-40B4-BE49-F238E27FC236}">
                <a16:creationId xmlns:a16="http://schemas.microsoft.com/office/drawing/2014/main" id="{C8D5E52D-5B56-4D28-AE0C-279AA90F36C7}"/>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3" name="">
            <a:extLst xmlns:a="http://schemas.openxmlformats.org/drawingml/2006/main">
              <a:ext uri="{FF2B5EF4-FFF2-40B4-BE49-F238E27FC236}">
                <a16:creationId xmlns:a16="http://schemas.microsoft.com/office/drawing/2014/main" id="{7989272C-8161-4D18-8020-71179475AD49}"/>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FAF3BC22-CCF5-4B7D-BB8D-754DC10191F9}"/>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15 / 30</a:t>
            </a:r>
          </a:p>
        </p:txBody>
      </p:sp>
    </p:spTree>
    <p:extLst>
      <p:ext uri="{BB962C8B-B14F-4D97-AF65-F5344CB8AC3E}">
        <p14:creationId xmlns:p14="http://schemas.microsoft.com/office/powerpoint/2010/main" val="762164350"/>
      </p:ext>
    </p:extLst>
  </p:cSld>
</p:sld>
</file>

<file path=ppt/slides/slide16.xml><?xml version="1.0" encoding="utf-8"?>
<p:sld xmlns:p="http://schemas.openxmlformats.org/presentationml/2006/main">
  <p:cSld>
    <p:bg>
      <p:bgPr>
        <a:solidFill xmlns:a="http://schemas.openxmlformats.org/drawingml/2006/main">
          <a:srgbClr val="15121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09B7EC7-BD44-417B-8691-60F55A213AE9}"/>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83BB5F1C-C0BF-4755-8571-D7E209AA7429}"/>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FFFDFC"/>
                </a:solidFill>
                <a:latin typeface="Helvetica"/>
                <a:ea typeface="Helvetica"/>
                <a:cs typeface="Helvetica"/>
              </a:defRPr>
            </a:defPPr>
            <a:lvl1pPr algn="l">
              <a:defRPr sz="2325" b="1" i="0">
                <a:solidFill>
                  <a:srgbClr val="FFFDFC"/>
                </a:solidFill>
                <a:latin typeface="Helvetica"/>
                <a:ea typeface="Helvetica"/>
                <a:cs typeface="Helvetica"/>
              </a:defRPr>
            </a:lvl1pPr>
            <a:lvl2pPr algn="l">
              <a:defRPr sz="2325" b="1" i="0">
                <a:solidFill>
                  <a:srgbClr val="FFFDFC"/>
                </a:solidFill>
                <a:latin typeface="Helvetica"/>
                <a:ea typeface="Helvetica"/>
                <a:cs typeface="Helvetica"/>
              </a:defRPr>
            </a:lvl2pPr>
            <a:lvl3pPr algn="l">
              <a:defRPr sz="2325" b="1" i="0">
                <a:solidFill>
                  <a:srgbClr val="FFFDFC"/>
                </a:solidFill>
                <a:latin typeface="Helvetica"/>
                <a:ea typeface="Helvetica"/>
                <a:cs typeface="Helvetica"/>
              </a:defRPr>
            </a:lvl3pPr>
            <a:lvl4pPr algn="l">
              <a:defRPr sz="2325" b="1" i="0">
                <a:solidFill>
                  <a:srgbClr val="FFFDFC"/>
                </a:solidFill>
                <a:latin typeface="Helvetica"/>
                <a:ea typeface="Helvetica"/>
                <a:cs typeface="Helvetica"/>
              </a:defRPr>
            </a:lvl4pPr>
            <a:lvl5pPr algn="l">
              <a:defRPr sz="2325" b="1" i="0">
                <a:solidFill>
                  <a:srgbClr val="FFFDFC"/>
                </a:solidFill>
                <a:latin typeface="Helvetica"/>
                <a:ea typeface="Helvetica"/>
                <a:cs typeface="Helvetica"/>
              </a:defRPr>
            </a:lvl5pPr>
            <a:lvl6pPr algn="l">
              <a:defRPr sz="2325" b="1" i="0">
                <a:solidFill>
                  <a:srgbClr val="FFFDFC"/>
                </a:solidFill>
                <a:latin typeface="Helvetica"/>
                <a:ea typeface="Helvetica"/>
                <a:cs typeface="Helvetica"/>
              </a:defRPr>
            </a:lvl6pPr>
            <a:lvl7pPr algn="l">
              <a:defRPr sz="2325" b="1" i="0">
                <a:solidFill>
                  <a:srgbClr val="FFFDFC"/>
                </a:solidFill>
                <a:latin typeface="Helvetica"/>
                <a:ea typeface="Helvetica"/>
                <a:cs typeface="Helvetica"/>
              </a:defRPr>
            </a:lvl7pPr>
            <a:lvl8pPr algn="l">
              <a:defRPr sz="2325" b="1" i="0">
                <a:solidFill>
                  <a:srgbClr val="FFFDFC"/>
                </a:solidFill>
                <a:latin typeface="Helvetica"/>
                <a:ea typeface="Helvetica"/>
                <a:cs typeface="Helvetica"/>
              </a:defRPr>
            </a:lvl8pPr>
            <a:lvl9pPr algn="l">
              <a:defRPr sz="2325" b="1" i="0">
                <a:solidFill>
                  <a:srgbClr val="FFFDFC"/>
                </a:solidFill>
                <a:latin typeface="Helvetica"/>
                <a:ea typeface="Helvetica"/>
                <a:cs typeface="Helvetica"/>
              </a:defRPr>
            </a:lvl9pPr>
          </a:lstStyle>
          <a:p xmlns:a="http://schemas.openxmlformats.org/drawingml/2006/main">
            <a:pPr algn="l">
              <a:defRPr sz="2325" b="1" i="0">
                <a:solidFill>
                  <a:srgbClr val="FFFDFC"/>
                </a:solidFill>
                <a:latin typeface="Helvetica"/>
                <a:ea typeface="Helvetica"/>
                <a:cs typeface="Helvetica"/>
              </a:defRPr>
            </a:pPr>
            <a:r>
              <a:rPr sz="2325" b="1" i="0">
                <a:solidFill>
                  <a:srgbClr val="FFFDFC"/>
                </a:solidFill>
                <a:latin typeface="Helvetica"/>
                <a:ea typeface="Helvetica"/>
                <a:cs typeface="Helvetica"/>
              </a:rPr>
              <a:t>Current Brand Diagnosis</a:t>
            </a:r>
          </a:p>
        </p:txBody>
      </p:sp>
      <p:sp>
        <p:nvSpPr>
          <p:cNvPr id="3" name="">
            <a:extLst xmlns:a="http://schemas.openxmlformats.org/drawingml/2006/main">
              <a:ext uri="{FF2B5EF4-FFF2-40B4-BE49-F238E27FC236}">
                <a16:creationId xmlns:a16="http://schemas.microsoft.com/office/drawing/2014/main" id="{4AFFC314-2DF5-4649-9E5F-98B87B5BFBFE}"/>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4" name="">
            <a:extLst xmlns:a="http://schemas.openxmlformats.org/drawingml/2006/main">
              <a:ext uri="{FF2B5EF4-FFF2-40B4-BE49-F238E27FC236}">
                <a16:creationId xmlns:a16="http://schemas.microsoft.com/office/drawing/2014/main" id="{9664182E-4CE1-427D-AB86-421899BF78A6}"/>
              </a:ext>
            </a:extLst>
          </p:cNvPr>
          <p:cNvSpPr>
            <a:spLocks xmlns:a="http://schemas.openxmlformats.org/drawingml/2006/main" noGrp="1"/>
          </p:cNvSpPr>
          <p:nvPr/>
        </p:nvSpPr>
        <p:spPr>
          <a:xfrm xmlns:a="http://schemas.openxmlformats.org/drawingml/2006/main">
            <a:off x="762000" y="17526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POSITION</a:t>
            </a:r>
          </a:p>
        </p:txBody>
      </p:sp>
      <p:sp>
        <p:nvSpPr>
          <p:cNvPr id="5" name="">
            <a:extLst xmlns:a="http://schemas.openxmlformats.org/drawingml/2006/main">
              <a:ext uri="{FF2B5EF4-FFF2-40B4-BE49-F238E27FC236}">
                <a16:creationId xmlns:a16="http://schemas.microsoft.com/office/drawing/2014/main" id="{5B984ADD-59C1-49E3-9ECA-D8A8E0926BB1}"/>
              </a:ext>
            </a:extLst>
          </p:cNvPr>
          <p:cNvSpPr>
            <a:spLocks xmlns:a="http://schemas.openxmlformats.org/drawingml/2006/main" noGrp="1"/>
          </p:cNvSpPr>
          <p:nvPr/>
        </p:nvSpPr>
        <p:spPr>
          <a:xfrm xmlns:a="http://schemas.openxmlformats.org/drawingml/2006/main">
            <a:off x="2333625" y="183832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6" name="">
            <a:extLst xmlns:a="http://schemas.openxmlformats.org/drawingml/2006/main">
              <a:ext uri="{FF2B5EF4-FFF2-40B4-BE49-F238E27FC236}">
                <a16:creationId xmlns:a16="http://schemas.microsoft.com/office/drawing/2014/main" id="{AC562893-55BF-4F4B-B11A-70BAEE85CC2F}"/>
              </a:ext>
            </a:extLst>
          </p:cNvPr>
          <p:cNvSpPr>
            <a:spLocks xmlns:a="http://schemas.openxmlformats.org/drawingml/2006/main" noGrp="1"/>
          </p:cNvSpPr>
          <p:nvPr/>
        </p:nvSpPr>
        <p:spPr>
          <a:xfrm xmlns:a="http://schemas.openxmlformats.org/drawingml/2006/main">
            <a:off x="3143250" y="16764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654F"/>
                </a:solidFill>
                <a:latin typeface="Helvetica"/>
                <a:ea typeface="Helvetica"/>
                <a:cs typeface="Helvetica"/>
              </a:defRPr>
            </a:defPPr>
            <a:lvl1pPr algn="l">
              <a:defRPr sz="1875" b="1" i="0">
                <a:solidFill>
                  <a:srgbClr val="FF654F"/>
                </a:solidFill>
                <a:latin typeface="Helvetica"/>
                <a:ea typeface="Helvetica"/>
                <a:cs typeface="Helvetica"/>
              </a:defRPr>
            </a:lvl1pPr>
            <a:lvl2pPr algn="l">
              <a:defRPr sz="1875" b="1" i="0">
                <a:solidFill>
                  <a:srgbClr val="FF654F"/>
                </a:solidFill>
                <a:latin typeface="Helvetica"/>
                <a:ea typeface="Helvetica"/>
                <a:cs typeface="Helvetica"/>
              </a:defRPr>
            </a:lvl2pPr>
            <a:lvl3pPr algn="l">
              <a:defRPr sz="1875" b="1" i="0">
                <a:solidFill>
                  <a:srgbClr val="FF654F"/>
                </a:solidFill>
                <a:latin typeface="Helvetica"/>
                <a:ea typeface="Helvetica"/>
                <a:cs typeface="Helvetica"/>
              </a:defRPr>
            </a:lvl3pPr>
            <a:lvl4pPr algn="l">
              <a:defRPr sz="1875" b="1" i="0">
                <a:solidFill>
                  <a:srgbClr val="FF654F"/>
                </a:solidFill>
                <a:latin typeface="Helvetica"/>
                <a:ea typeface="Helvetica"/>
                <a:cs typeface="Helvetica"/>
              </a:defRPr>
            </a:lvl4pPr>
            <a:lvl5pPr algn="l">
              <a:defRPr sz="1875" b="1" i="0">
                <a:solidFill>
                  <a:srgbClr val="FF654F"/>
                </a:solidFill>
                <a:latin typeface="Helvetica"/>
                <a:ea typeface="Helvetica"/>
                <a:cs typeface="Helvetica"/>
              </a:defRPr>
            </a:lvl5pPr>
            <a:lvl6pPr algn="l">
              <a:defRPr sz="1875" b="1" i="0">
                <a:solidFill>
                  <a:srgbClr val="FF654F"/>
                </a:solidFill>
                <a:latin typeface="Helvetica"/>
                <a:ea typeface="Helvetica"/>
                <a:cs typeface="Helvetica"/>
              </a:defRPr>
            </a:lvl6pPr>
            <a:lvl7pPr algn="l">
              <a:defRPr sz="1875" b="1" i="0">
                <a:solidFill>
                  <a:srgbClr val="FF654F"/>
                </a:solidFill>
                <a:latin typeface="Helvetica"/>
                <a:ea typeface="Helvetica"/>
                <a:cs typeface="Helvetica"/>
              </a:defRPr>
            </a:lvl7pPr>
            <a:lvl8pPr algn="l">
              <a:defRPr sz="1875" b="1" i="0">
                <a:solidFill>
                  <a:srgbClr val="FF654F"/>
                </a:solidFill>
                <a:latin typeface="Helvetica"/>
                <a:ea typeface="Helvetica"/>
                <a:cs typeface="Helvetica"/>
              </a:defRPr>
            </a:lvl8pPr>
            <a:lvl9pPr algn="l">
              <a:defRPr sz="1875" b="1" i="0">
                <a:solidFill>
                  <a:srgbClr val="FF654F"/>
                </a:solidFill>
                <a:latin typeface="Helvetica"/>
                <a:ea typeface="Helvetica"/>
                <a:cs typeface="Helvetica"/>
              </a:defRPr>
            </a:lvl9pPr>
          </a:lstStyle>
          <a:p xmlns:a="http://schemas.openxmlformats.org/drawingml/2006/main">
            <a:pPr algn="l">
              <a:defRPr sz="1875" b="1" i="0">
                <a:solidFill>
                  <a:srgbClr val="FF654F"/>
                </a:solidFill>
                <a:latin typeface="Helvetica"/>
                <a:ea typeface="Helvetica"/>
                <a:cs typeface="Helvetica"/>
              </a:defRPr>
            </a:pPr>
            <a:r>
              <a:rPr sz="1875" b="1" i="0">
                <a:solidFill>
                  <a:srgbClr val="FF654F"/>
                </a:solidFill>
                <a:latin typeface="Helvetica"/>
                <a:ea typeface="Helvetica"/>
                <a:cs typeface="Helvetica"/>
              </a:rPr>
              <a:t>Scientific ambition</a:t>
            </a:r>
          </a:p>
        </p:txBody>
      </p:sp>
      <p:sp>
        <p:nvSpPr>
          <p:cNvPr id="7" name="">
            <a:extLst xmlns:a="http://schemas.openxmlformats.org/drawingml/2006/main">
              <a:ext uri="{FF2B5EF4-FFF2-40B4-BE49-F238E27FC236}">
                <a16:creationId xmlns:a16="http://schemas.microsoft.com/office/drawing/2014/main" id="{D79CEEC2-67F9-4E88-A9F7-5950B69AC569}"/>
              </a:ext>
            </a:extLst>
          </p:cNvPr>
          <p:cNvSpPr>
            <a:spLocks xmlns:a="http://schemas.openxmlformats.org/drawingml/2006/main" noGrp="1"/>
          </p:cNvSpPr>
          <p:nvPr/>
        </p:nvSpPr>
        <p:spPr>
          <a:xfrm xmlns:a="http://schemas.openxmlformats.org/drawingml/2006/main">
            <a:off x="762000" y="26098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BENEFIT</a:t>
            </a:r>
          </a:p>
        </p:txBody>
      </p:sp>
      <p:sp>
        <p:nvSpPr>
          <p:cNvPr id="8" name="">
            <a:extLst xmlns:a="http://schemas.openxmlformats.org/drawingml/2006/main">
              <a:ext uri="{FF2B5EF4-FFF2-40B4-BE49-F238E27FC236}">
                <a16:creationId xmlns:a16="http://schemas.microsoft.com/office/drawing/2014/main" id="{21132B1C-90E1-4B62-97DF-66028A48CCD8}"/>
              </a:ext>
            </a:extLst>
          </p:cNvPr>
          <p:cNvSpPr>
            <a:spLocks xmlns:a="http://schemas.openxmlformats.org/drawingml/2006/main" noGrp="1"/>
          </p:cNvSpPr>
          <p:nvPr/>
        </p:nvSpPr>
        <p:spPr>
          <a:xfrm xmlns:a="http://schemas.openxmlformats.org/drawingml/2006/main">
            <a:off x="2333625" y="269557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E175285B-192E-4279-8C68-9100D31C64D1}"/>
              </a:ext>
            </a:extLst>
          </p:cNvPr>
          <p:cNvSpPr>
            <a:spLocks xmlns:a="http://schemas.openxmlformats.org/drawingml/2006/main" noGrp="1"/>
          </p:cNvSpPr>
          <p:nvPr/>
        </p:nvSpPr>
        <p:spPr>
          <a:xfrm xmlns:a="http://schemas.openxmlformats.org/drawingml/2006/main">
            <a:off x="3143250" y="25336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A harder-to-copy source of difference</a:t>
            </a:r>
          </a:p>
        </p:txBody>
      </p:sp>
      <p:sp>
        <p:nvSpPr>
          <p:cNvPr id="10" name="">
            <a:extLst xmlns:a="http://schemas.openxmlformats.org/drawingml/2006/main">
              <a:ext uri="{FF2B5EF4-FFF2-40B4-BE49-F238E27FC236}">
                <a16:creationId xmlns:a16="http://schemas.microsoft.com/office/drawing/2014/main" id="{DC250317-2C5D-44A5-AF6E-2F079A11C09A}"/>
              </a:ext>
            </a:extLst>
          </p:cNvPr>
          <p:cNvSpPr>
            <a:spLocks xmlns:a="http://schemas.openxmlformats.org/drawingml/2006/main" noGrp="1"/>
          </p:cNvSpPr>
          <p:nvPr/>
        </p:nvSpPr>
        <p:spPr>
          <a:xfrm xmlns:a="http://schemas.openxmlformats.org/drawingml/2006/main">
            <a:off x="762000" y="34671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PROOF GAP</a:t>
            </a:r>
          </a:p>
        </p:txBody>
      </p:sp>
      <p:sp>
        <p:nvSpPr>
          <p:cNvPr id="11" name="">
            <a:extLst xmlns:a="http://schemas.openxmlformats.org/drawingml/2006/main">
              <a:ext uri="{FF2B5EF4-FFF2-40B4-BE49-F238E27FC236}">
                <a16:creationId xmlns:a16="http://schemas.microsoft.com/office/drawing/2014/main" id="{5461DD97-B6A3-4291-95F7-EEF59FEE18B2}"/>
              </a:ext>
            </a:extLst>
          </p:cNvPr>
          <p:cNvSpPr>
            <a:spLocks xmlns:a="http://schemas.openxmlformats.org/drawingml/2006/main" noGrp="1"/>
          </p:cNvSpPr>
          <p:nvPr/>
        </p:nvSpPr>
        <p:spPr>
          <a:xfrm xmlns:a="http://schemas.openxmlformats.org/drawingml/2006/main">
            <a:off x="2333625" y="355282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12" name="">
            <a:extLst xmlns:a="http://schemas.openxmlformats.org/drawingml/2006/main">
              <a:ext uri="{FF2B5EF4-FFF2-40B4-BE49-F238E27FC236}">
                <a16:creationId xmlns:a16="http://schemas.microsoft.com/office/drawing/2014/main" id="{149C25FD-3E1B-4FD4-B6D2-54707D9222A7}"/>
              </a:ext>
            </a:extLst>
          </p:cNvPr>
          <p:cNvSpPr>
            <a:spLocks xmlns:a="http://schemas.openxmlformats.org/drawingml/2006/main" noGrp="1"/>
          </p:cNvSpPr>
          <p:nvPr/>
        </p:nvSpPr>
        <p:spPr>
          <a:xfrm xmlns:a="http://schemas.openxmlformats.org/drawingml/2006/main">
            <a:off x="3143250" y="33909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Effectiveness is not yet proven</a:t>
            </a:r>
          </a:p>
        </p:txBody>
      </p:sp>
      <p:sp>
        <p:nvSpPr>
          <p:cNvPr id="13" name="">
            <a:extLst xmlns:a="http://schemas.openxmlformats.org/drawingml/2006/main">
              <a:ext uri="{FF2B5EF4-FFF2-40B4-BE49-F238E27FC236}">
                <a16:creationId xmlns:a16="http://schemas.microsoft.com/office/drawing/2014/main" id="{AAC1E510-EBE8-4C79-87D3-3CEA67757870}"/>
              </a:ext>
            </a:extLst>
          </p:cNvPr>
          <p:cNvSpPr>
            <a:spLocks xmlns:a="http://schemas.openxmlformats.org/drawingml/2006/main" noGrp="1"/>
          </p:cNvSpPr>
          <p:nvPr/>
        </p:nvSpPr>
        <p:spPr>
          <a:xfrm xmlns:a="http://schemas.openxmlformats.org/drawingml/2006/main">
            <a:off x="762000" y="43243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EXPRESSION</a:t>
            </a:r>
          </a:p>
        </p:txBody>
      </p:sp>
      <p:sp>
        <p:nvSpPr>
          <p:cNvPr id="14" name="">
            <a:extLst xmlns:a="http://schemas.openxmlformats.org/drawingml/2006/main">
              <a:ext uri="{FF2B5EF4-FFF2-40B4-BE49-F238E27FC236}">
                <a16:creationId xmlns:a16="http://schemas.microsoft.com/office/drawing/2014/main" id="{20D874D1-7538-4FE0-A8A4-B01F005A23A7}"/>
              </a:ext>
            </a:extLst>
          </p:cNvPr>
          <p:cNvSpPr>
            <a:spLocks xmlns:a="http://schemas.openxmlformats.org/drawingml/2006/main" noGrp="1"/>
          </p:cNvSpPr>
          <p:nvPr/>
        </p:nvSpPr>
        <p:spPr>
          <a:xfrm xmlns:a="http://schemas.openxmlformats.org/drawingml/2006/main">
            <a:off x="2333625" y="441007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15" name="">
            <a:extLst xmlns:a="http://schemas.openxmlformats.org/drawingml/2006/main">
              <a:ext uri="{FF2B5EF4-FFF2-40B4-BE49-F238E27FC236}">
                <a16:creationId xmlns:a16="http://schemas.microsoft.com/office/drawing/2014/main" id="{B4B2B474-A1A5-4864-987D-8B133786588A}"/>
              </a:ext>
            </a:extLst>
          </p:cNvPr>
          <p:cNvSpPr>
            <a:spLocks xmlns:a="http://schemas.openxmlformats.org/drawingml/2006/main" noGrp="1"/>
          </p:cNvSpPr>
          <p:nvPr/>
        </p:nvSpPr>
        <p:spPr>
          <a:xfrm xmlns:a="http://schemas.openxmlformats.org/drawingml/2006/main">
            <a:off x="3143250" y="42481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Make the choice recognisable</a:t>
            </a:r>
          </a:p>
        </p:txBody>
      </p:sp>
      <p:sp>
        <p:nvSpPr>
          <p:cNvPr id="16" name="">
            <a:extLst xmlns:a="http://schemas.openxmlformats.org/drawingml/2006/main">
              <a:ext uri="{FF2B5EF4-FFF2-40B4-BE49-F238E27FC236}">
                <a16:creationId xmlns:a16="http://schemas.microsoft.com/office/drawing/2014/main" id="{FA8CD20F-3447-4894-AB00-3338EE6F6CD0}"/>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6A82C3B7-C8AF-448A-9589-29AF96126AC9}"/>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KatKin's current proposition is observable; its effectiveness is not proven.</a:t>
            </a:r>
          </a:p>
        </p:txBody>
      </p:sp>
      <p:sp>
        <p:nvSpPr>
          <p:cNvPr id="18" name="">
            <a:extLst xmlns:a="http://schemas.openxmlformats.org/drawingml/2006/main">
              <a:ext uri="{FF2B5EF4-FFF2-40B4-BE49-F238E27FC236}">
                <a16:creationId xmlns:a16="http://schemas.microsoft.com/office/drawing/2014/main" id="{AD6451F0-C740-4814-A071-0ABC39B186FA}"/>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C8B7E8"/>
                </a:solidFill>
                <a:latin typeface="Helvetica"/>
                <a:ea typeface="Helvetica"/>
                <a:cs typeface="Helvetica"/>
              </a:defRPr>
            </a:defPPr>
            <a:lvl1pPr algn="l">
              <a:defRPr sz="825" b="1" i="0">
                <a:solidFill>
                  <a:srgbClr val="C8B7E8"/>
                </a:solidFill>
                <a:latin typeface="Helvetica"/>
                <a:ea typeface="Helvetica"/>
                <a:cs typeface="Helvetica"/>
              </a:defRPr>
            </a:lvl1pPr>
            <a:lvl2pPr algn="l">
              <a:defRPr sz="825" b="1" i="0">
                <a:solidFill>
                  <a:srgbClr val="C8B7E8"/>
                </a:solidFill>
                <a:latin typeface="Helvetica"/>
                <a:ea typeface="Helvetica"/>
                <a:cs typeface="Helvetica"/>
              </a:defRPr>
            </a:lvl2pPr>
            <a:lvl3pPr algn="l">
              <a:defRPr sz="825" b="1" i="0">
                <a:solidFill>
                  <a:srgbClr val="C8B7E8"/>
                </a:solidFill>
                <a:latin typeface="Helvetica"/>
                <a:ea typeface="Helvetica"/>
                <a:cs typeface="Helvetica"/>
              </a:defRPr>
            </a:lvl3pPr>
            <a:lvl4pPr algn="l">
              <a:defRPr sz="825" b="1" i="0">
                <a:solidFill>
                  <a:srgbClr val="C8B7E8"/>
                </a:solidFill>
                <a:latin typeface="Helvetica"/>
                <a:ea typeface="Helvetica"/>
                <a:cs typeface="Helvetica"/>
              </a:defRPr>
            </a:lvl4pPr>
            <a:lvl5pPr algn="l">
              <a:defRPr sz="825" b="1" i="0">
                <a:solidFill>
                  <a:srgbClr val="C8B7E8"/>
                </a:solidFill>
                <a:latin typeface="Helvetica"/>
                <a:ea typeface="Helvetica"/>
                <a:cs typeface="Helvetica"/>
              </a:defRPr>
            </a:lvl5pPr>
            <a:lvl6pPr algn="l">
              <a:defRPr sz="825" b="1" i="0">
                <a:solidFill>
                  <a:srgbClr val="C8B7E8"/>
                </a:solidFill>
                <a:latin typeface="Helvetica"/>
                <a:ea typeface="Helvetica"/>
                <a:cs typeface="Helvetica"/>
              </a:defRPr>
            </a:lvl6pPr>
            <a:lvl7pPr algn="l">
              <a:defRPr sz="825" b="1" i="0">
                <a:solidFill>
                  <a:srgbClr val="C8B7E8"/>
                </a:solidFill>
                <a:latin typeface="Helvetica"/>
                <a:ea typeface="Helvetica"/>
                <a:cs typeface="Helvetica"/>
              </a:defRPr>
            </a:lvl7pPr>
            <a:lvl8pPr algn="l">
              <a:defRPr sz="825" b="1" i="0">
                <a:solidFill>
                  <a:srgbClr val="C8B7E8"/>
                </a:solidFill>
                <a:latin typeface="Helvetica"/>
                <a:ea typeface="Helvetica"/>
                <a:cs typeface="Helvetica"/>
              </a:defRPr>
            </a:lvl8pPr>
            <a:lvl9pPr algn="l">
              <a:defRPr sz="825" b="1" i="0">
                <a:solidFill>
                  <a:srgbClr val="C8B7E8"/>
                </a:solidFill>
                <a:latin typeface="Helvetica"/>
                <a:ea typeface="Helvetica"/>
                <a:cs typeface="Helvetica"/>
              </a:defRPr>
            </a:lvl9pPr>
          </a:lstStyle>
          <a:p xmlns:a="http://schemas.openxmlformats.org/drawingml/2006/main">
            <a:pPr algn="l">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SOURCES: K3, K5, K6</a:t>
            </a:r>
          </a:p>
        </p:txBody>
      </p:sp>
      <p:sp>
        <p:nvSpPr>
          <p:cNvPr id="19" name="">
            <a:extLst xmlns:a="http://schemas.openxmlformats.org/drawingml/2006/main">
              <a:ext uri="{FF2B5EF4-FFF2-40B4-BE49-F238E27FC236}">
                <a16:creationId xmlns:a16="http://schemas.microsoft.com/office/drawing/2014/main" id="{1B044E8F-DA0A-44E1-B327-3F7B46B5CCFA}"/>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C8B7E8"/>
                </a:solidFill>
                <a:latin typeface="Helvetica"/>
                <a:ea typeface="Helvetica"/>
                <a:cs typeface="Helvetica"/>
              </a:defRPr>
            </a:defPPr>
            <a:lvl1pPr algn="r">
              <a:defRPr sz="825" b="1" i="0">
                <a:solidFill>
                  <a:srgbClr val="C8B7E8"/>
                </a:solidFill>
                <a:latin typeface="Helvetica"/>
                <a:ea typeface="Helvetica"/>
                <a:cs typeface="Helvetica"/>
              </a:defRPr>
            </a:lvl1pPr>
            <a:lvl2pPr algn="r">
              <a:defRPr sz="825" b="1" i="0">
                <a:solidFill>
                  <a:srgbClr val="C8B7E8"/>
                </a:solidFill>
                <a:latin typeface="Helvetica"/>
                <a:ea typeface="Helvetica"/>
                <a:cs typeface="Helvetica"/>
              </a:defRPr>
            </a:lvl2pPr>
            <a:lvl3pPr algn="r">
              <a:defRPr sz="825" b="1" i="0">
                <a:solidFill>
                  <a:srgbClr val="C8B7E8"/>
                </a:solidFill>
                <a:latin typeface="Helvetica"/>
                <a:ea typeface="Helvetica"/>
                <a:cs typeface="Helvetica"/>
              </a:defRPr>
            </a:lvl3pPr>
            <a:lvl4pPr algn="r">
              <a:defRPr sz="825" b="1" i="0">
                <a:solidFill>
                  <a:srgbClr val="C8B7E8"/>
                </a:solidFill>
                <a:latin typeface="Helvetica"/>
                <a:ea typeface="Helvetica"/>
                <a:cs typeface="Helvetica"/>
              </a:defRPr>
            </a:lvl4pPr>
            <a:lvl5pPr algn="r">
              <a:defRPr sz="825" b="1" i="0">
                <a:solidFill>
                  <a:srgbClr val="C8B7E8"/>
                </a:solidFill>
                <a:latin typeface="Helvetica"/>
                <a:ea typeface="Helvetica"/>
                <a:cs typeface="Helvetica"/>
              </a:defRPr>
            </a:lvl5pPr>
            <a:lvl6pPr algn="r">
              <a:defRPr sz="825" b="1" i="0">
                <a:solidFill>
                  <a:srgbClr val="C8B7E8"/>
                </a:solidFill>
                <a:latin typeface="Helvetica"/>
                <a:ea typeface="Helvetica"/>
                <a:cs typeface="Helvetica"/>
              </a:defRPr>
            </a:lvl6pPr>
            <a:lvl7pPr algn="r">
              <a:defRPr sz="825" b="1" i="0">
                <a:solidFill>
                  <a:srgbClr val="C8B7E8"/>
                </a:solidFill>
                <a:latin typeface="Helvetica"/>
                <a:ea typeface="Helvetica"/>
                <a:cs typeface="Helvetica"/>
              </a:defRPr>
            </a:lvl7pPr>
            <a:lvl8pPr algn="r">
              <a:defRPr sz="825" b="1" i="0">
                <a:solidFill>
                  <a:srgbClr val="C8B7E8"/>
                </a:solidFill>
                <a:latin typeface="Helvetica"/>
                <a:ea typeface="Helvetica"/>
                <a:cs typeface="Helvetica"/>
              </a:defRPr>
            </a:lvl8pPr>
            <a:lvl9pPr algn="r">
              <a:defRPr sz="825" b="1" i="0">
                <a:solidFill>
                  <a:srgbClr val="C8B7E8"/>
                </a:solidFill>
                <a:latin typeface="Helvetica"/>
                <a:ea typeface="Helvetica"/>
                <a:cs typeface="Helvetica"/>
              </a:defRPr>
            </a:lvl9pPr>
          </a:lstStyle>
          <a:p xmlns:a="http://schemas.openxmlformats.org/drawingml/2006/main">
            <a:pPr algn="r">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VERIFIED EXTERNAL</a:t>
            </a:r>
          </a:p>
        </p:txBody>
      </p:sp>
      <p:sp>
        <p:nvSpPr>
          <p:cNvPr id="20" name="">
            <a:extLst xmlns:a="http://schemas.openxmlformats.org/drawingml/2006/main">
              <a:ext uri="{FF2B5EF4-FFF2-40B4-BE49-F238E27FC236}">
                <a16:creationId xmlns:a16="http://schemas.microsoft.com/office/drawing/2014/main" id="{9BC99E0B-0605-4ABD-AE0A-C6CB58DFB588}"/>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C8B7E8"/>
                </a:solidFill>
                <a:latin typeface="Helvetica"/>
                <a:ea typeface="Helvetica"/>
                <a:cs typeface="Helvetica"/>
              </a:defRPr>
            </a:defPPr>
            <a:lvl1pPr algn="l">
              <a:defRPr sz="675" b="1" i="0">
                <a:solidFill>
                  <a:srgbClr val="C8B7E8"/>
                </a:solidFill>
                <a:latin typeface="Helvetica"/>
                <a:ea typeface="Helvetica"/>
                <a:cs typeface="Helvetica"/>
              </a:defRPr>
            </a:lvl1pPr>
            <a:lvl2pPr algn="l">
              <a:defRPr sz="675" b="1" i="0">
                <a:solidFill>
                  <a:srgbClr val="C8B7E8"/>
                </a:solidFill>
                <a:latin typeface="Helvetica"/>
                <a:ea typeface="Helvetica"/>
                <a:cs typeface="Helvetica"/>
              </a:defRPr>
            </a:lvl2pPr>
            <a:lvl3pPr algn="l">
              <a:defRPr sz="675" b="1" i="0">
                <a:solidFill>
                  <a:srgbClr val="C8B7E8"/>
                </a:solidFill>
                <a:latin typeface="Helvetica"/>
                <a:ea typeface="Helvetica"/>
                <a:cs typeface="Helvetica"/>
              </a:defRPr>
            </a:lvl3pPr>
            <a:lvl4pPr algn="l">
              <a:defRPr sz="675" b="1" i="0">
                <a:solidFill>
                  <a:srgbClr val="C8B7E8"/>
                </a:solidFill>
                <a:latin typeface="Helvetica"/>
                <a:ea typeface="Helvetica"/>
                <a:cs typeface="Helvetica"/>
              </a:defRPr>
            </a:lvl4pPr>
            <a:lvl5pPr algn="l">
              <a:defRPr sz="675" b="1" i="0">
                <a:solidFill>
                  <a:srgbClr val="C8B7E8"/>
                </a:solidFill>
                <a:latin typeface="Helvetica"/>
                <a:ea typeface="Helvetica"/>
                <a:cs typeface="Helvetica"/>
              </a:defRPr>
            </a:lvl5pPr>
            <a:lvl6pPr algn="l">
              <a:defRPr sz="675" b="1" i="0">
                <a:solidFill>
                  <a:srgbClr val="C8B7E8"/>
                </a:solidFill>
                <a:latin typeface="Helvetica"/>
                <a:ea typeface="Helvetica"/>
                <a:cs typeface="Helvetica"/>
              </a:defRPr>
            </a:lvl6pPr>
            <a:lvl7pPr algn="l">
              <a:defRPr sz="675" b="1" i="0">
                <a:solidFill>
                  <a:srgbClr val="C8B7E8"/>
                </a:solidFill>
                <a:latin typeface="Helvetica"/>
                <a:ea typeface="Helvetica"/>
                <a:cs typeface="Helvetica"/>
              </a:defRPr>
            </a:lvl7pPr>
            <a:lvl8pPr algn="l">
              <a:defRPr sz="675" b="1" i="0">
                <a:solidFill>
                  <a:srgbClr val="C8B7E8"/>
                </a:solidFill>
                <a:latin typeface="Helvetica"/>
                <a:ea typeface="Helvetica"/>
                <a:cs typeface="Helvetica"/>
              </a:defRPr>
            </a:lvl8pPr>
            <a:lvl9pPr algn="l">
              <a:defRPr sz="675" b="1" i="0">
                <a:solidFill>
                  <a:srgbClr val="C8B7E8"/>
                </a:solidFill>
                <a:latin typeface="Helvetica"/>
                <a:ea typeface="Helvetica"/>
                <a:cs typeface="Helvetica"/>
              </a:defRPr>
            </a:lvl9pPr>
          </a:lstStyle>
          <a:p xmlns:a="http://schemas.openxmlformats.org/drawingml/2006/main">
            <a:pPr algn="l">
              <a:defRPr sz="675" b="1" i="0">
                <a:solidFill>
                  <a:srgbClr val="C8B7E8"/>
                </a:solidFill>
                <a:latin typeface="Helvetica"/>
                <a:ea typeface="Helvetica"/>
                <a:cs typeface="Helvetica"/>
              </a:defRPr>
            </a:pPr>
            <a:r>
              <a:rPr sz="675" b="1" i="0">
                <a:solidFill>
                  <a:srgbClr val="C8B7E8"/>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F9F51278-A7F4-434A-B688-BB570CBF205D}"/>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C8B7E8"/>
                </a:solidFill>
                <a:latin typeface="Helvetica"/>
                <a:ea typeface="Helvetica"/>
                <a:cs typeface="Helvetica"/>
              </a:defRPr>
            </a:defPPr>
            <a:lvl1pPr algn="r">
              <a:defRPr sz="675" b="0" i="0">
                <a:solidFill>
                  <a:srgbClr val="C8B7E8"/>
                </a:solidFill>
                <a:latin typeface="Helvetica"/>
                <a:ea typeface="Helvetica"/>
                <a:cs typeface="Helvetica"/>
              </a:defRPr>
            </a:lvl1pPr>
            <a:lvl2pPr algn="r">
              <a:defRPr sz="675" b="0" i="0">
                <a:solidFill>
                  <a:srgbClr val="C8B7E8"/>
                </a:solidFill>
                <a:latin typeface="Helvetica"/>
                <a:ea typeface="Helvetica"/>
                <a:cs typeface="Helvetica"/>
              </a:defRPr>
            </a:lvl2pPr>
            <a:lvl3pPr algn="r">
              <a:defRPr sz="675" b="0" i="0">
                <a:solidFill>
                  <a:srgbClr val="C8B7E8"/>
                </a:solidFill>
                <a:latin typeface="Helvetica"/>
                <a:ea typeface="Helvetica"/>
                <a:cs typeface="Helvetica"/>
              </a:defRPr>
            </a:lvl3pPr>
            <a:lvl4pPr algn="r">
              <a:defRPr sz="675" b="0" i="0">
                <a:solidFill>
                  <a:srgbClr val="C8B7E8"/>
                </a:solidFill>
                <a:latin typeface="Helvetica"/>
                <a:ea typeface="Helvetica"/>
                <a:cs typeface="Helvetica"/>
              </a:defRPr>
            </a:lvl4pPr>
            <a:lvl5pPr algn="r">
              <a:defRPr sz="675" b="0" i="0">
                <a:solidFill>
                  <a:srgbClr val="C8B7E8"/>
                </a:solidFill>
                <a:latin typeface="Helvetica"/>
                <a:ea typeface="Helvetica"/>
                <a:cs typeface="Helvetica"/>
              </a:defRPr>
            </a:lvl5pPr>
            <a:lvl6pPr algn="r">
              <a:defRPr sz="675" b="0" i="0">
                <a:solidFill>
                  <a:srgbClr val="C8B7E8"/>
                </a:solidFill>
                <a:latin typeface="Helvetica"/>
                <a:ea typeface="Helvetica"/>
                <a:cs typeface="Helvetica"/>
              </a:defRPr>
            </a:lvl6pPr>
            <a:lvl7pPr algn="r">
              <a:defRPr sz="675" b="0" i="0">
                <a:solidFill>
                  <a:srgbClr val="C8B7E8"/>
                </a:solidFill>
                <a:latin typeface="Helvetica"/>
                <a:ea typeface="Helvetica"/>
                <a:cs typeface="Helvetica"/>
              </a:defRPr>
            </a:lvl7pPr>
            <a:lvl8pPr algn="r">
              <a:defRPr sz="675" b="0" i="0">
                <a:solidFill>
                  <a:srgbClr val="C8B7E8"/>
                </a:solidFill>
                <a:latin typeface="Helvetica"/>
                <a:ea typeface="Helvetica"/>
                <a:cs typeface="Helvetica"/>
              </a:defRPr>
            </a:lvl8pPr>
            <a:lvl9pPr algn="r">
              <a:defRPr sz="675" b="0" i="0">
                <a:solidFill>
                  <a:srgbClr val="C8B7E8"/>
                </a:solidFill>
                <a:latin typeface="Helvetica"/>
                <a:ea typeface="Helvetica"/>
                <a:cs typeface="Helvetica"/>
              </a:defRPr>
            </a:lvl9pPr>
          </a:lstStyle>
          <a:p xmlns:a="http://schemas.openxmlformats.org/drawingml/2006/main">
            <a:pPr algn="r">
              <a:defRPr sz="675" b="0" i="0">
                <a:solidFill>
                  <a:srgbClr val="C8B7E8"/>
                </a:solidFill>
                <a:latin typeface="Helvetica"/>
                <a:ea typeface="Helvetica"/>
                <a:cs typeface="Helvetica"/>
              </a:defRPr>
            </a:pPr>
            <a:r>
              <a:rPr sz="675" b="0" i="0">
                <a:solidFill>
                  <a:srgbClr val="C8B7E8"/>
                </a:solidFill>
                <a:latin typeface="Helvetica"/>
                <a:ea typeface="Helvetica"/>
                <a:cs typeface="Helvetica"/>
              </a:rPr>
              <a:t>16 / 30</a:t>
            </a:r>
          </a:p>
        </p:txBody>
      </p:sp>
    </p:spTree>
    <p:extLst>
      <p:ext uri="{BB962C8B-B14F-4D97-AF65-F5344CB8AC3E}">
        <p14:creationId xmlns:p14="http://schemas.microsoft.com/office/powerpoint/2010/main" val="701322265"/>
      </p:ext>
    </p:extLst>
  </p:cSld>
</p:sld>
</file>

<file path=ppt/slides/slide17.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00F451-46FF-49EC-AED1-924E1D5EB188}"/>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6D7E8985-1A30-47E6-95B7-51F637B37719}"/>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Positioning Problem</a:t>
            </a:r>
          </a:p>
        </p:txBody>
      </p:sp>
      <p:sp>
        <p:nvSpPr>
          <p:cNvPr id="3" name="">
            <a:extLst xmlns:a="http://schemas.openxmlformats.org/drawingml/2006/main">
              <a:ext uri="{FF2B5EF4-FFF2-40B4-BE49-F238E27FC236}">
                <a16:creationId xmlns:a16="http://schemas.microsoft.com/office/drawing/2014/main" id="{6AC1650C-A82E-48BF-9E42-983B4BF13FE0}"/>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378F7C9C-5646-4E47-95CD-8FA21CA23D1F}"/>
              </a:ext>
            </a:extLst>
          </p:cNvPr>
          <p:cNvSpPr>
            <a:spLocks xmlns:a="http://schemas.openxmlformats.org/drawingml/2006/main" noGrp="1"/>
          </p:cNvSpPr>
          <p:nvPr/>
        </p:nvSpPr>
        <p:spPr>
          <a:xfrm xmlns:a="http://schemas.openxmlformats.org/drawingml/2006/main">
            <a:off x="647700" y="1790700"/>
            <a:ext cx="7096125"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15121B"/>
                </a:solidFill>
                <a:latin typeface="Helvetica"/>
                <a:ea typeface="Helvetica"/>
                <a:cs typeface="Helvetica"/>
              </a:defRPr>
            </a:defPPr>
            <a:lvl1pPr algn="l">
              <a:defRPr sz="2025" b="1" i="0">
                <a:solidFill>
                  <a:srgbClr val="15121B"/>
                </a:solidFill>
                <a:latin typeface="Helvetica"/>
                <a:ea typeface="Helvetica"/>
                <a:cs typeface="Helvetica"/>
              </a:defRPr>
            </a:lvl1pPr>
            <a:lvl2pPr algn="l">
              <a:defRPr sz="2025" b="1" i="0">
                <a:solidFill>
                  <a:srgbClr val="15121B"/>
                </a:solidFill>
                <a:latin typeface="Helvetica"/>
                <a:ea typeface="Helvetica"/>
                <a:cs typeface="Helvetica"/>
              </a:defRPr>
            </a:lvl2pPr>
            <a:lvl3pPr algn="l">
              <a:defRPr sz="2025" b="1" i="0">
                <a:solidFill>
                  <a:srgbClr val="15121B"/>
                </a:solidFill>
                <a:latin typeface="Helvetica"/>
                <a:ea typeface="Helvetica"/>
                <a:cs typeface="Helvetica"/>
              </a:defRPr>
            </a:lvl3pPr>
            <a:lvl4pPr algn="l">
              <a:defRPr sz="2025" b="1" i="0">
                <a:solidFill>
                  <a:srgbClr val="15121B"/>
                </a:solidFill>
                <a:latin typeface="Helvetica"/>
                <a:ea typeface="Helvetica"/>
                <a:cs typeface="Helvetica"/>
              </a:defRPr>
            </a:lvl4pPr>
            <a:lvl5pPr algn="l">
              <a:defRPr sz="2025" b="1" i="0">
                <a:solidFill>
                  <a:srgbClr val="15121B"/>
                </a:solidFill>
                <a:latin typeface="Helvetica"/>
                <a:ea typeface="Helvetica"/>
                <a:cs typeface="Helvetica"/>
              </a:defRPr>
            </a:lvl5pPr>
            <a:lvl6pPr algn="l">
              <a:defRPr sz="2025" b="1" i="0">
                <a:solidFill>
                  <a:srgbClr val="15121B"/>
                </a:solidFill>
                <a:latin typeface="Helvetica"/>
                <a:ea typeface="Helvetica"/>
                <a:cs typeface="Helvetica"/>
              </a:defRPr>
            </a:lvl6pPr>
            <a:lvl7pPr algn="l">
              <a:defRPr sz="2025" b="1" i="0">
                <a:solidFill>
                  <a:srgbClr val="15121B"/>
                </a:solidFill>
                <a:latin typeface="Helvetica"/>
                <a:ea typeface="Helvetica"/>
                <a:cs typeface="Helvetica"/>
              </a:defRPr>
            </a:lvl7pPr>
            <a:lvl8pPr algn="l">
              <a:defRPr sz="2025" b="1" i="0">
                <a:solidFill>
                  <a:srgbClr val="15121B"/>
                </a:solidFill>
                <a:latin typeface="Helvetica"/>
                <a:ea typeface="Helvetica"/>
                <a:cs typeface="Helvetica"/>
              </a:defRPr>
            </a:lvl8pPr>
            <a:lvl9pPr algn="l">
              <a:defRPr sz="2025" b="1" i="0">
                <a:solidFill>
                  <a:srgbClr val="15121B"/>
                </a:solidFill>
                <a:latin typeface="Helvetica"/>
                <a:ea typeface="Helvetica"/>
                <a:cs typeface="Helvetica"/>
              </a:defRPr>
            </a:lvl9pPr>
          </a:lstStyle>
          <a:p xmlns:a="http://schemas.openxmlformats.org/drawingml/2006/main">
            <a:pPr algn="l">
              <a:defRPr sz="2025" b="1" i="0">
                <a:solidFill>
                  <a:srgbClr val="15121B"/>
                </a:solidFill>
                <a:latin typeface="Helvetica"/>
                <a:ea typeface="Helvetica"/>
                <a:cs typeface="Helvetica"/>
              </a:defRPr>
            </a:pPr>
            <a:r>
              <a:rPr sz="2025" b="1" i="0">
                <a:solidFill>
                  <a:srgbClr val="15121B"/>
                </a:solidFill>
                <a:latin typeface="Helvetica"/>
                <a:ea typeface="Helvetica"/>
                <a:cs typeface="Helvetica"/>
              </a:rPr>
              <a:t>KatKin's real difference is scientific ambition, but that ambition currently lives in marketing claims, not in the customer's path from trial to committed fresh feeding. Competitors already match convenience and ingredient claims.</a:t>
            </a:r>
          </a:p>
        </p:txBody>
      </p:sp>
      <p:sp>
        <p:nvSpPr>
          <p:cNvPr id="5" name="">
            <a:extLst xmlns:a="http://schemas.openxmlformats.org/drawingml/2006/main">
              <a:ext uri="{FF2B5EF4-FFF2-40B4-BE49-F238E27FC236}">
                <a16:creationId xmlns:a16="http://schemas.microsoft.com/office/drawing/2014/main" id="{4FB5D48B-4B52-4A20-B7A0-186D9A7C216E}"/>
              </a:ext>
            </a:extLst>
          </p:cNvPr>
          <p:cNvSpPr>
            <a:spLocks xmlns:a="http://schemas.openxmlformats.org/drawingml/2006/main" noGrp="1"/>
          </p:cNvSpPr>
          <p:nvPr/>
        </p:nvSpPr>
        <p:spPr>
          <a:xfrm xmlns:a="http://schemas.openxmlformats.org/drawingml/2006/main">
            <a:off x="8334375" y="1809750"/>
            <a:ext cx="2667000" cy="2667000"/>
          </a:xfrm>
          <a:prstGeom xmlns:a="http://schemas.openxmlformats.org/drawingml/2006/main" prst="ellipse">
            <a:avLst/>
          </a:prstGeom>
          <a:solidFill xmlns:a="http://schemas.openxmlformats.org/drawingml/2006/main">
            <a:srgbClr val="261A31"/>
          </a:solidFill>
          <a:ln xmlns:a="http://schemas.openxmlformats.org/drawingml/2006/main" w="0">
            <a:solidFill>
              <a:srgbClr val="261A31"/>
            </a:solidFill>
          </a:ln>
        </p:spPr>
      </p:sp>
      <p:sp>
        <p:nvSpPr>
          <p:cNvPr id="6" name="">
            <a:extLst xmlns:a="http://schemas.openxmlformats.org/drawingml/2006/main">
              <a:ext uri="{FF2B5EF4-FFF2-40B4-BE49-F238E27FC236}">
                <a16:creationId xmlns:a16="http://schemas.microsoft.com/office/drawing/2014/main" id="{BACD68D5-B9CF-420D-A7FC-A5E639D47C7D}"/>
              </a:ext>
            </a:extLst>
          </p:cNvPr>
          <p:cNvSpPr>
            <a:spLocks xmlns:a="http://schemas.openxmlformats.org/drawingml/2006/main" noGrp="1"/>
          </p:cNvSpPr>
          <p:nvPr/>
        </p:nvSpPr>
        <p:spPr>
          <a:xfrm xmlns:a="http://schemas.openxmlformats.org/drawingml/2006/main">
            <a:off x="8791575" y="2419350"/>
            <a:ext cx="1762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800" b="1" i="0">
                <a:solidFill>
                  <a:srgbClr val="FFFDFC"/>
                </a:solidFill>
                <a:latin typeface="Helvetica"/>
                <a:ea typeface="Helvetica"/>
                <a:cs typeface="Helvetica"/>
              </a:defRPr>
            </a:defPPr>
            <a:lvl1pPr algn="ctr">
              <a:defRPr sz="1800" b="1" i="0">
                <a:solidFill>
                  <a:srgbClr val="FFFDFC"/>
                </a:solidFill>
                <a:latin typeface="Helvetica"/>
                <a:ea typeface="Helvetica"/>
                <a:cs typeface="Helvetica"/>
              </a:defRPr>
            </a:lvl1pPr>
            <a:lvl2pPr algn="ctr">
              <a:defRPr sz="1800" b="1" i="0">
                <a:solidFill>
                  <a:srgbClr val="FFFDFC"/>
                </a:solidFill>
                <a:latin typeface="Helvetica"/>
                <a:ea typeface="Helvetica"/>
                <a:cs typeface="Helvetica"/>
              </a:defRPr>
            </a:lvl2pPr>
            <a:lvl3pPr algn="ctr">
              <a:defRPr sz="1800" b="1" i="0">
                <a:solidFill>
                  <a:srgbClr val="FFFDFC"/>
                </a:solidFill>
                <a:latin typeface="Helvetica"/>
                <a:ea typeface="Helvetica"/>
                <a:cs typeface="Helvetica"/>
              </a:defRPr>
            </a:lvl3pPr>
            <a:lvl4pPr algn="ctr">
              <a:defRPr sz="1800" b="1" i="0">
                <a:solidFill>
                  <a:srgbClr val="FFFDFC"/>
                </a:solidFill>
                <a:latin typeface="Helvetica"/>
                <a:ea typeface="Helvetica"/>
                <a:cs typeface="Helvetica"/>
              </a:defRPr>
            </a:lvl4pPr>
            <a:lvl5pPr algn="ctr">
              <a:defRPr sz="1800" b="1" i="0">
                <a:solidFill>
                  <a:srgbClr val="FFFDFC"/>
                </a:solidFill>
                <a:latin typeface="Helvetica"/>
                <a:ea typeface="Helvetica"/>
                <a:cs typeface="Helvetica"/>
              </a:defRPr>
            </a:lvl5pPr>
            <a:lvl6pPr algn="ctr">
              <a:defRPr sz="1800" b="1" i="0">
                <a:solidFill>
                  <a:srgbClr val="FFFDFC"/>
                </a:solidFill>
                <a:latin typeface="Helvetica"/>
                <a:ea typeface="Helvetica"/>
                <a:cs typeface="Helvetica"/>
              </a:defRPr>
            </a:lvl6pPr>
            <a:lvl7pPr algn="ctr">
              <a:defRPr sz="1800" b="1" i="0">
                <a:solidFill>
                  <a:srgbClr val="FFFDFC"/>
                </a:solidFill>
                <a:latin typeface="Helvetica"/>
                <a:ea typeface="Helvetica"/>
                <a:cs typeface="Helvetica"/>
              </a:defRPr>
            </a:lvl7pPr>
            <a:lvl8pPr algn="ctr">
              <a:defRPr sz="1800" b="1" i="0">
                <a:solidFill>
                  <a:srgbClr val="FFFDFC"/>
                </a:solidFill>
                <a:latin typeface="Helvetica"/>
                <a:ea typeface="Helvetica"/>
                <a:cs typeface="Helvetica"/>
              </a:defRPr>
            </a:lvl8pPr>
            <a:lvl9pPr algn="ctr">
              <a:defRPr sz="1800" b="1" i="0">
                <a:solidFill>
                  <a:srgbClr val="FFFDFC"/>
                </a:solidFill>
                <a:latin typeface="Helvetica"/>
                <a:ea typeface="Helvetica"/>
                <a:cs typeface="Helvetica"/>
              </a:defRPr>
            </a:lvl9pPr>
          </a:lstStyle>
          <a:p xmlns:a="http://schemas.openxmlformats.org/drawingml/2006/main">
            <a:pPr algn="ctr">
              <a:defRPr sz="1800" b="1" i="0">
                <a:solidFill>
                  <a:srgbClr val="FFFDFC"/>
                </a:solidFill>
                <a:latin typeface="Helvetica"/>
                <a:ea typeface="Helvetica"/>
                <a:cs typeface="Helvetica"/>
              </a:defRPr>
            </a:pPr>
            <a:r>
              <a:rPr sz="1800" b="1" i="0">
                <a:solidFill>
                  <a:srgbClr val="FFFDFC"/>
                </a:solidFill>
                <a:latin typeface="Helvetica"/>
                <a:ea typeface="Helvetica"/>
                <a:cs typeface="Helvetica"/>
              </a:rPr>
              <a:t>DECISION</a:t>
            </a:r>
          </a:p>
        </p:txBody>
      </p:sp>
      <p:sp>
        <p:nvSpPr>
          <p:cNvPr id="7" name="">
            <a:extLst xmlns:a="http://schemas.openxmlformats.org/drawingml/2006/main">
              <a:ext uri="{FF2B5EF4-FFF2-40B4-BE49-F238E27FC236}">
                <a16:creationId xmlns:a16="http://schemas.microsoft.com/office/drawing/2014/main" id="{B6C9ED2A-8B27-42FA-BFA8-594F024925AC}"/>
              </a:ext>
            </a:extLst>
          </p:cNvPr>
          <p:cNvSpPr>
            <a:spLocks xmlns:a="http://schemas.openxmlformats.org/drawingml/2006/main" noGrp="1"/>
          </p:cNvSpPr>
          <p:nvPr/>
        </p:nvSpPr>
        <p:spPr>
          <a:xfrm xmlns:a="http://schemas.openxmlformats.org/drawingml/2006/main">
            <a:off x="8972550" y="2981325"/>
            <a:ext cx="1381125"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8" name="">
            <a:extLst xmlns:a="http://schemas.openxmlformats.org/drawingml/2006/main">
              <a:ext uri="{FF2B5EF4-FFF2-40B4-BE49-F238E27FC236}">
                <a16:creationId xmlns:a16="http://schemas.microsoft.com/office/drawing/2014/main" id="{0593FA50-E1DE-466C-9EFB-9F0E8CE48DC0}"/>
              </a:ext>
            </a:extLst>
          </p:cNvPr>
          <p:cNvSpPr>
            <a:spLocks xmlns:a="http://schemas.openxmlformats.org/drawingml/2006/main" noGrp="1"/>
          </p:cNvSpPr>
          <p:nvPr/>
        </p:nvSpPr>
        <p:spPr>
          <a:xfrm xmlns:a="http://schemas.openxmlformats.org/drawingml/2006/main">
            <a:off x="8734425" y="3286125"/>
            <a:ext cx="1885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1275" b="1" i="0">
                <a:solidFill>
                  <a:srgbClr val="C8B7E8"/>
                </a:solidFill>
                <a:latin typeface="Helvetica"/>
                <a:ea typeface="Helvetica"/>
                <a:cs typeface="Helvetica"/>
              </a:defRPr>
            </a:defPPr>
            <a:lvl1pPr algn="ctr">
              <a:defRPr sz="1275" b="1" i="0">
                <a:solidFill>
                  <a:srgbClr val="C8B7E8"/>
                </a:solidFill>
                <a:latin typeface="Helvetica"/>
                <a:ea typeface="Helvetica"/>
                <a:cs typeface="Helvetica"/>
              </a:defRPr>
            </a:lvl1pPr>
            <a:lvl2pPr algn="ctr">
              <a:defRPr sz="1275" b="1" i="0">
                <a:solidFill>
                  <a:srgbClr val="C8B7E8"/>
                </a:solidFill>
                <a:latin typeface="Helvetica"/>
                <a:ea typeface="Helvetica"/>
                <a:cs typeface="Helvetica"/>
              </a:defRPr>
            </a:lvl2pPr>
            <a:lvl3pPr algn="ctr">
              <a:defRPr sz="1275" b="1" i="0">
                <a:solidFill>
                  <a:srgbClr val="C8B7E8"/>
                </a:solidFill>
                <a:latin typeface="Helvetica"/>
                <a:ea typeface="Helvetica"/>
                <a:cs typeface="Helvetica"/>
              </a:defRPr>
            </a:lvl3pPr>
            <a:lvl4pPr algn="ctr">
              <a:defRPr sz="1275" b="1" i="0">
                <a:solidFill>
                  <a:srgbClr val="C8B7E8"/>
                </a:solidFill>
                <a:latin typeface="Helvetica"/>
                <a:ea typeface="Helvetica"/>
                <a:cs typeface="Helvetica"/>
              </a:defRPr>
            </a:lvl4pPr>
            <a:lvl5pPr algn="ctr">
              <a:defRPr sz="1275" b="1" i="0">
                <a:solidFill>
                  <a:srgbClr val="C8B7E8"/>
                </a:solidFill>
                <a:latin typeface="Helvetica"/>
                <a:ea typeface="Helvetica"/>
                <a:cs typeface="Helvetica"/>
              </a:defRPr>
            </a:lvl5pPr>
            <a:lvl6pPr algn="ctr">
              <a:defRPr sz="1275" b="1" i="0">
                <a:solidFill>
                  <a:srgbClr val="C8B7E8"/>
                </a:solidFill>
                <a:latin typeface="Helvetica"/>
                <a:ea typeface="Helvetica"/>
                <a:cs typeface="Helvetica"/>
              </a:defRPr>
            </a:lvl6pPr>
            <a:lvl7pPr algn="ctr">
              <a:defRPr sz="1275" b="1" i="0">
                <a:solidFill>
                  <a:srgbClr val="C8B7E8"/>
                </a:solidFill>
                <a:latin typeface="Helvetica"/>
                <a:ea typeface="Helvetica"/>
                <a:cs typeface="Helvetica"/>
              </a:defRPr>
            </a:lvl7pPr>
            <a:lvl8pPr algn="ctr">
              <a:defRPr sz="1275" b="1" i="0">
                <a:solidFill>
                  <a:srgbClr val="C8B7E8"/>
                </a:solidFill>
                <a:latin typeface="Helvetica"/>
                <a:ea typeface="Helvetica"/>
                <a:cs typeface="Helvetica"/>
              </a:defRPr>
            </a:lvl8pPr>
            <a:lvl9pPr algn="ctr">
              <a:defRPr sz="1275" b="1" i="0">
                <a:solidFill>
                  <a:srgbClr val="C8B7E8"/>
                </a:solidFill>
                <a:latin typeface="Helvetica"/>
                <a:ea typeface="Helvetica"/>
                <a:cs typeface="Helvetica"/>
              </a:defRPr>
            </a:lvl9pPr>
          </a:lstStyle>
          <a:p xmlns:a="http://schemas.openxmlformats.org/drawingml/2006/main">
            <a:pPr algn="ctr">
              <a:defRPr sz="1275" b="1" i="0">
                <a:solidFill>
                  <a:srgbClr val="C8B7E8"/>
                </a:solidFill>
                <a:latin typeface="Helvetica"/>
                <a:ea typeface="Helvetica"/>
                <a:cs typeface="Helvetica"/>
              </a:defRPr>
            </a:pPr>
            <a:r>
              <a:rPr sz="1275" b="1" i="0">
                <a:solidFill>
                  <a:srgbClr val="C8B7E8"/>
                </a:solidFill>
                <a:latin typeface="Helvetica"/>
                <a:ea typeface="Helvetica"/>
                <a:cs typeface="Helvetica"/>
              </a:rPr>
              <a:t>The positioning hypothesis depends on resolving a credibility contradiction first.</a:t>
            </a:r>
          </a:p>
        </p:txBody>
      </p:sp>
      <p:sp>
        <p:nvSpPr>
          <p:cNvPr id="9" name="">
            <a:extLst xmlns:a="http://schemas.openxmlformats.org/drawingml/2006/main">
              <a:ext uri="{FF2B5EF4-FFF2-40B4-BE49-F238E27FC236}">
                <a16:creationId xmlns:a16="http://schemas.microsoft.com/office/drawing/2014/main" id="{F4B0DBD5-E546-4467-9FFA-825BF7B060E0}"/>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0" name="">
            <a:extLst xmlns:a="http://schemas.openxmlformats.org/drawingml/2006/main">
              <a:ext uri="{FF2B5EF4-FFF2-40B4-BE49-F238E27FC236}">
                <a16:creationId xmlns:a16="http://schemas.microsoft.com/office/drawing/2014/main" id="{3ACBD8EC-9240-4525-9BF6-EF4BA51B6757}"/>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positioning hypothesis depends on resolving a credibility contradiction first.</a:t>
            </a:r>
          </a:p>
        </p:txBody>
      </p:sp>
      <p:sp>
        <p:nvSpPr>
          <p:cNvPr id="11" name="">
            <a:extLst xmlns:a="http://schemas.openxmlformats.org/drawingml/2006/main">
              <a:ext uri="{FF2B5EF4-FFF2-40B4-BE49-F238E27FC236}">
                <a16:creationId xmlns:a16="http://schemas.microsoft.com/office/drawing/2014/main" id="{55C945B1-F8BA-4AAA-B0D4-FF18228555F8}"/>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K8, K9</a:t>
            </a:r>
          </a:p>
        </p:txBody>
      </p:sp>
      <p:sp>
        <p:nvSpPr>
          <p:cNvPr id="12" name="">
            <a:extLst xmlns:a="http://schemas.openxmlformats.org/drawingml/2006/main">
              <a:ext uri="{FF2B5EF4-FFF2-40B4-BE49-F238E27FC236}">
                <a16:creationId xmlns:a16="http://schemas.microsoft.com/office/drawing/2014/main" id="{8D91E63E-4552-486B-83CC-89C8AA73BCBB}"/>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3" name="">
            <a:extLst xmlns:a="http://schemas.openxmlformats.org/drawingml/2006/main">
              <a:ext uri="{FF2B5EF4-FFF2-40B4-BE49-F238E27FC236}">
                <a16:creationId xmlns:a16="http://schemas.microsoft.com/office/drawing/2014/main" id="{5D833832-13C8-4347-B8BD-B059912C071F}"/>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4" name="">
            <a:extLst xmlns:a="http://schemas.openxmlformats.org/drawingml/2006/main">
              <a:ext uri="{FF2B5EF4-FFF2-40B4-BE49-F238E27FC236}">
                <a16:creationId xmlns:a16="http://schemas.microsoft.com/office/drawing/2014/main" id="{C3ACE247-9B1E-493E-96FD-96577D481EBD}"/>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17 / 30</a:t>
            </a:r>
          </a:p>
        </p:txBody>
      </p:sp>
    </p:spTree>
    <p:extLst>
      <p:ext uri="{BB962C8B-B14F-4D97-AF65-F5344CB8AC3E}">
        <p14:creationId xmlns:p14="http://schemas.microsoft.com/office/powerpoint/2010/main" val="2075520788"/>
      </p:ext>
    </p:extLst>
  </p:cSld>
</p:sld>
</file>

<file path=ppt/slides/slide18.xml><?xml version="1.0" encoding="utf-8"?>
<p:sld xmlns:p="http://schemas.openxmlformats.org/presentationml/2006/main">
  <p:cSld>
    <p:bg>
      <p:bgPr>
        <a:solidFill xmlns:a="http://schemas.openxmlformats.org/drawingml/2006/main">
          <a:srgbClr val="15121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932639A-7F1F-4B4C-AC20-D568CAC3A511}"/>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26A35379-2E9A-4D48-A99F-66409B9A62E0}"/>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FFFDFC"/>
                </a:solidFill>
                <a:latin typeface="Helvetica"/>
                <a:ea typeface="Helvetica"/>
                <a:cs typeface="Helvetica"/>
              </a:defRPr>
            </a:defPPr>
            <a:lvl1pPr algn="l">
              <a:defRPr sz="2325" b="1" i="0">
                <a:solidFill>
                  <a:srgbClr val="FFFDFC"/>
                </a:solidFill>
                <a:latin typeface="Helvetica"/>
                <a:ea typeface="Helvetica"/>
                <a:cs typeface="Helvetica"/>
              </a:defRPr>
            </a:lvl1pPr>
            <a:lvl2pPr algn="l">
              <a:defRPr sz="2325" b="1" i="0">
                <a:solidFill>
                  <a:srgbClr val="FFFDFC"/>
                </a:solidFill>
                <a:latin typeface="Helvetica"/>
                <a:ea typeface="Helvetica"/>
                <a:cs typeface="Helvetica"/>
              </a:defRPr>
            </a:lvl2pPr>
            <a:lvl3pPr algn="l">
              <a:defRPr sz="2325" b="1" i="0">
                <a:solidFill>
                  <a:srgbClr val="FFFDFC"/>
                </a:solidFill>
                <a:latin typeface="Helvetica"/>
                <a:ea typeface="Helvetica"/>
                <a:cs typeface="Helvetica"/>
              </a:defRPr>
            </a:lvl3pPr>
            <a:lvl4pPr algn="l">
              <a:defRPr sz="2325" b="1" i="0">
                <a:solidFill>
                  <a:srgbClr val="FFFDFC"/>
                </a:solidFill>
                <a:latin typeface="Helvetica"/>
                <a:ea typeface="Helvetica"/>
                <a:cs typeface="Helvetica"/>
              </a:defRPr>
            </a:lvl4pPr>
            <a:lvl5pPr algn="l">
              <a:defRPr sz="2325" b="1" i="0">
                <a:solidFill>
                  <a:srgbClr val="FFFDFC"/>
                </a:solidFill>
                <a:latin typeface="Helvetica"/>
                <a:ea typeface="Helvetica"/>
                <a:cs typeface="Helvetica"/>
              </a:defRPr>
            </a:lvl5pPr>
            <a:lvl6pPr algn="l">
              <a:defRPr sz="2325" b="1" i="0">
                <a:solidFill>
                  <a:srgbClr val="FFFDFC"/>
                </a:solidFill>
                <a:latin typeface="Helvetica"/>
                <a:ea typeface="Helvetica"/>
                <a:cs typeface="Helvetica"/>
              </a:defRPr>
            </a:lvl6pPr>
            <a:lvl7pPr algn="l">
              <a:defRPr sz="2325" b="1" i="0">
                <a:solidFill>
                  <a:srgbClr val="FFFDFC"/>
                </a:solidFill>
                <a:latin typeface="Helvetica"/>
                <a:ea typeface="Helvetica"/>
                <a:cs typeface="Helvetica"/>
              </a:defRPr>
            </a:lvl7pPr>
            <a:lvl8pPr algn="l">
              <a:defRPr sz="2325" b="1" i="0">
                <a:solidFill>
                  <a:srgbClr val="FFFDFC"/>
                </a:solidFill>
                <a:latin typeface="Helvetica"/>
                <a:ea typeface="Helvetica"/>
                <a:cs typeface="Helvetica"/>
              </a:defRPr>
            </a:lvl8pPr>
            <a:lvl9pPr algn="l">
              <a:defRPr sz="2325" b="1" i="0">
                <a:solidFill>
                  <a:srgbClr val="FFFDFC"/>
                </a:solidFill>
                <a:latin typeface="Helvetica"/>
                <a:ea typeface="Helvetica"/>
                <a:cs typeface="Helvetica"/>
              </a:defRPr>
            </a:lvl9pPr>
          </a:lstStyle>
          <a:p xmlns:a="http://schemas.openxmlformats.org/drawingml/2006/main">
            <a:pPr algn="l">
              <a:defRPr sz="2325" b="1" i="0">
                <a:solidFill>
                  <a:srgbClr val="FFFDFC"/>
                </a:solidFill>
                <a:latin typeface="Helvetica"/>
                <a:ea typeface="Helvetica"/>
                <a:cs typeface="Helvetica"/>
              </a:defRPr>
            </a:pPr>
            <a:r>
              <a:rPr sz="2325" b="1" i="0">
                <a:solidFill>
                  <a:srgbClr val="FFFDFC"/>
                </a:solidFill>
                <a:latin typeface="Helvetica"/>
                <a:ea typeface="Helvetica"/>
                <a:cs typeface="Helvetica"/>
              </a:rPr>
              <a:t>Strategic Positioning</a:t>
            </a:r>
          </a:p>
        </p:txBody>
      </p:sp>
      <p:sp>
        <p:nvSpPr>
          <p:cNvPr id="3" name="">
            <a:extLst xmlns:a="http://schemas.openxmlformats.org/drawingml/2006/main">
              <a:ext uri="{FF2B5EF4-FFF2-40B4-BE49-F238E27FC236}">
                <a16:creationId xmlns:a16="http://schemas.microsoft.com/office/drawing/2014/main" id="{AE813AE9-F6F0-4474-9191-FCB96D09CEBE}"/>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4" name="">
            <a:extLst xmlns:a="http://schemas.openxmlformats.org/drawingml/2006/main">
              <a:ext uri="{FF2B5EF4-FFF2-40B4-BE49-F238E27FC236}">
                <a16:creationId xmlns:a16="http://schemas.microsoft.com/office/drawing/2014/main" id="{210E419A-66D2-420B-80C9-07963969328C}"/>
              </a:ext>
            </a:extLst>
          </p:cNvPr>
          <p:cNvSpPr>
            <a:spLocks xmlns:a="http://schemas.openxmlformats.org/drawingml/2006/main" noGrp="1"/>
          </p:cNvSpPr>
          <p:nvPr/>
        </p:nvSpPr>
        <p:spPr>
          <a:xfrm xmlns:a="http://schemas.openxmlformats.org/drawingml/2006/main">
            <a:off x="762000" y="17526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POSITION</a:t>
            </a:r>
          </a:p>
        </p:txBody>
      </p:sp>
      <p:sp>
        <p:nvSpPr>
          <p:cNvPr id="5" name="">
            <a:extLst xmlns:a="http://schemas.openxmlformats.org/drawingml/2006/main">
              <a:ext uri="{FF2B5EF4-FFF2-40B4-BE49-F238E27FC236}">
                <a16:creationId xmlns:a16="http://schemas.microsoft.com/office/drawing/2014/main" id="{E038FD98-FF48-4AAD-8CA9-870542DE6564}"/>
              </a:ext>
            </a:extLst>
          </p:cNvPr>
          <p:cNvSpPr>
            <a:spLocks xmlns:a="http://schemas.openxmlformats.org/drawingml/2006/main" noGrp="1"/>
          </p:cNvSpPr>
          <p:nvPr/>
        </p:nvSpPr>
        <p:spPr>
          <a:xfrm xmlns:a="http://schemas.openxmlformats.org/drawingml/2006/main">
            <a:off x="2333625" y="183832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6" name="">
            <a:extLst xmlns:a="http://schemas.openxmlformats.org/drawingml/2006/main">
              <a:ext uri="{FF2B5EF4-FFF2-40B4-BE49-F238E27FC236}">
                <a16:creationId xmlns:a16="http://schemas.microsoft.com/office/drawing/2014/main" id="{A3AED8F3-249E-4C7C-B799-2FF4697DB04B}"/>
              </a:ext>
            </a:extLst>
          </p:cNvPr>
          <p:cNvSpPr>
            <a:spLocks xmlns:a="http://schemas.openxmlformats.org/drawingml/2006/main" noGrp="1"/>
          </p:cNvSpPr>
          <p:nvPr/>
        </p:nvSpPr>
        <p:spPr>
          <a:xfrm xmlns:a="http://schemas.openxmlformats.org/drawingml/2006/main">
            <a:off x="3143250" y="16764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Help cat parents decide with evidence</a:t>
            </a:r>
          </a:p>
        </p:txBody>
      </p:sp>
      <p:sp>
        <p:nvSpPr>
          <p:cNvPr id="7" name="">
            <a:extLst xmlns:a="http://schemas.openxmlformats.org/drawingml/2006/main">
              <a:ext uri="{FF2B5EF4-FFF2-40B4-BE49-F238E27FC236}">
                <a16:creationId xmlns:a16="http://schemas.microsoft.com/office/drawing/2014/main" id="{0A84A6B2-067D-4300-85F9-80187210AD07}"/>
              </a:ext>
            </a:extLst>
          </p:cNvPr>
          <p:cNvSpPr>
            <a:spLocks xmlns:a="http://schemas.openxmlformats.org/drawingml/2006/main" noGrp="1"/>
          </p:cNvSpPr>
          <p:nvPr/>
        </p:nvSpPr>
        <p:spPr>
          <a:xfrm xmlns:a="http://schemas.openxmlformats.org/drawingml/2006/main">
            <a:off x="762000" y="26098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AUDIENCE</a:t>
            </a:r>
          </a:p>
        </p:txBody>
      </p:sp>
      <p:sp>
        <p:nvSpPr>
          <p:cNvPr id="8" name="">
            <a:extLst xmlns:a="http://schemas.openxmlformats.org/drawingml/2006/main">
              <a:ext uri="{FF2B5EF4-FFF2-40B4-BE49-F238E27FC236}">
                <a16:creationId xmlns:a16="http://schemas.microsoft.com/office/drawing/2014/main" id="{6EEC663C-B40A-45C8-9911-C2AAEA24376B}"/>
              </a:ext>
            </a:extLst>
          </p:cNvPr>
          <p:cNvSpPr>
            <a:spLocks xmlns:a="http://schemas.openxmlformats.org/drawingml/2006/main" noGrp="1"/>
          </p:cNvSpPr>
          <p:nvPr/>
        </p:nvSpPr>
        <p:spPr>
          <a:xfrm xmlns:a="http://schemas.openxmlformats.org/drawingml/2006/main">
            <a:off x="2333625" y="269557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4D7EB4EB-7301-4CD2-96C1-C4010DC9F18C}"/>
              </a:ext>
            </a:extLst>
          </p:cNvPr>
          <p:cNvSpPr>
            <a:spLocks xmlns:a="http://schemas.openxmlformats.org/drawingml/2006/main" noGrp="1"/>
          </p:cNvSpPr>
          <p:nvPr/>
        </p:nvSpPr>
        <p:spPr>
          <a:xfrm xmlns:a="http://schemas.openxmlformats.org/drawingml/2006/main">
            <a:off x="3143250" y="25336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Committed cat parents weighing price and routine</a:t>
            </a:r>
          </a:p>
        </p:txBody>
      </p:sp>
      <p:sp>
        <p:nvSpPr>
          <p:cNvPr id="10" name="">
            <a:extLst xmlns:a="http://schemas.openxmlformats.org/drawingml/2006/main">
              <a:ext uri="{FF2B5EF4-FFF2-40B4-BE49-F238E27FC236}">
                <a16:creationId xmlns:a16="http://schemas.microsoft.com/office/drawing/2014/main" id="{CDD7E4DA-4FD3-48EF-8D0C-CED46143B855}"/>
              </a:ext>
            </a:extLst>
          </p:cNvPr>
          <p:cNvSpPr>
            <a:spLocks xmlns:a="http://schemas.openxmlformats.org/drawingml/2006/main" noGrp="1"/>
          </p:cNvSpPr>
          <p:nvPr/>
        </p:nvSpPr>
        <p:spPr>
          <a:xfrm xmlns:a="http://schemas.openxmlformats.org/drawingml/2006/main">
            <a:off x="762000" y="34671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PROMISE</a:t>
            </a:r>
          </a:p>
        </p:txBody>
      </p:sp>
      <p:sp>
        <p:nvSpPr>
          <p:cNvPr id="11" name="">
            <a:extLst xmlns:a="http://schemas.openxmlformats.org/drawingml/2006/main">
              <a:ext uri="{FF2B5EF4-FFF2-40B4-BE49-F238E27FC236}">
                <a16:creationId xmlns:a16="http://schemas.microsoft.com/office/drawing/2014/main" id="{E5F63D91-5508-4455-81D4-192241CF0BE2}"/>
              </a:ext>
            </a:extLst>
          </p:cNvPr>
          <p:cNvSpPr>
            <a:spLocks xmlns:a="http://schemas.openxmlformats.org/drawingml/2006/main" noGrp="1"/>
          </p:cNvSpPr>
          <p:nvPr/>
        </p:nvSpPr>
        <p:spPr>
          <a:xfrm xmlns:a="http://schemas.openxmlformats.org/drawingml/2006/main">
            <a:off x="2333625" y="355282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12" name="">
            <a:extLst xmlns:a="http://schemas.openxmlformats.org/drawingml/2006/main">
              <a:ext uri="{FF2B5EF4-FFF2-40B4-BE49-F238E27FC236}">
                <a16:creationId xmlns:a16="http://schemas.microsoft.com/office/drawing/2014/main" id="{51AFB873-AECB-4161-998D-DE52DF094E10}"/>
              </a:ext>
            </a:extLst>
          </p:cNvPr>
          <p:cNvSpPr>
            <a:spLocks xmlns:a="http://schemas.openxmlformats.org/drawingml/2006/main" noGrp="1"/>
          </p:cNvSpPr>
          <p:nvPr/>
        </p:nvSpPr>
        <p:spPr>
          <a:xfrm xmlns:a="http://schemas.openxmlformats.org/drawingml/2006/main">
            <a:off x="3143250" y="33909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654F"/>
                </a:solidFill>
                <a:latin typeface="Helvetica"/>
                <a:ea typeface="Helvetica"/>
                <a:cs typeface="Helvetica"/>
              </a:defRPr>
            </a:defPPr>
            <a:lvl1pPr algn="l">
              <a:defRPr sz="1875" b="1" i="0">
                <a:solidFill>
                  <a:srgbClr val="FF654F"/>
                </a:solidFill>
                <a:latin typeface="Helvetica"/>
                <a:ea typeface="Helvetica"/>
                <a:cs typeface="Helvetica"/>
              </a:defRPr>
            </a:lvl1pPr>
            <a:lvl2pPr algn="l">
              <a:defRPr sz="1875" b="1" i="0">
                <a:solidFill>
                  <a:srgbClr val="FF654F"/>
                </a:solidFill>
                <a:latin typeface="Helvetica"/>
                <a:ea typeface="Helvetica"/>
                <a:cs typeface="Helvetica"/>
              </a:defRPr>
            </a:lvl2pPr>
            <a:lvl3pPr algn="l">
              <a:defRPr sz="1875" b="1" i="0">
                <a:solidFill>
                  <a:srgbClr val="FF654F"/>
                </a:solidFill>
                <a:latin typeface="Helvetica"/>
                <a:ea typeface="Helvetica"/>
                <a:cs typeface="Helvetica"/>
              </a:defRPr>
            </a:lvl3pPr>
            <a:lvl4pPr algn="l">
              <a:defRPr sz="1875" b="1" i="0">
                <a:solidFill>
                  <a:srgbClr val="FF654F"/>
                </a:solidFill>
                <a:latin typeface="Helvetica"/>
                <a:ea typeface="Helvetica"/>
                <a:cs typeface="Helvetica"/>
              </a:defRPr>
            </a:lvl4pPr>
            <a:lvl5pPr algn="l">
              <a:defRPr sz="1875" b="1" i="0">
                <a:solidFill>
                  <a:srgbClr val="FF654F"/>
                </a:solidFill>
                <a:latin typeface="Helvetica"/>
                <a:ea typeface="Helvetica"/>
                <a:cs typeface="Helvetica"/>
              </a:defRPr>
            </a:lvl5pPr>
            <a:lvl6pPr algn="l">
              <a:defRPr sz="1875" b="1" i="0">
                <a:solidFill>
                  <a:srgbClr val="FF654F"/>
                </a:solidFill>
                <a:latin typeface="Helvetica"/>
                <a:ea typeface="Helvetica"/>
                <a:cs typeface="Helvetica"/>
              </a:defRPr>
            </a:lvl6pPr>
            <a:lvl7pPr algn="l">
              <a:defRPr sz="1875" b="1" i="0">
                <a:solidFill>
                  <a:srgbClr val="FF654F"/>
                </a:solidFill>
                <a:latin typeface="Helvetica"/>
                <a:ea typeface="Helvetica"/>
                <a:cs typeface="Helvetica"/>
              </a:defRPr>
            </a:lvl7pPr>
            <a:lvl8pPr algn="l">
              <a:defRPr sz="1875" b="1" i="0">
                <a:solidFill>
                  <a:srgbClr val="FF654F"/>
                </a:solidFill>
                <a:latin typeface="Helvetica"/>
                <a:ea typeface="Helvetica"/>
                <a:cs typeface="Helvetica"/>
              </a:defRPr>
            </a:lvl8pPr>
            <a:lvl9pPr algn="l">
              <a:defRPr sz="1875" b="1" i="0">
                <a:solidFill>
                  <a:srgbClr val="FF654F"/>
                </a:solidFill>
                <a:latin typeface="Helvetica"/>
                <a:ea typeface="Helvetica"/>
                <a:cs typeface="Helvetica"/>
              </a:defRPr>
            </a:lvl9pPr>
          </a:lstStyle>
          <a:p xmlns:a="http://schemas.openxmlformats.org/drawingml/2006/main">
            <a:pPr algn="l">
              <a:defRPr sz="1875" b="1" i="0">
                <a:solidFill>
                  <a:srgbClr val="FF654F"/>
                </a:solidFill>
                <a:latin typeface="Helvetica"/>
                <a:ea typeface="Helvetica"/>
                <a:cs typeface="Helvetica"/>
              </a:defRPr>
            </a:pPr>
            <a:r>
              <a:rPr sz="1875" b="1" i="0">
                <a:solidFill>
                  <a:srgbClr val="FF654F"/>
                </a:solidFill>
                <a:latin typeface="Helvetica"/>
                <a:ea typeface="Helvetica"/>
                <a:cs typeface="Helvetica"/>
              </a:rPr>
              <a:t>Make fresh feeding easier to start and sustain</a:t>
            </a:r>
          </a:p>
        </p:txBody>
      </p:sp>
      <p:sp>
        <p:nvSpPr>
          <p:cNvPr id="13" name="">
            <a:extLst xmlns:a="http://schemas.openxmlformats.org/drawingml/2006/main">
              <a:ext uri="{FF2B5EF4-FFF2-40B4-BE49-F238E27FC236}">
                <a16:creationId xmlns:a16="http://schemas.microsoft.com/office/drawing/2014/main" id="{87738A62-6EDD-4E83-92F2-D4A1800C15C6}"/>
              </a:ext>
            </a:extLst>
          </p:cNvPr>
          <p:cNvSpPr>
            <a:spLocks xmlns:a="http://schemas.openxmlformats.org/drawingml/2006/main" noGrp="1"/>
          </p:cNvSpPr>
          <p:nvPr/>
        </p:nvSpPr>
        <p:spPr>
          <a:xfrm xmlns:a="http://schemas.openxmlformats.org/drawingml/2006/main">
            <a:off x="762000" y="43243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STATUS</a:t>
            </a:r>
          </a:p>
        </p:txBody>
      </p:sp>
      <p:sp>
        <p:nvSpPr>
          <p:cNvPr id="14" name="">
            <a:extLst xmlns:a="http://schemas.openxmlformats.org/drawingml/2006/main">
              <a:ext uri="{FF2B5EF4-FFF2-40B4-BE49-F238E27FC236}">
                <a16:creationId xmlns:a16="http://schemas.microsoft.com/office/drawing/2014/main" id="{00A77231-93C7-4BDE-968D-09205FDF6639}"/>
              </a:ext>
            </a:extLst>
          </p:cNvPr>
          <p:cNvSpPr>
            <a:spLocks xmlns:a="http://schemas.openxmlformats.org/drawingml/2006/main" noGrp="1"/>
          </p:cNvSpPr>
          <p:nvPr/>
        </p:nvSpPr>
        <p:spPr>
          <a:xfrm xmlns:a="http://schemas.openxmlformats.org/drawingml/2006/main">
            <a:off x="2333625" y="4410075"/>
            <a:ext cx="4953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15" name="">
            <a:extLst xmlns:a="http://schemas.openxmlformats.org/drawingml/2006/main">
              <a:ext uri="{FF2B5EF4-FFF2-40B4-BE49-F238E27FC236}">
                <a16:creationId xmlns:a16="http://schemas.microsoft.com/office/drawing/2014/main" id="{B6CF25F6-A2E0-4BF4-80AD-86064B0D7769}"/>
              </a:ext>
            </a:extLst>
          </p:cNvPr>
          <p:cNvSpPr>
            <a:spLocks xmlns:a="http://schemas.openxmlformats.org/drawingml/2006/main" noGrp="1"/>
          </p:cNvSpPr>
          <p:nvPr/>
        </p:nvSpPr>
        <p:spPr>
          <a:xfrm xmlns:a="http://schemas.openxmlformats.org/drawingml/2006/main">
            <a:off x="3143250" y="42481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i="0">
                <a:solidFill>
                  <a:srgbClr val="FFFDFC"/>
                </a:solidFill>
                <a:latin typeface="Helvetica"/>
                <a:ea typeface="Helvetica"/>
                <a:cs typeface="Helvetica"/>
              </a:defRPr>
            </a:defPPr>
            <a:lvl1pPr algn="l">
              <a:defRPr sz="1875" b="1" i="0">
                <a:solidFill>
                  <a:srgbClr val="FFFDFC"/>
                </a:solidFill>
                <a:latin typeface="Helvetica"/>
                <a:ea typeface="Helvetica"/>
                <a:cs typeface="Helvetica"/>
              </a:defRPr>
            </a:lvl1pPr>
            <a:lvl2pPr algn="l">
              <a:defRPr sz="1875" b="1" i="0">
                <a:solidFill>
                  <a:srgbClr val="FFFDFC"/>
                </a:solidFill>
                <a:latin typeface="Helvetica"/>
                <a:ea typeface="Helvetica"/>
                <a:cs typeface="Helvetica"/>
              </a:defRPr>
            </a:lvl2pPr>
            <a:lvl3pPr algn="l">
              <a:defRPr sz="1875" b="1" i="0">
                <a:solidFill>
                  <a:srgbClr val="FFFDFC"/>
                </a:solidFill>
                <a:latin typeface="Helvetica"/>
                <a:ea typeface="Helvetica"/>
                <a:cs typeface="Helvetica"/>
              </a:defRPr>
            </a:lvl3pPr>
            <a:lvl4pPr algn="l">
              <a:defRPr sz="1875" b="1" i="0">
                <a:solidFill>
                  <a:srgbClr val="FFFDFC"/>
                </a:solidFill>
                <a:latin typeface="Helvetica"/>
                <a:ea typeface="Helvetica"/>
                <a:cs typeface="Helvetica"/>
              </a:defRPr>
            </a:lvl4pPr>
            <a:lvl5pPr algn="l">
              <a:defRPr sz="1875" b="1" i="0">
                <a:solidFill>
                  <a:srgbClr val="FFFDFC"/>
                </a:solidFill>
                <a:latin typeface="Helvetica"/>
                <a:ea typeface="Helvetica"/>
                <a:cs typeface="Helvetica"/>
              </a:defRPr>
            </a:lvl5pPr>
            <a:lvl6pPr algn="l">
              <a:defRPr sz="1875" b="1" i="0">
                <a:solidFill>
                  <a:srgbClr val="FFFDFC"/>
                </a:solidFill>
                <a:latin typeface="Helvetica"/>
                <a:ea typeface="Helvetica"/>
                <a:cs typeface="Helvetica"/>
              </a:defRPr>
            </a:lvl6pPr>
            <a:lvl7pPr algn="l">
              <a:defRPr sz="1875" b="1" i="0">
                <a:solidFill>
                  <a:srgbClr val="FFFDFC"/>
                </a:solidFill>
                <a:latin typeface="Helvetica"/>
                <a:ea typeface="Helvetica"/>
                <a:cs typeface="Helvetica"/>
              </a:defRPr>
            </a:lvl7pPr>
            <a:lvl8pPr algn="l">
              <a:defRPr sz="1875" b="1" i="0">
                <a:solidFill>
                  <a:srgbClr val="FFFDFC"/>
                </a:solidFill>
                <a:latin typeface="Helvetica"/>
                <a:ea typeface="Helvetica"/>
                <a:cs typeface="Helvetica"/>
              </a:defRPr>
            </a:lvl8pPr>
            <a:lvl9pPr algn="l">
              <a:defRPr sz="1875" b="1" i="0">
                <a:solidFill>
                  <a:srgbClr val="FFFDFC"/>
                </a:solidFill>
                <a:latin typeface="Helvetica"/>
                <a:ea typeface="Helvetica"/>
                <a:cs typeface="Helvetica"/>
              </a:defRPr>
            </a:lvl9pPr>
          </a:lstStyle>
          <a:p xmlns:a="http://schemas.openxmlformats.org/drawingml/2006/main">
            <a:pPr algn="l">
              <a:defRPr sz="1875" b="1" i="0">
                <a:solidFill>
                  <a:srgbClr val="FFFDFC"/>
                </a:solidFill>
                <a:latin typeface="Helvetica"/>
                <a:ea typeface="Helvetica"/>
                <a:cs typeface="Helvetica"/>
              </a:defRPr>
            </a:pPr>
            <a:r>
              <a:rPr sz="1875" b="1" i="0">
                <a:solidFill>
                  <a:srgbClr val="FFFDFC"/>
                </a:solidFill>
                <a:latin typeface="Helvetica"/>
                <a:ea typeface="Helvetica"/>
                <a:cs typeface="Helvetica"/>
              </a:rPr>
              <a:t>Testable hypothesis - not a proven market fact</a:t>
            </a:r>
          </a:p>
        </p:txBody>
      </p:sp>
      <p:sp>
        <p:nvSpPr>
          <p:cNvPr id="16" name="">
            <a:extLst xmlns:a="http://schemas.openxmlformats.org/drawingml/2006/main">
              <a:ext uri="{FF2B5EF4-FFF2-40B4-BE49-F238E27FC236}">
                <a16:creationId xmlns:a16="http://schemas.microsoft.com/office/drawing/2014/main" id="{5AB03E28-FB33-40CC-BDF4-11D11CCD9FE8}"/>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39FE3E8D-5305-4997-8431-3E2A8B658607}"/>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The approved positioning is a testable strategic hypothesis, not a proven market fact.</a:t>
            </a:r>
          </a:p>
        </p:txBody>
      </p:sp>
      <p:sp>
        <p:nvSpPr>
          <p:cNvPr id="18" name="">
            <a:extLst xmlns:a="http://schemas.openxmlformats.org/drawingml/2006/main">
              <a:ext uri="{FF2B5EF4-FFF2-40B4-BE49-F238E27FC236}">
                <a16:creationId xmlns:a16="http://schemas.microsoft.com/office/drawing/2014/main" id="{C1139AAD-7726-470A-8D82-E250AD875449}"/>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C8B7E8"/>
                </a:solidFill>
                <a:latin typeface="Helvetica"/>
                <a:ea typeface="Helvetica"/>
                <a:cs typeface="Helvetica"/>
              </a:defRPr>
            </a:defPPr>
            <a:lvl1pPr algn="l">
              <a:defRPr sz="825" b="1" i="0">
                <a:solidFill>
                  <a:srgbClr val="C8B7E8"/>
                </a:solidFill>
                <a:latin typeface="Helvetica"/>
                <a:ea typeface="Helvetica"/>
                <a:cs typeface="Helvetica"/>
              </a:defRPr>
            </a:lvl1pPr>
            <a:lvl2pPr algn="l">
              <a:defRPr sz="825" b="1" i="0">
                <a:solidFill>
                  <a:srgbClr val="C8B7E8"/>
                </a:solidFill>
                <a:latin typeface="Helvetica"/>
                <a:ea typeface="Helvetica"/>
                <a:cs typeface="Helvetica"/>
              </a:defRPr>
            </a:lvl2pPr>
            <a:lvl3pPr algn="l">
              <a:defRPr sz="825" b="1" i="0">
                <a:solidFill>
                  <a:srgbClr val="C8B7E8"/>
                </a:solidFill>
                <a:latin typeface="Helvetica"/>
                <a:ea typeface="Helvetica"/>
                <a:cs typeface="Helvetica"/>
              </a:defRPr>
            </a:lvl3pPr>
            <a:lvl4pPr algn="l">
              <a:defRPr sz="825" b="1" i="0">
                <a:solidFill>
                  <a:srgbClr val="C8B7E8"/>
                </a:solidFill>
                <a:latin typeface="Helvetica"/>
                <a:ea typeface="Helvetica"/>
                <a:cs typeface="Helvetica"/>
              </a:defRPr>
            </a:lvl4pPr>
            <a:lvl5pPr algn="l">
              <a:defRPr sz="825" b="1" i="0">
                <a:solidFill>
                  <a:srgbClr val="C8B7E8"/>
                </a:solidFill>
                <a:latin typeface="Helvetica"/>
                <a:ea typeface="Helvetica"/>
                <a:cs typeface="Helvetica"/>
              </a:defRPr>
            </a:lvl5pPr>
            <a:lvl6pPr algn="l">
              <a:defRPr sz="825" b="1" i="0">
                <a:solidFill>
                  <a:srgbClr val="C8B7E8"/>
                </a:solidFill>
                <a:latin typeface="Helvetica"/>
                <a:ea typeface="Helvetica"/>
                <a:cs typeface="Helvetica"/>
              </a:defRPr>
            </a:lvl6pPr>
            <a:lvl7pPr algn="l">
              <a:defRPr sz="825" b="1" i="0">
                <a:solidFill>
                  <a:srgbClr val="C8B7E8"/>
                </a:solidFill>
                <a:latin typeface="Helvetica"/>
                <a:ea typeface="Helvetica"/>
                <a:cs typeface="Helvetica"/>
              </a:defRPr>
            </a:lvl7pPr>
            <a:lvl8pPr algn="l">
              <a:defRPr sz="825" b="1" i="0">
                <a:solidFill>
                  <a:srgbClr val="C8B7E8"/>
                </a:solidFill>
                <a:latin typeface="Helvetica"/>
                <a:ea typeface="Helvetica"/>
                <a:cs typeface="Helvetica"/>
              </a:defRPr>
            </a:lvl8pPr>
            <a:lvl9pPr algn="l">
              <a:defRPr sz="825" b="1" i="0">
                <a:solidFill>
                  <a:srgbClr val="C8B7E8"/>
                </a:solidFill>
                <a:latin typeface="Helvetica"/>
                <a:ea typeface="Helvetica"/>
                <a:cs typeface="Helvetica"/>
              </a:defRPr>
            </a:lvl9pPr>
          </a:lstStyle>
          <a:p xmlns:a="http://schemas.openxmlformats.org/drawingml/2006/main">
            <a:pPr algn="l">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SOURCES: K3, K8, K9</a:t>
            </a:r>
          </a:p>
        </p:txBody>
      </p:sp>
      <p:sp>
        <p:nvSpPr>
          <p:cNvPr id="19" name="">
            <a:extLst xmlns:a="http://schemas.openxmlformats.org/drawingml/2006/main">
              <a:ext uri="{FF2B5EF4-FFF2-40B4-BE49-F238E27FC236}">
                <a16:creationId xmlns:a16="http://schemas.microsoft.com/office/drawing/2014/main" id="{40B432DD-2428-4EC1-A4BC-6A0F92323F43}"/>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C8B7E8"/>
                </a:solidFill>
                <a:latin typeface="Helvetica"/>
                <a:ea typeface="Helvetica"/>
                <a:cs typeface="Helvetica"/>
              </a:defRPr>
            </a:defPPr>
            <a:lvl1pPr algn="r">
              <a:defRPr sz="825" b="1" i="0">
                <a:solidFill>
                  <a:srgbClr val="C8B7E8"/>
                </a:solidFill>
                <a:latin typeface="Helvetica"/>
                <a:ea typeface="Helvetica"/>
                <a:cs typeface="Helvetica"/>
              </a:defRPr>
            </a:lvl1pPr>
            <a:lvl2pPr algn="r">
              <a:defRPr sz="825" b="1" i="0">
                <a:solidFill>
                  <a:srgbClr val="C8B7E8"/>
                </a:solidFill>
                <a:latin typeface="Helvetica"/>
                <a:ea typeface="Helvetica"/>
                <a:cs typeface="Helvetica"/>
              </a:defRPr>
            </a:lvl2pPr>
            <a:lvl3pPr algn="r">
              <a:defRPr sz="825" b="1" i="0">
                <a:solidFill>
                  <a:srgbClr val="C8B7E8"/>
                </a:solidFill>
                <a:latin typeface="Helvetica"/>
                <a:ea typeface="Helvetica"/>
                <a:cs typeface="Helvetica"/>
              </a:defRPr>
            </a:lvl3pPr>
            <a:lvl4pPr algn="r">
              <a:defRPr sz="825" b="1" i="0">
                <a:solidFill>
                  <a:srgbClr val="C8B7E8"/>
                </a:solidFill>
                <a:latin typeface="Helvetica"/>
                <a:ea typeface="Helvetica"/>
                <a:cs typeface="Helvetica"/>
              </a:defRPr>
            </a:lvl4pPr>
            <a:lvl5pPr algn="r">
              <a:defRPr sz="825" b="1" i="0">
                <a:solidFill>
                  <a:srgbClr val="C8B7E8"/>
                </a:solidFill>
                <a:latin typeface="Helvetica"/>
                <a:ea typeface="Helvetica"/>
                <a:cs typeface="Helvetica"/>
              </a:defRPr>
            </a:lvl5pPr>
            <a:lvl6pPr algn="r">
              <a:defRPr sz="825" b="1" i="0">
                <a:solidFill>
                  <a:srgbClr val="C8B7E8"/>
                </a:solidFill>
                <a:latin typeface="Helvetica"/>
                <a:ea typeface="Helvetica"/>
                <a:cs typeface="Helvetica"/>
              </a:defRPr>
            </a:lvl6pPr>
            <a:lvl7pPr algn="r">
              <a:defRPr sz="825" b="1" i="0">
                <a:solidFill>
                  <a:srgbClr val="C8B7E8"/>
                </a:solidFill>
                <a:latin typeface="Helvetica"/>
                <a:ea typeface="Helvetica"/>
                <a:cs typeface="Helvetica"/>
              </a:defRPr>
            </a:lvl7pPr>
            <a:lvl8pPr algn="r">
              <a:defRPr sz="825" b="1" i="0">
                <a:solidFill>
                  <a:srgbClr val="C8B7E8"/>
                </a:solidFill>
                <a:latin typeface="Helvetica"/>
                <a:ea typeface="Helvetica"/>
                <a:cs typeface="Helvetica"/>
              </a:defRPr>
            </a:lvl8pPr>
            <a:lvl9pPr algn="r">
              <a:defRPr sz="825" b="1" i="0">
                <a:solidFill>
                  <a:srgbClr val="C8B7E8"/>
                </a:solidFill>
                <a:latin typeface="Helvetica"/>
                <a:ea typeface="Helvetica"/>
                <a:cs typeface="Helvetica"/>
              </a:defRPr>
            </a:lvl9pPr>
          </a:lstStyle>
          <a:p xmlns:a="http://schemas.openxmlformats.org/drawingml/2006/main">
            <a:pPr algn="r">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F581ABA0-60A8-4E75-BEB2-0099BE4EB305}"/>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C8B7E8"/>
                </a:solidFill>
                <a:latin typeface="Helvetica"/>
                <a:ea typeface="Helvetica"/>
                <a:cs typeface="Helvetica"/>
              </a:defRPr>
            </a:defPPr>
            <a:lvl1pPr algn="l">
              <a:defRPr sz="675" b="1" i="0">
                <a:solidFill>
                  <a:srgbClr val="C8B7E8"/>
                </a:solidFill>
                <a:latin typeface="Helvetica"/>
                <a:ea typeface="Helvetica"/>
                <a:cs typeface="Helvetica"/>
              </a:defRPr>
            </a:lvl1pPr>
            <a:lvl2pPr algn="l">
              <a:defRPr sz="675" b="1" i="0">
                <a:solidFill>
                  <a:srgbClr val="C8B7E8"/>
                </a:solidFill>
                <a:latin typeface="Helvetica"/>
                <a:ea typeface="Helvetica"/>
                <a:cs typeface="Helvetica"/>
              </a:defRPr>
            </a:lvl2pPr>
            <a:lvl3pPr algn="l">
              <a:defRPr sz="675" b="1" i="0">
                <a:solidFill>
                  <a:srgbClr val="C8B7E8"/>
                </a:solidFill>
                <a:latin typeface="Helvetica"/>
                <a:ea typeface="Helvetica"/>
                <a:cs typeface="Helvetica"/>
              </a:defRPr>
            </a:lvl3pPr>
            <a:lvl4pPr algn="l">
              <a:defRPr sz="675" b="1" i="0">
                <a:solidFill>
                  <a:srgbClr val="C8B7E8"/>
                </a:solidFill>
                <a:latin typeface="Helvetica"/>
                <a:ea typeface="Helvetica"/>
                <a:cs typeface="Helvetica"/>
              </a:defRPr>
            </a:lvl4pPr>
            <a:lvl5pPr algn="l">
              <a:defRPr sz="675" b="1" i="0">
                <a:solidFill>
                  <a:srgbClr val="C8B7E8"/>
                </a:solidFill>
                <a:latin typeface="Helvetica"/>
                <a:ea typeface="Helvetica"/>
                <a:cs typeface="Helvetica"/>
              </a:defRPr>
            </a:lvl5pPr>
            <a:lvl6pPr algn="l">
              <a:defRPr sz="675" b="1" i="0">
                <a:solidFill>
                  <a:srgbClr val="C8B7E8"/>
                </a:solidFill>
                <a:latin typeface="Helvetica"/>
                <a:ea typeface="Helvetica"/>
                <a:cs typeface="Helvetica"/>
              </a:defRPr>
            </a:lvl6pPr>
            <a:lvl7pPr algn="l">
              <a:defRPr sz="675" b="1" i="0">
                <a:solidFill>
                  <a:srgbClr val="C8B7E8"/>
                </a:solidFill>
                <a:latin typeface="Helvetica"/>
                <a:ea typeface="Helvetica"/>
                <a:cs typeface="Helvetica"/>
              </a:defRPr>
            </a:lvl7pPr>
            <a:lvl8pPr algn="l">
              <a:defRPr sz="675" b="1" i="0">
                <a:solidFill>
                  <a:srgbClr val="C8B7E8"/>
                </a:solidFill>
                <a:latin typeface="Helvetica"/>
                <a:ea typeface="Helvetica"/>
                <a:cs typeface="Helvetica"/>
              </a:defRPr>
            </a:lvl8pPr>
            <a:lvl9pPr algn="l">
              <a:defRPr sz="675" b="1" i="0">
                <a:solidFill>
                  <a:srgbClr val="C8B7E8"/>
                </a:solidFill>
                <a:latin typeface="Helvetica"/>
                <a:ea typeface="Helvetica"/>
                <a:cs typeface="Helvetica"/>
              </a:defRPr>
            </a:lvl9pPr>
          </a:lstStyle>
          <a:p xmlns:a="http://schemas.openxmlformats.org/drawingml/2006/main">
            <a:pPr algn="l">
              <a:defRPr sz="675" b="1" i="0">
                <a:solidFill>
                  <a:srgbClr val="C8B7E8"/>
                </a:solidFill>
                <a:latin typeface="Helvetica"/>
                <a:ea typeface="Helvetica"/>
                <a:cs typeface="Helvetica"/>
              </a:defRPr>
            </a:pPr>
            <a:r>
              <a:rPr sz="675" b="1" i="0">
                <a:solidFill>
                  <a:srgbClr val="C8B7E8"/>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A44672EE-0159-42ED-9251-DE4BF452FE35}"/>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C8B7E8"/>
                </a:solidFill>
                <a:latin typeface="Helvetica"/>
                <a:ea typeface="Helvetica"/>
                <a:cs typeface="Helvetica"/>
              </a:defRPr>
            </a:defPPr>
            <a:lvl1pPr algn="r">
              <a:defRPr sz="675" b="0" i="0">
                <a:solidFill>
                  <a:srgbClr val="C8B7E8"/>
                </a:solidFill>
                <a:latin typeface="Helvetica"/>
                <a:ea typeface="Helvetica"/>
                <a:cs typeface="Helvetica"/>
              </a:defRPr>
            </a:lvl1pPr>
            <a:lvl2pPr algn="r">
              <a:defRPr sz="675" b="0" i="0">
                <a:solidFill>
                  <a:srgbClr val="C8B7E8"/>
                </a:solidFill>
                <a:latin typeface="Helvetica"/>
                <a:ea typeface="Helvetica"/>
                <a:cs typeface="Helvetica"/>
              </a:defRPr>
            </a:lvl2pPr>
            <a:lvl3pPr algn="r">
              <a:defRPr sz="675" b="0" i="0">
                <a:solidFill>
                  <a:srgbClr val="C8B7E8"/>
                </a:solidFill>
                <a:latin typeface="Helvetica"/>
                <a:ea typeface="Helvetica"/>
                <a:cs typeface="Helvetica"/>
              </a:defRPr>
            </a:lvl3pPr>
            <a:lvl4pPr algn="r">
              <a:defRPr sz="675" b="0" i="0">
                <a:solidFill>
                  <a:srgbClr val="C8B7E8"/>
                </a:solidFill>
                <a:latin typeface="Helvetica"/>
                <a:ea typeface="Helvetica"/>
                <a:cs typeface="Helvetica"/>
              </a:defRPr>
            </a:lvl4pPr>
            <a:lvl5pPr algn="r">
              <a:defRPr sz="675" b="0" i="0">
                <a:solidFill>
                  <a:srgbClr val="C8B7E8"/>
                </a:solidFill>
                <a:latin typeface="Helvetica"/>
                <a:ea typeface="Helvetica"/>
                <a:cs typeface="Helvetica"/>
              </a:defRPr>
            </a:lvl5pPr>
            <a:lvl6pPr algn="r">
              <a:defRPr sz="675" b="0" i="0">
                <a:solidFill>
                  <a:srgbClr val="C8B7E8"/>
                </a:solidFill>
                <a:latin typeface="Helvetica"/>
                <a:ea typeface="Helvetica"/>
                <a:cs typeface="Helvetica"/>
              </a:defRPr>
            </a:lvl6pPr>
            <a:lvl7pPr algn="r">
              <a:defRPr sz="675" b="0" i="0">
                <a:solidFill>
                  <a:srgbClr val="C8B7E8"/>
                </a:solidFill>
                <a:latin typeface="Helvetica"/>
                <a:ea typeface="Helvetica"/>
                <a:cs typeface="Helvetica"/>
              </a:defRPr>
            </a:lvl7pPr>
            <a:lvl8pPr algn="r">
              <a:defRPr sz="675" b="0" i="0">
                <a:solidFill>
                  <a:srgbClr val="C8B7E8"/>
                </a:solidFill>
                <a:latin typeface="Helvetica"/>
                <a:ea typeface="Helvetica"/>
                <a:cs typeface="Helvetica"/>
              </a:defRPr>
            </a:lvl8pPr>
            <a:lvl9pPr algn="r">
              <a:defRPr sz="675" b="0" i="0">
                <a:solidFill>
                  <a:srgbClr val="C8B7E8"/>
                </a:solidFill>
                <a:latin typeface="Helvetica"/>
                <a:ea typeface="Helvetica"/>
                <a:cs typeface="Helvetica"/>
              </a:defRPr>
            </a:lvl9pPr>
          </a:lstStyle>
          <a:p xmlns:a="http://schemas.openxmlformats.org/drawingml/2006/main">
            <a:pPr algn="r">
              <a:defRPr sz="675" b="0" i="0">
                <a:solidFill>
                  <a:srgbClr val="C8B7E8"/>
                </a:solidFill>
                <a:latin typeface="Helvetica"/>
                <a:ea typeface="Helvetica"/>
                <a:cs typeface="Helvetica"/>
              </a:defRPr>
            </a:pPr>
            <a:r>
              <a:rPr sz="675" b="0" i="0">
                <a:solidFill>
                  <a:srgbClr val="C8B7E8"/>
                </a:solidFill>
                <a:latin typeface="Helvetica"/>
                <a:ea typeface="Helvetica"/>
                <a:cs typeface="Helvetica"/>
              </a:rPr>
              <a:t>18 / 30</a:t>
            </a:r>
          </a:p>
        </p:txBody>
      </p:sp>
    </p:spTree>
    <p:extLst>
      <p:ext uri="{BB962C8B-B14F-4D97-AF65-F5344CB8AC3E}">
        <p14:creationId xmlns:p14="http://schemas.microsoft.com/office/powerpoint/2010/main" val="1294106174"/>
      </p:ext>
    </p:extLst>
  </p:cSld>
</p:sld>
</file>

<file path=ppt/slides/slide19.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8259F0-839D-4E97-BB28-5FF26AFCBBF5}"/>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8D75BE87-D86E-46ED-A983-F1C7334341E1}"/>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Positioning Map</a:t>
            </a:r>
          </a:p>
        </p:txBody>
      </p:sp>
      <p:sp>
        <p:nvSpPr>
          <p:cNvPr id="3" name="">
            <a:extLst xmlns:a="http://schemas.openxmlformats.org/drawingml/2006/main">
              <a:ext uri="{FF2B5EF4-FFF2-40B4-BE49-F238E27FC236}">
                <a16:creationId xmlns:a16="http://schemas.microsoft.com/office/drawing/2014/main" id="{03126892-5B22-43D4-8F42-25555A380801}"/>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3E548541-7E1D-4D99-B2AB-BD118DF1D1A0}"/>
              </a:ext>
            </a:extLst>
          </p:cNvPr>
          <p:cNvSpPr>
            <a:spLocks xmlns:a="http://schemas.openxmlformats.org/drawingml/2006/main" noGrp="1"/>
          </p:cNvSpPr>
          <p:nvPr/>
        </p:nvSpPr>
        <p:spPr>
          <a:xfrm xmlns:a="http://schemas.openxmlformats.org/drawingml/2006/main">
            <a:off x="857250" y="1666875"/>
            <a:ext cx="7620000" cy="3524250"/>
          </a:xfrm>
          <a:prstGeom xmlns:a="http://schemas.openxmlformats.org/drawingml/2006/main" prst="roundRect">
            <a:avLst>
              <a:gd name="adj" fmla="val 2162"/>
            </a:avLst>
          </a:prstGeom>
          <a:solidFill xmlns:a="http://schemas.openxmlformats.org/drawingml/2006/main">
            <a:srgbClr val="FFFDFC"/>
          </a:solidFill>
          <a:ln xmlns:a="http://schemas.openxmlformats.org/drawingml/2006/main" w="0">
            <a:solidFill>
              <a:srgbClr val="FFFDFC"/>
            </a:solidFill>
          </a:ln>
        </p:spPr>
      </p:sp>
      <p:sp>
        <p:nvSpPr>
          <p:cNvPr id="5" name="">
            <a:extLst xmlns:a="http://schemas.openxmlformats.org/drawingml/2006/main">
              <a:ext uri="{FF2B5EF4-FFF2-40B4-BE49-F238E27FC236}">
                <a16:creationId xmlns:a16="http://schemas.microsoft.com/office/drawing/2014/main" id="{F1B5C7A2-034A-4805-A3C4-900037B9F112}"/>
              </a:ext>
            </a:extLst>
          </p:cNvPr>
          <p:cNvSpPr>
            <a:spLocks xmlns:a="http://schemas.openxmlformats.org/drawingml/2006/main" noGrp="1"/>
          </p:cNvSpPr>
          <p:nvPr/>
        </p:nvSpPr>
        <p:spPr>
          <a:xfrm xmlns:a="http://schemas.openxmlformats.org/drawingml/2006/main">
            <a:off x="1476375" y="4572000"/>
            <a:ext cx="6286500" cy="19050"/>
          </a:xfrm>
          <a:prstGeom xmlns:a="http://schemas.openxmlformats.org/drawingml/2006/main" prst="rect">
            <a:avLst/>
          </a:prstGeom>
          <a:solidFill xmlns:a="http://schemas.openxmlformats.org/drawingml/2006/main">
            <a:srgbClr val="756D7A"/>
          </a:solidFill>
          <a:ln xmlns:a="http://schemas.openxmlformats.org/drawingml/2006/main" w="0">
            <a:solidFill>
              <a:srgbClr val="756D7A"/>
            </a:solidFill>
          </a:ln>
        </p:spPr>
      </p:sp>
      <p:sp>
        <p:nvSpPr>
          <p:cNvPr id="6" name="">
            <a:extLst xmlns:a="http://schemas.openxmlformats.org/drawingml/2006/main">
              <a:ext uri="{FF2B5EF4-FFF2-40B4-BE49-F238E27FC236}">
                <a16:creationId xmlns:a16="http://schemas.microsoft.com/office/drawing/2014/main" id="{13A44AA2-9945-43B1-B506-0BFB168B6FD3}"/>
              </a:ext>
            </a:extLst>
          </p:cNvPr>
          <p:cNvSpPr>
            <a:spLocks xmlns:a="http://schemas.openxmlformats.org/drawingml/2006/main" noGrp="1"/>
          </p:cNvSpPr>
          <p:nvPr/>
        </p:nvSpPr>
        <p:spPr>
          <a:xfrm xmlns:a="http://schemas.openxmlformats.org/drawingml/2006/main">
            <a:off x="4591050" y="2095500"/>
            <a:ext cx="19050" cy="2714625"/>
          </a:xfrm>
          <a:prstGeom xmlns:a="http://schemas.openxmlformats.org/drawingml/2006/main" prst="rect">
            <a:avLst/>
          </a:prstGeom>
          <a:solidFill xmlns:a="http://schemas.openxmlformats.org/drawingml/2006/main">
            <a:srgbClr val="756D7A"/>
          </a:solidFill>
          <a:ln xmlns:a="http://schemas.openxmlformats.org/drawingml/2006/main" w="0">
            <a:solidFill>
              <a:srgbClr val="756D7A"/>
            </a:solidFill>
          </a:ln>
        </p:spPr>
      </p:sp>
      <p:sp>
        <p:nvSpPr>
          <p:cNvPr id="7" name="">
            <a:extLst xmlns:a="http://schemas.openxmlformats.org/drawingml/2006/main">
              <a:ext uri="{FF2B5EF4-FFF2-40B4-BE49-F238E27FC236}">
                <a16:creationId xmlns:a16="http://schemas.microsoft.com/office/drawing/2014/main" id="{12417506-4DA8-4AB8-B622-D751091E05B0}"/>
              </a:ext>
            </a:extLst>
          </p:cNvPr>
          <p:cNvSpPr>
            <a:spLocks xmlns:a="http://schemas.openxmlformats.org/drawingml/2006/main" noGrp="1"/>
          </p:cNvSpPr>
          <p:nvPr/>
        </p:nvSpPr>
        <p:spPr>
          <a:xfrm xmlns:a="http://schemas.openxmlformats.org/drawingml/2006/main">
            <a:off x="1143000" y="47339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Brand claim</a:t>
            </a:r>
          </a:p>
        </p:txBody>
      </p:sp>
      <p:sp>
        <p:nvSpPr>
          <p:cNvPr id="8" name="">
            <a:extLst xmlns:a="http://schemas.openxmlformats.org/drawingml/2006/main">
              <a:ext uri="{FF2B5EF4-FFF2-40B4-BE49-F238E27FC236}">
                <a16:creationId xmlns:a16="http://schemas.microsoft.com/office/drawing/2014/main" id="{99628248-6D0B-4B0C-85CE-A393C6063AAB}"/>
              </a:ext>
            </a:extLst>
          </p:cNvPr>
          <p:cNvSpPr>
            <a:spLocks xmlns:a="http://schemas.openxmlformats.org/drawingml/2006/main" noGrp="1"/>
          </p:cNvSpPr>
          <p:nvPr/>
        </p:nvSpPr>
        <p:spPr>
          <a:xfrm xmlns:a="http://schemas.openxmlformats.org/drawingml/2006/main">
            <a:off x="6191250" y="4733925"/>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FF654F"/>
                </a:solidFill>
                <a:latin typeface="Helvetica"/>
                <a:ea typeface="Helvetica"/>
                <a:cs typeface="Helvetica"/>
              </a:defRPr>
            </a:defPPr>
            <a:lvl1pPr algn="r">
              <a:defRPr sz="675" b="1" i="0">
                <a:solidFill>
                  <a:srgbClr val="FF654F"/>
                </a:solidFill>
                <a:latin typeface="Helvetica"/>
                <a:ea typeface="Helvetica"/>
                <a:cs typeface="Helvetica"/>
              </a:defRPr>
            </a:lvl1pPr>
            <a:lvl2pPr algn="r">
              <a:defRPr sz="675" b="1" i="0">
                <a:solidFill>
                  <a:srgbClr val="FF654F"/>
                </a:solidFill>
                <a:latin typeface="Helvetica"/>
                <a:ea typeface="Helvetica"/>
                <a:cs typeface="Helvetica"/>
              </a:defRPr>
            </a:lvl2pPr>
            <a:lvl3pPr algn="r">
              <a:defRPr sz="675" b="1" i="0">
                <a:solidFill>
                  <a:srgbClr val="FF654F"/>
                </a:solidFill>
                <a:latin typeface="Helvetica"/>
                <a:ea typeface="Helvetica"/>
                <a:cs typeface="Helvetica"/>
              </a:defRPr>
            </a:lvl3pPr>
            <a:lvl4pPr algn="r">
              <a:defRPr sz="675" b="1" i="0">
                <a:solidFill>
                  <a:srgbClr val="FF654F"/>
                </a:solidFill>
                <a:latin typeface="Helvetica"/>
                <a:ea typeface="Helvetica"/>
                <a:cs typeface="Helvetica"/>
              </a:defRPr>
            </a:lvl4pPr>
            <a:lvl5pPr algn="r">
              <a:defRPr sz="675" b="1" i="0">
                <a:solidFill>
                  <a:srgbClr val="FF654F"/>
                </a:solidFill>
                <a:latin typeface="Helvetica"/>
                <a:ea typeface="Helvetica"/>
                <a:cs typeface="Helvetica"/>
              </a:defRPr>
            </a:lvl5pPr>
            <a:lvl6pPr algn="r">
              <a:defRPr sz="675" b="1" i="0">
                <a:solidFill>
                  <a:srgbClr val="FF654F"/>
                </a:solidFill>
                <a:latin typeface="Helvetica"/>
                <a:ea typeface="Helvetica"/>
                <a:cs typeface="Helvetica"/>
              </a:defRPr>
            </a:lvl6pPr>
            <a:lvl7pPr algn="r">
              <a:defRPr sz="675" b="1" i="0">
                <a:solidFill>
                  <a:srgbClr val="FF654F"/>
                </a:solidFill>
                <a:latin typeface="Helvetica"/>
                <a:ea typeface="Helvetica"/>
                <a:cs typeface="Helvetica"/>
              </a:defRPr>
            </a:lvl7pPr>
            <a:lvl8pPr algn="r">
              <a:defRPr sz="675" b="1" i="0">
                <a:solidFill>
                  <a:srgbClr val="FF654F"/>
                </a:solidFill>
                <a:latin typeface="Helvetica"/>
                <a:ea typeface="Helvetica"/>
                <a:cs typeface="Helvetica"/>
              </a:defRPr>
            </a:lvl8pPr>
            <a:lvl9pPr algn="r">
              <a:defRPr sz="675" b="1" i="0">
                <a:solidFill>
                  <a:srgbClr val="FF654F"/>
                </a:solidFill>
                <a:latin typeface="Helvetica"/>
                <a:ea typeface="Helvetica"/>
                <a:cs typeface="Helvetica"/>
              </a:defRPr>
            </a:lvl9pPr>
          </a:lstStyle>
          <a:p xmlns:a="http://schemas.openxmlformats.org/drawingml/2006/main">
            <a:pPr algn="r">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Decision aid</a:t>
            </a:r>
          </a:p>
        </p:txBody>
      </p:sp>
      <p:sp>
        <p:nvSpPr>
          <p:cNvPr id="9" name="">
            <a:extLst xmlns:a="http://schemas.openxmlformats.org/drawingml/2006/main">
              <a:ext uri="{FF2B5EF4-FFF2-40B4-BE49-F238E27FC236}">
                <a16:creationId xmlns:a16="http://schemas.microsoft.com/office/drawing/2014/main" id="{A0F1F294-7B6B-4B3E-826C-DC2267E22F13}"/>
              </a:ext>
            </a:extLst>
          </p:cNvPr>
          <p:cNvSpPr>
            <a:spLocks xmlns:a="http://schemas.openxmlformats.org/drawingml/2006/main" noGrp="1"/>
          </p:cNvSpPr>
          <p:nvPr/>
        </p:nvSpPr>
        <p:spPr>
          <a:xfrm xmlns:a="http://schemas.openxmlformats.org/drawingml/2006/main">
            <a:off x="1066800" y="1885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2E78"/>
                </a:solidFill>
                <a:latin typeface="Helvetica"/>
                <a:ea typeface="Helvetica"/>
                <a:cs typeface="Helvetica"/>
              </a:defRPr>
            </a:defPPr>
            <a:lvl1pPr algn="l">
              <a:defRPr sz="675" b="1" i="0">
                <a:solidFill>
                  <a:srgbClr val="5A2E78"/>
                </a:solidFill>
                <a:latin typeface="Helvetica"/>
                <a:ea typeface="Helvetica"/>
                <a:cs typeface="Helvetica"/>
              </a:defRPr>
            </a:lvl1pPr>
            <a:lvl2pPr algn="l">
              <a:defRPr sz="675" b="1" i="0">
                <a:solidFill>
                  <a:srgbClr val="5A2E78"/>
                </a:solidFill>
                <a:latin typeface="Helvetica"/>
                <a:ea typeface="Helvetica"/>
                <a:cs typeface="Helvetica"/>
              </a:defRPr>
            </a:lvl2pPr>
            <a:lvl3pPr algn="l">
              <a:defRPr sz="675" b="1" i="0">
                <a:solidFill>
                  <a:srgbClr val="5A2E78"/>
                </a:solidFill>
                <a:latin typeface="Helvetica"/>
                <a:ea typeface="Helvetica"/>
                <a:cs typeface="Helvetica"/>
              </a:defRPr>
            </a:lvl3pPr>
            <a:lvl4pPr algn="l">
              <a:defRPr sz="675" b="1" i="0">
                <a:solidFill>
                  <a:srgbClr val="5A2E78"/>
                </a:solidFill>
                <a:latin typeface="Helvetica"/>
                <a:ea typeface="Helvetica"/>
                <a:cs typeface="Helvetica"/>
              </a:defRPr>
            </a:lvl4pPr>
            <a:lvl5pPr algn="l">
              <a:defRPr sz="675" b="1" i="0">
                <a:solidFill>
                  <a:srgbClr val="5A2E78"/>
                </a:solidFill>
                <a:latin typeface="Helvetica"/>
                <a:ea typeface="Helvetica"/>
                <a:cs typeface="Helvetica"/>
              </a:defRPr>
            </a:lvl5pPr>
            <a:lvl6pPr algn="l">
              <a:defRPr sz="675" b="1" i="0">
                <a:solidFill>
                  <a:srgbClr val="5A2E78"/>
                </a:solidFill>
                <a:latin typeface="Helvetica"/>
                <a:ea typeface="Helvetica"/>
                <a:cs typeface="Helvetica"/>
              </a:defRPr>
            </a:lvl6pPr>
            <a:lvl7pPr algn="l">
              <a:defRPr sz="675" b="1" i="0">
                <a:solidFill>
                  <a:srgbClr val="5A2E78"/>
                </a:solidFill>
                <a:latin typeface="Helvetica"/>
                <a:ea typeface="Helvetica"/>
                <a:cs typeface="Helvetica"/>
              </a:defRPr>
            </a:lvl7pPr>
            <a:lvl8pPr algn="l">
              <a:defRPr sz="675" b="1" i="0">
                <a:solidFill>
                  <a:srgbClr val="5A2E78"/>
                </a:solidFill>
                <a:latin typeface="Helvetica"/>
                <a:ea typeface="Helvetica"/>
                <a:cs typeface="Helvetica"/>
              </a:defRPr>
            </a:lvl8pPr>
            <a:lvl9pPr algn="l">
              <a:defRPr sz="675" b="1" i="0">
                <a:solidFill>
                  <a:srgbClr val="5A2E78"/>
                </a:solidFill>
                <a:latin typeface="Helvetica"/>
                <a:ea typeface="Helvetica"/>
                <a:cs typeface="Helvetica"/>
              </a:defRPr>
            </a:lvl9pPr>
          </a:lstStyle>
          <a:p xmlns:a="http://schemas.openxmlformats.org/drawingml/2006/main">
            <a:pPr algn="l">
              <a:defRPr sz="675" b="1" i="0">
                <a:solidFill>
                  <a:srgbClr val="5A2E78"/>
                </a:solidFill>
                <a:latin typeface="Helvetica"/>
                <a:ea typeface="Helvetica"/>
                <a:cs typeface="Helvetica"/>
              </a:defRPr>
            </a:pPr>
            <a:r>
              <a:rPr sz="675" b="1" i="0">
                <a:solidFill>
                  <a:srgbClr val="5A2E78"/>
                </a:solidFill>
                <a:latin typeface="Helvetica"/>
                <a:ea typeface="Helvetica"/>
                <a:cs typeface="Helvetica"/>
              </a:rPr>
              <a:t>Cat-specific</a:t>
            </a:r>
          </a:p>
        </p:txBody>
      </p:sp>
      <p:sp>
        <p:nvSpPr>
          <p:cNvPr id="10" name="">
            <a:extLst xmlns:a="http://schemas.openxmlformats.org/drawingml/2006/main">
              <a:ext uri="{FF2B5EF4-FFF2-40B4-BE49-F238E27FC236}">
                <a16:creationId xmlns:a16="http://schemas.microsoft.com/office/drawing/2014/main" id="{5B3317A1-419E-47CF-976A-4558EDB2A9E2}"/>
              </a:ext>
            </a:extLst>
          </p:cNvPr>
          <p:cNvSpPr>
            <a:spLocks xmlns:a="http://schemas.openxmlformats.org/drawingml/2006/main" noGrp="1"/>
          </p:cNvSpPr>
          <p:nvPr/>
        </p:nvSpPr>
        <p:spPr>
          <a:xfrm xmlns:a="http://schemas.openxmlformats.org/drawingml/2006/main">
            <a:off x="4503420" y="2948940"/>
            <a:ext cx="152400" cy="152400"/>
          </a:xfrm>
          <a:prstGeom xmlns:a="http://schemas.openxmlformats.org/drawingml/2006/main" prst="ellipse">
            <a:avLst/>
          </a:prstGeom>
          <a:solidFill xmlns:a="http://schemas.openxmlformats.org/drawingml/2006/main">
            <a:srgbClr val="756D7A"/>
          </a:solidFill>
          <a:ln xmlns:a="http://schemas.openxmlformats.org/drawingml/2006/main" w="0">
            <a:solidFill>
              <a:srgbClr val="756D7A"/>
            </a:solidFill>
          </a:ln>
        </p:spPr>
      </p:sp>
      <p:sp>
        <p:nvSpPr>
          <p:cNvPr id="11" name="">
            <a:extLst xmlns:a="http://schemas.openxmlformats.org/drawingml/2006/main">
              <a:ext uri="{FF2B5EF4-FFF2-40B4-BE49-F238E27FC236}">
                <a16:creationId xmlns:a16="http://schemas.microsoft.com/office/drawing/2014/main" id="{340315B6-D89A-4E4A-8502-298DC50E974C}"/>
              </a:ext>
            </a:extLst>
          </p:cNvPr>
          <p:cNvSpPr>
            <a:spLocks xmlns:a="http://schemas.openxmlformats.org/drawingml/2006/main" noGrp="1"/>
          </p:cNvSpPr>
          <p:nvPr/>
        </p:nvSpPr>
        <p:spPr>
          <a:xfrm xmlns:a="http://schemas.openxmlformats.org/drawingml/2006/main">
            <a:off x="4712970" y="292989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Today</a:t>
            </a:r>
          </a:p>
        </p:txBody>
      </p:sp>
      <p:sp>
        <p:nvSpPr>
          <p:cNvPr id="12" name="">
            <a:extLst xmlns:a="http://schemas.openxmlformats.org/drawingml/2006/main">
              <a:ext uri="{FF2B5EF4-FFF2-40B4-BE49-F238E27FC236}">
                <a16:creationId xmlns:a16="http://schemas.microsoft.com/office/drawing/2014/main" id="{7388F528-A87D-4089-88BA-17FDFDD42E21}"/>
              </a:ext>
            </a:extLst>
          </p:cNvPr>
          <p:cNvSpPr>
            <a:spLocks xmlns:a="http://schemas.openxmlformats.org/drawingml/2006/main" noGrp="1"/>
          </p:cNvSpPr>
          <p:nvPr/>
        </p:nvSpPr>
        <p:spPr>
          <a:xfrm xmlns:a="http://schemas.openxmlformats.org/drawingml/2006/main">
            <a:off x="6454140" y="2415540"/>
            <a:ext cx="266700" cy="266700"/>
          </a:xfrm>
          <a:prstGeom xmlns:a="http://schemas.openxmlformats.org/drawingml/2006/main" prst="ellipse">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EE466E9B-A3F0-41A9-B060-64C41243069B}"/>
              </a:ext>
            </a:extLst>
          </p:cNvPr>
          <p:cNvSpPr>
            <a:spLocks xmlns:a="http://schemas.openxmlformats.org/drawingml/2006/main" noGrp="1"/>
          </p:cNvSpPr>
          <p:nvPr/>
        </p:nvSpPr>
        <p:spPr>
          <a:xfrm xmlns:a="http://schemas.openxmlformats.org/drawingml/2006/main">
            <a:off x="6663690" y="239649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Opportunity</a:t>
            </a:r>
          </a:p>
        </p:txBody>
      </p:sp>
      <p:sp>
        <p:nvSpPr>
          <p:cNvPr id="14" name="">
            <a:extLst xmlns:a="http://schemas.openxmlformats.org/drawingml/2006/main">
              <a:ext uri="{FF2B5EF4-FFF2-40B4-BE49-F238E27FC236}">
                <a16:creationId xmlns:a16="http://schemas.microsoft.com/office/drawing/2014/main" id="{3234E1B5-9E07-43E4-B455-E841526CF1FE}"/>
              </a:ext>
            </a:extLst>
          </p:cNvPr>
          <p:cNvSpPr>
            <a:spLocks xmlns:a="http://schemas.openxmlformats.org/drawingml/2006/main" noGrp="1"/>
          </p:cNvSpPr>
          <p:nvPr/>
        </p:nvSpPr>
        <p:spPr>
          <a:xfrm xmlns:a="http://schemas.openxmlformats.org/drawingml/2006/main">
            <a:off x="8858250" y="1857375"/>
            <a:ext cx="2667000" cy="3000375"/>
          </a:xfrm>
          <a:prstGeom xmlns:a="http://schemas.openxmlformats.org/drawingml/2006/main" prst="roundRect">
            <a:avLst>
              <a:gd name="adj" fmla="val 2857"/>
            </a:avLst>
          </a:prstGeom>
          <a:solidFill xmlns:a="http://schemas.openxmlformats.org/drawingml/2006/main">
            <a:srgbClr val="15121B"/>
          </a:solidFill>
          <a:ln xmlns:a="http://schemas.openxmlformats.org/drawingml/2006/main" w="0">
            <a:solidFill>
              <a:srgbClr val="15121B"/>
            </a:solidFill>
          </a:ln>
        </p:spPr>
      </p:sp>
      <p:sp>
        <p:nvSpPr>
          <p:cNvPr id="15" name="">
            <a:extLst xmlns:a="http://schemas.openxmlformats.org/drawingml/2006/main">
              <a:ext uri="{FF2B5EF4-FFF2-40B4-BE49-F238E27FC236}">
                <a16:creationId xmlns:a16="http://schemas.microsoft.com/office/drawing/2014/main" id="{D131112A-F7B5-4FD6-B6FE-F836522534D0}"/>
              </a:ext>
            </a:extLst>
          </p:cNvPr>
          <p:cNvSpPr>
            <a:spLocks xmlns:a="http://schemas.openxmlformats.org/drawingml/2006/main" noGrp="1"/>
          </p:cNvSpPr>
          <p:nvPr/>
        </p:nvSpPr>
        <p:spPr>
          <a:xfrm xmlns:a="http://schemas.openxmlformats.org/drawingml/2006/main">
            <a:off x="9144000" y="21907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OWNABLE TERRITORY</a:t>
            </a:r>
          </a:p>
        </p:txBody>
      </p:sp>
      <p:sp>
        <p:nvSpPr>
          <p:cNvPr id="16" name="">
            <a:extLst xmlns:a="http://schemas.openxmlformats.org/drawingml/2006/main">
              <a:ext uri="{FF2B5EF4-FFF2-40B4-BE49-F238E27FC236}">
                <a16:creationId xmlns:a16="http://schemas.microsoft.com/office/drawing/2014/main" id="{8DA603EA-B16C-4260-8CE3-1AFE58D84C9B}"/>
              </a:ext>
            </a:extLst>
          </p:cNvPr>
          <p:cNvSpPr>
            <a:spLocks xmlns:a="http://schemas.openxmlformats.org/drawingml/2006/main" noGrp="1"/>
          </p:cNvSpPr>
          <p:nvPr/>
        </p:nvSpPr>
        <p:spPr>
          <a:xfrm xmlns:a="http://schemas.openxmlformats.org/drawingml/2006/main">
            <a:off x="9144000" y="2714625"/>
            <a:ext cx="209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FFFDFC"/>
                </a:solidFill>
                <a:latin typeface="Helvetica"/>
                <a:ea typeface="Helvetica"/>
                <a:cs typeface="Helvetica"/>
              </a:defRPr>
            </a:defPPr>
            <a:lvl1pPr algn="l">
              <a:defRPr sz="2025" b="1" i="0">
                <a:solidFill>
                  <a:srgbClr val="FFFDFC"/>
                </a:solidFill>
                <a:latin typeface="Helvetica"/>
                <a:ea typeface="Helvetica"/>
                <a:cs typeface="Helvetica"/>
              </a:defRPr>
            </a:lvl1pPr>
            <a:lvl2pPr algn="l">
              <a:defRPr sz="2025" b="1" i="0">
                <a:solidFill>
                  <a:srgbClr val="FFFDFC"/>
                </a:solidFill>
                <a:latin typeface="Helvetica"/>
                <a:ea typeface="Helvetica"/>
                <a:cs typeface="Helvetica"/>
              </a:defRPr>
            </a:lvl2pPr>
            <a:lvl3pPr algn="l">
              <a:defRPr sz="2025" b="1" i="0">
                <a:solidFill>
                  <a:srgbClr val="FFFDFC"/>
                </a:solidFill>
                <a:latin typeface="Helvetica"/>
                <a:ea typeface="Helvetica"/>
                <a:cs typeface="Helvetica"/>
              </a:defRPr>
            </a:lvl3pPr>
            <a:lvl4pPr algn="l">
              <a:defRPr sz="2025" b="1" i="0">
                <a:solidFill>
                  <a:srgbClr val="FFFDFC"/>
                </a:solidFill>
                <a:latin typeface="Helvetica"/>
                <a:ea typeface="Helvetica"/>
                <a:cs typeface="Helvetica"/>
              </a:defRPr>
            </a:lvl4pPr>
            <a:lvl5pPr algn="l">
              <a:defRPr sz="2025" b="1" i="0">
                <a:solidFill>
                  <a:srgbClr val="FFFDFC"/>
                </a:solidFill>
                <a:latin typeface="Helvetica"/>
                <a:ea typeface="Helvetica"/>
                <a:cs typeface="Helvetica"/>
              </a:defRPr>
            </a:lvl5pPr>
            <a:lvl6pPr algn="l">
              <a:defRPr sz="2025" b="1" i="0">
                <a:solidFill>
                  <a:srgbClr val="FFFDFC"/>
                </a:solidFill>
                <a:latin typeface="Helvetica"/>
                <a:ea typeface="Helvetica"/>
                <a:cs typeface="Helvetica"/>
              </a:defRPr>
            </a:lvl6pPr>
            <a:lvl7pPr algn="l">
              <a:defRPr sz="2025" b="1" i="0">
                <a:solidFill>
                  <a:srgbClr val="FFFDFC"/>
                </a:solidFill>
                <a:latin typeface="Helvetica"/>
                <a:ea typeface="Helvetica"/>
                <a:cs typeface="Helvetica"/>
              </a:defRPr>
            </a:lvl7pPr>
            <a:lvl8pPr algn="l">
              <a:defRPr sz="2025" b="1" i="0">
                <a:solidFill>
                  <a:srgbClr val="FFFDFC"/>
                </a:solidFill>
                <a:latin typeface="Helvetica"/>
                <a:ea typeface="Helvetica"/>
                <a:cs typeface="Helvetica"/>
              </a:defRPr>
            </a:lvl8pPr>
            <a:lvl9pPr algn="l">
              <a:defRPr sz="2025" b="1" i="0">
                <a:solidFill>
                  <a:srgbClr val="FFFDFC"/>
                </a:solidFill>
                <a:latin typeface="Helvetica"/>
                <a:ea typeface="Helvetica"/>
                <a:cs typeface="Helvetica"/>
              </a:defRPr>
            </a:lvl9pPr>
          </a:lstStyle>
          <a:p xmlns:a="http://schemas.openxmlformats.org/drawingml/2006/main">
            <a:pPr algn="l">
              <a:defRPr sz="2025" b="1" i="0">
                <a:solidFill>
                  <a:srgbClr val="FFFDFC"/>
                </a:solidFill>
                <a:latin typeface="Helvetica"/>
                <a:ea typeface="Helvetica"/>
                <a:cs typeface="Helvetica"/>
              </a:defRPr>
            </a:pPr>
            <a:r>
              <a:rPr sz="2025" b="1" i="0">
                <a:solidFill>
                  <a:srgbClr val="FFFDFC"/>
                </a:solidFill>
                <a:latin typeface="Helvetica"/>
                <a:ea typeface="Helvetica"/>
                <a:cs typeface="Helvetica"/>
              </a:rPr>
              <a:t>The trusted way to decide, start and stay with fresh feeding</a:t>
            </a:r>
          </a:p>
        </p:txBody>
      </p:sp>
      <p:sp>
        <p:nvSpPr>
          <p:cNvPr id="17" name="">
            <a:extLst xmlns:a="http://schemas.openxmlformats.org/drawingml/2006/main">
              <a:ext uri="{FF2B5EF4-FFF2-40B4-BE49-F238E27FC236}">
                <a16:creationId xmlns:a16="http://schemas.microsoft.com/office/drawing/2014/main" id="{B5C5FEDD-97F3-4166-9246-BB366C34BBCC}"/>
              </a:ext>
            </a:extLst>
          </p:cNvPr>
          <p:cNvSpPr>
            <a:spLocks xmlns:a="http://schemas.openxmlformats.org/drawingml/2006/main" noGrp="1"/>
          </p:cNvSpPr>
          <p:nvPr/>
        </p:nvSpPr>
        <p:spPr>
          <a:xfrm xmlns:a="http://schemas.openxmlformats.org/drawingml/2006/main">
            <a:off x="9144000" y="42862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C8B7E8"/>
                </a:solidFill>
                <a:latin typeface="Helvetica"/>
                <a:ea typeface="Helvetica"/>
                <a:cs typeface="Helvetica"/>
              </a:defRPr>
            </a:defPPr>
            <a:lvl1pPr algn="l">
              <a:defRPr sz="750" b="1" i="0">
                <a:solidFill>
                  <a:srgbClr val="C8B7E8"/>
                </a:solidFill>
                <a:latin typeface="Helvetica"/>
                <a:ea typeface="Helvetica"/>
                <a:cs typeface="Helvetica"/>
              </a:defRPr>
            </a:lvl1pPr>
            <a:lvl2pPr algn="l">
              <a:defRPr sz="750" b="1" i="0">
                <a:solidFill>
                  <a:srgbClr val="C8B7E8"/>
                </a:solidFill>
                <a:latin typeface="Helvetica"/>
                <a:ea typeface="Helvetica"/>
                <a:cs typeface="Helvetica"/>
              </a:defRPr>
            </a:lvl2pPr>
            <a:lvl3pPr algn="l">
              <a:defRPr sz="750" b="1" i="0">
                <a:solidFill>
                  <a:srgbClr val="C8B7E8"/>
                </a:solidFill>
                <a:latin typeface="Helvetica"/>
                <a:ea typeface="Helvetica"/>
                <a:cs typeface="Helvetica"/>
              </a:defRPr>
            </a:lvl3pPr>
            <a:lvl4pPr algn="l">
              <a:defRPr sz="750" b="1" i="0">
                <a:solidFill>
                  <a:srgbClr val="C8B7E8"/>
                </a:solidFill>
                <a:latin typeface="Helvetica"/>
                <a:ea typeface="Helvetica"/>
                <a:cs typeface="Helvetica"/>
              </a:defRPr>
            </a:lvl4pPr>
            <a:lvl5pPr algn="l">
              <a:defRPr sz="750" b="1" i="0">
                <a:solidFill>
                  <a:srgbClr val="C8B7E8"/>
                </a:solidFill>
                <a:latin typeface="Helvetica"/>
                <a:ea typeface="Helvetica"/>
                <a:cs typeface="Helvetica"/>
              </a:defRPr>
            </a:lvl5pPr>
            <a:lvl6pPr algn="l">
              <a:defRPr sz="750" b="1" i="0">
                <a:solidFill>
                  <a:srgbClr val="C8B7E8"/>
                </a:solidFill>
                <a:latin typeface="Helvetica"/>
                <a:ea typeface="Helvetica"/>
                <a:cs typeface="Helvetica"/>
              </a:defRPr>
            </a:lvl6pPr>
            <a:lvl7pPr algn="l">
              <a:defRPr sz="750" b="1" i="0">
                <a:solidFill>
                  <a:srgbClr val="C8B7E8"/>
                </a:solidFill>
                <a:latin typeface="Helvetica"/>
                <a:ea typeface="Helvetica"/>
                <a:cs typeface="Helvetica"/>
              </a:defRPr>
            </a:lvl7pPr>
            <a:lvl8pPr algn="l">
              <a:defRPr sz="750" b="1" i="0">
                <a:solidFill>
                  <a:srgbClr val="C8B7E8"/>
                </a:solidFill>
                <a:latin typeface="Helvetica"/>
                <a:ea typeface="Helvetica"/>
                <a:cs typeface="Helvetica"/>
              </a:defRPr>
            </a:lvl8pPr>
            <a:lvl9pPr algn="l">
              <a:defRPr sz="750" b="1" i="0">
                <a:solidFill>
                  <a:srgbClr val="C8B7E8"/>
                </a:solidFill>
                <a:latin typeface="Helvetica"/>
                <a:ea typeface="Helvetica"/>
                <a:cs typeface="Helvetica"/>
              </a:defRPr>
            </a:lvl9pPr>
          </a:lstStyle>
          <a:p xmlns:a="http://schemas.openxmlformats.org/drawingml/2006/main">
            <a:pPr algn="l">
              <a:defRPr sz="750" b="1" i="0">
                <a:solidFill>
                  <a:srgbClr val="C8B7E8"/>
                </a:solidFill>
                <a:latin typeface="Helvetica"/>
                <a:ea typeface="Helvetica"/>
                <a:cs typeface="Helvetica"/>
              </a:defRPr>
            </a:pPr>
            <a:r>
              <a:rPr sz="750" b="1" i="0">
                <a:solidFill>
                  <a:srgbClr val="C8B7E8"/>
                </a:solidFill>
                <a:latin typeface="Helvetica"/>
                <a:ea typeface="Helvetica"/>
                <a:cs typeface="Helvetica"/>
              </a:rPr>
              <a:t>Positions are hypotheses.</a:t>
            </a:r>
          </a:p>
        </p:txBody>
      </p:sp>
      <p:sp>
        <p:nvSpPr>
          <p:cNvPr id="18" name="">
            <a:extLst xmlns:a="http://schemas.openxmlformats.org/drawingml/2006/main">
              <a:ext uri="{FF2B5EF4-FFF2-40B4-BE49-F238E27FC236}">
                <a16:creationId xmlns:a16="http://schemas.microsoft.com/office/drawing/2014/main" id="{1C7116D8-DD99-48C6-A180-A8E723FD91A9}"/>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9" name="">
            <a:extLst xmlns:a="http://schemas.openxmlformats.org/drawingml/2006/main">
              <a:ext uri="{FF2B5EF4-FFF2-40B4-BE49-F238E27FC236}">
                <a16:creationId xmlns:a16="http://schemas.microsoft.com/office/drawing/2014/main" id="{3EB010A6-263D-4BF0-A1DA-A299A0D3339D}"/>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KatKin should test ownable territory against real customer perception, not marketing copy alone.</a:t>
            </a:r>
          </a:p>
        </p:txBody>
      </p:sp>
      <p:sp>
        <p:nvSpPr>
          <p:cNvPr id="20" name="">
            <a:extLst xmlns:a="http://schemas.openxmlformats.org/drawingml/2006/main">
              <a:ext uri="{FF2B5EF4-FFF2-40B4-BE49-F238E27FC236}">
                <a16:creationId xmlns:a16="http://schemas.microsoft.com/office/drawing/2014/main" id="{E0EF4774-FD04-476D-96E5-612C29817E99}"/>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K8, K9</a:t>
            </a:r>
          </a:p>
        </p:txBody>
      </p:sp>
      <p:sp>
        <p:nvSpPr>
          <p:cNvPr id="21" name="">
            <a:extLst xmlns:a="http://schemas.openxmlformats.org/drawingml/2006/main">
              <a:ext uri="{FF2B5EF4-FFF2-40B4-BE49-F238E27FC236}">
                <a16:creationId xmlns:a16="http://schemas.microsoft.com/office/drawing/2014/main" id="{72C961E0-8D8A-4143-864B-7BF540CCDA54}"/>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2" name="">
            <a:extLst xmlns:a="http://schemas.openxmlformats.org/drawingml/2006/main">
              <a:ext uri="{FF2B5EF4-FFF2-40B4-BE49-F238E27FC236}">
                <a16:creationId xmlns:a16="http://schemas.microsoft.com/office/drawing/2014/main" id="{5B8DF67A-0451-4832-B38E-B0505425BD4C}"/>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3" name="">
            <a:extLst xmlns:a="http://schemas.openxmlformats.org/drawingml/2006/main">
              <a:ext uri="{FF2B5EF4-FFF2-40B4-BE49-F238E27FC236}">
                <a16:creationId xmlns:a16="http://schemas.microsoft.com/office/drawing/2014/main" id="{9E2EC2AC-1E3B-470E-ABEE-4FC598081E84}"/>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19 / 30</a:t>
            </a:r>
          </a:p>
        </p:txBody>
      </p:sp>
    </p:spTree>
    <p:extLst>
      <p:ext uri="{BB962C8B-B14F-4D97-AF65-F5344CB8AC3E}">
        <p14:creationId xmlns:p14="http://schemas.microsoft.com/office/powerpoint/2010/main" val="1159519206"/>
      </p:ext>
    </p:extLst>
  </p:cSld>
</p:sld>
</file>

<file path=ppt/slides/slide20.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7BC9DC2-FB2C-4076-B02A-4EA31DBFEAF4}"/>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B9395C1E-25BF-4C7A-BB70-172C44B4D390}"/>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Narrative Platform</a:t>
            </a:r>
          </a:p>
        </p:txBody>
      </p:sp>
      <p:sp>
        <p:nvSpPr>
          <p:cNvPr id="3" name="">
            <a:extLst xmlns:a="http://schemas.openxmlformats.org/drawingml/2006/main">
              <a:ext uri="{FF2B5EF4-FFF2-40B4-BE49-F238E27FC236}">
                <a16:creationId xmlns:a16="http://schemas.microsoft.com/office/drawing/2014/main" id="{9C8A380F-1741-42D5-9FDC-B572A4BCB949}"/>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72A86DC5-0565-4335-838C-807E91E9F231}"/>
              </a:ext>
            </a:extLst>
          </p:cNvPr>
          <p:cNvSpPr>
            <a:spLocks xmlns:a="http://schemas.openxmlformats.org/drawingml/2006/main" noGrp="1"/>
          </p:cNvSpPr>
          <p:nvPr/>
        </p:nvSpPr>
        <p:spPr>
          <a:xfrm xmlns:a="http://schemas.openxmlformats.org/drawingml/2006/main">
            <a:off x="704850" y="1952625"/>
            <a:ext cx="3200400" cy="2476500"/>
          </a:xfrm>
          <a:prstGeom xmlns:a="http://schemas.openxmlformats.org/drawingml/2006/main" prst="roundRect">
            <a:avLst>
              <a:gd name="adj" fmla="val 3077"/>
            </a:avLst>
          </a:prstGeom>
          <a:solidFill xmlns:a="http://schemas.openxmlformats.org/drawingml/2006/main">
            <a:srgbClr val="FFFDFC"/>
          </a:solidFill>
          <a:ln xmlns:a="http://schemas.openxmlformats.org/drawingml/2006/main" w="0">
            <a:solidFill>
              <a:srgbClr val="FFFDFC"/>
            </a:solidFill>
          </a:ln>
        </p:spPr>
      </p:sp>
      <p:sp>
        <p:nvSpPr>
          <p:cNvPr id="5" name="">
            <a:extLst xmlns:a="http://schemas.openxmlformats.org/drawingml/2006/main">
              <a:ext uri="{FF2B5EF4-FFF2-40B4-BE49-F238E27FC236}">
                <a16:creationId xmlns:a16="http://schemas.microsoft.com/office/drawing/2014/main" id="{81350E2D-17F7-451D-9B1E-AFBA8FB4ED74}"/>
              </a:ext>
            </a:extLst>
          </p:cNvPr>
          <p:cNvSpPr>
            <a:spLocks xmlns:a="http://schemas.openxmlformats.org/drawingml/2006/main" noGrp="1"/>
          </p:cNvSpPr>
          <p:nvPr/>
        </p:nvSpPr>
        <p:spPr>
          <a:xfrm xmlns:a="http://schemas.openxmlformats.org/drawingml/2006/main">
            <a:off x="914400" y="21717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1" i="0">
                <a:solidFill>
                  <a:srgbClr val="FF654F"/>
                </a:solidFill>
                <a:latin typeface="Helvetica"/>
                <a:ea typeface="Helvetica"/>
                <a:cs typeface="Helvetica"/>
              </a:defRPr>
            </a:defPPr>
            <a:lvl1pPr algn="l">
              <a:defRPr sz="1350" b="1" i="0">
                <a:solidFill>
                  <a:srgbClr val="FF654F"/>
                </a:solidFill>
                <a:latin typeface="Helvetica"/>
                <a:ea typeface="Helvetica"/>
                <a:cs typeface="Helvetica"/>
              </a:defRPr>
            </a:lvl1pPr>
            <a:lvl2pPr algn="l">
              <a:defRPr sz="1350" b="1" i="0">
                <a:solidFill>
                  <a:srgbClr val="FF654F"/>
                </a:solidFill>
                <a:latin typeface="Helvetica"/>
                <a:ea typeface="Helvetica"/>
                <a:cs typeface="Helvetica"/>
              </a:defRPr>
            </a:lvl2pPr>
            <a:lvl3pPr algn="l">
              <a:defRPr sz="1350" b="1" i="0">
                <a:solidFill>
                  <a:srgbClr val="FF654F"/>
                </a:solidFill>
                <a:latin typeface="Helvetica"/>
                <a:ea typeface="Helvetica"/>
                <a:cs typeface="Helvetica"/>
              </a:defRPr>
            </a:lvl3pPr>
            <a:lvl4pPr algn="l">
              <a:defRPr sz="1350" b="1" i="0">
                <a:solidFill>
                  <a:srgbClr val="FF654F"/>
                </a:solidFill>
                <a:latin typeface="Helvetica"/>
                <a:ea typeface="Helvetica"/>
                <a:cs typeface="Helvetica"/>
              </a:defRPr>
            </a:lvl4pPr>
            <a:lvl5pPr algn="l">
              <a:defRPr sz="1350" b="1" i="0">
                <a:solidFill>
                  <a:srgbClr val="FF654F"/>
                </a:solidFill>
                <a:latin typeface="Helvetica"/>
                <a:ea typeface="Helvetica"/>
                <a:cs typeface="Helvetica"/>
              </a:defRPr>
            </a:lvl5pPr>
            <a:lvl6pPr algn="l">
              <a:defRPr sz="1350" b="1" i="0">
                <a:solidFill>
                  <a:srgbClr val="FF654F"/>
                </a:solidFill>
                <a:latin typeface="Helvetica"/>
                <a:ea typeface="Helvetica"/>
                <a:cs typeface="Helvetica"/>
              </a:defRPr>
            </a:lvl6pPr>
            <a:lvl7pPr algn="l">
              <a:defRPr sz="1350" b="1" i="0">
                <a:solidFill>
                  <a:srgbClr val="FF654F"/>
                </a:solidFill>
                <a:latin typeface="Helvetica"/>
                <a:ea typeface="Helvetica"/>
                <a:cs typeface="Helvetica"/>
              </a:defRPr>
            </a:lvl7pPr>
            <a:lvl8pPr algn="l">
              <a:defRPr sz="1350" b="1" i="0">
                <a:solidFill>
                  <a:srgbClr val="FF654F"/>
                </a:solidFill>
                <a:latin typeface="Helvetica"/>
                <a:ea typeface="Helvetica"/>
                <a:cs typeface="Helvetica"/>
              </a:defRPr>
            </a:lvl8pPr>
            <a:lvl9pPr algn="l">
              <a:defRPr sz="1350" b="1" i="0">
                <a:solidFill>
                  <a:srgbClr val="FF654F"/>
                </a:solidFill>
                <a:latin typeface="Helvetica"/>
                <a:ea typeface="Helvetica"/>
                <a:cs typeface="Helvetica"/>
              </a:defRPr>
            </a:lvl9pPr>
          </a:lstStyle>
          <a:p xmlns:a="http://schemas.openxmlformats.org/drawingml/2006/main">
            <a:pPr algn="l">
              <a:defRPr sz="1350" b="1" i="0">
                <a:solidFill>
                  <a:srgbClr val="FF654F"/>
                </a:solidFill>
                <a:latin typeface="Helvetica"/>
                <a:ea typeface="Helvetica"/>
                <a:cs typeface="Helvetica"/>
              </a:defRPr>
            </a:pPr>
            <a:r>
              <a:rPr sz="1350" b="1" i="0">
                <a:solidFill>
                  <a:srgbClr val="FF654F"/>
                </a:solidFill>
                <a:latin typeface="Helvetica"/>
                <a:ea typeface="Helvetica"/>
                <a:cs typeface="Helvetica"/>
              </a:rPr>
              <a:t>1</a:t>
            </a:r>
          </a:p>
        </p:txBody>
      </p:sp>
      <p:sp>
        <p:nvSpPr>
          <p:cNvPr id="6" name="">
            <a:extLst xmlns:a="http://schemas.openxmlformats.org/drawingml/2006/main">
              <a:ext uri="{FF2B5EF4-FFF2-40B4-BE49-F238E27FC236}">
                <a16:creationId xmlns:a16="http://schemas.microsoft.com/office/drawing/2014/main" id="{EDED7437-8AB9-48E5-A4FC-55FC69616EC9}"/>
              </a:ext>
            </a:extLst>
          </p:cNvPr>
          <p:cNvSpPr>
            <a:spLocks xmlns:a="http://schemas.openxmlformats.org/drawingml/2006/main" noGrp="1"/>
          </p:cNvSpPr>
          <p:nvPr/>
        </p:nvSpPr>
        <p:spPr>
          <a:xfrm xmlns:a="http://schemas.openxmlformats.org/drawingml/2006/main">
            <a:off x="914400" y="26479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TENSION</a:t>
            </a:r>
          </a:p>
        </p:txBody>
      </p:sp>
      <p:sp>
        <p:nvSpPr>
          <p:cNvPr id="7" name="">
            <a:extLst xmlns:a="http://schemas.openxmlformats.org/drawingml/2006/main">
              <a:ext uri="{FF2B5EF4-FFF2-40B4-BE49-F238E27FC236}">
                <a16:creationId xmlns:a16="http://schemas.microsoft.com/office/drawing/2014/main" id="{FC13530C-425D-4822-8BB2-E7F1B8F1B9A5}"/>
              </a:ext>
            </a:extLst>
          </p:cNvPr>
          <p:cNvSpPr>
            <a:spLocks xmlns:a="http://schemas.openxmlformats.org/drawingml/2006/main" noGrp="1"/>
          </p:cNvSpPr>
          <p:nvPr/>
        </p:nvSpPr>
        <p:spPr>
          <a:xfrm xmlns:a="http://schemas.openxmlformats.org/drawingml/2006/main">
            <a:off x="914400" y="3086100"/>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The narrative moves from deciding with evidence to transitioning with.</a:t>
            </a:r>
          </a:p>
        </p:txBody>
      </p:sp>
      <p:sp>
        <p:nvSpPr>
          <p:cNvPr id="8" name="">
            <a:extLst xmlns:a="http://schemas.openxmlformats.org/drawingml/2006/main">
              <a:ext uri="{FF2B5EF4-FFF2-40B4-BE49-F238E27FC236}">
                <a16:creationId xmlns:a16="http://schemas.microsoft.com/office/drawing/2014/main" id="{CE4B43D6-796B-4081-BDE0-658AD9062F91}"/>
              </a:ext>
            </a:extLst>
          </p:cNvPr>
          <p:cNvSpPr>
            <a:spLocks xmlns:a="http://schemas.openxmlformats.org/drawingml/2006/main" noGrp="1"/>
          </p:cNvSpPr>
          <p:nvPr/>
        </p:nvSpPr>
        <p:spPr>
          <a:xfrm xmlns:a="http://schemas.openxmlformats.org/drawingml/2006/main">
            <a:off x="4419600" y="1952625"/>
            <a:ext cx="3200400" cy="2476500"/>
          </a:xfrm>
          <a:prstGeom xmlns:a="http://schemas.openxmlformats.org/drawingml/2006/main" prst="roundRect">
            <a:avLst>
              <a:gd name="adj" fmla="val 3077"/>
            </a:avLst>
          </a:prstGeom>
          <a:solidFill xmlns:a="http://schemas.openxmlformats.org/drawingml/2006/main">
            <a:srgbClr val="FF654F"/>
          </a:solidFill>
          <a:ln xmlns:a="http://schemas.openxmlformats.org/drawingml/2006/main" w="0">
            <a:solidFill>
              <a:srgbClr val="FF654F"/>
            </a:solidFill>
          </a:ln>
        </p:spPr>
      </p:sp>
      <p:sp>
        <p:nvSpPr>
          <p:cNvPr id="9" name="">
            <a:extLst xmlns:a="http://schemas.openxmlformats.org/drawingml/2006/main">
              <a:ext uri="{FF2B5EF4-FFF2-40B4-BE49-F238E27FC236}">
                <a16:creationId xmlns:a16="http://schemas.microsoft.com/office/drawing/2014/main" id="{E2CDFA22-DD00-4533-B4E5-9F592C92C88F}"/>
              </a:ext>
            </a:extLst>
          </p:cNvPr>
          <p:cNvSpPr>
            <a:spLocks xmlns:a="http://schemas.openxmlformats.org/drawingml/2006/main" noGrp="1"/>
          </p:cNvSpPr>
          <p:nvPr/>
        </p:nvSpPr>
        <p:spPr>
          <a:xfrm xmlns:a="http://schemas.openxmlformats.org/drawingml/2006/main">
            <a:off x="4629150" y="21717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1" i="0">
                <a:solidFill>
                  <a:srgbClr val="FFFDFC"/>
                </a:solidFill>
                <a:latin typeface="Helvetica"/>
                <a:ea typeface="Helvetica"/>
                <a:cs typeface="Helvetica"/>
              </a:defRPr>
            </a:defPPr>
            <a:lvl1pPr algn="l">
              <a:defRPr sz="1350" b="1" i="0">
                <a:solidFill>
                  <a:srgbClr val="FFFDFC"/>
                </a:solidFill>
                <a:latin typeface="Helvetica"/>
                <a:ea typeface="Helvetica"/>
                <a:cs typeface="Helvetica"/>
              </a:defRPr>
            </a:lvl1pPr>
            <a:lvl2pPr algn="l">
              <a:defRPr sz="1350" b="1" i="0">
                <a:solidFill>
                  <a:srgbClr val="FFFDFC"/>
                </a:solidFill>
                <a:latin typeface="Helvetica"/>
                <a:ea typeface="Helvetica"/>
                <a:cs typeface="Helvetica"/>
              </a:defRPr>
            </a:lvl2pPr>
            <a:lvl3pPr algn="l">
              <a:defRPr sz="1350" b="1" i="0">
                <a:solidFill>
                  <a:srgbClr val="FFFDFC"/>
                </a:solidFill>
                <a:latin typeface="Helvetica"/>
                <a:ea typeface="Helvetica"/>
                <a:cs typeface="Helvetica"/>
              </a:defRPr>
            </a:lvl3pPr>
            <a:lvl4pPr algn="l">
              <a:defRPr sz="1350" b="1" i="0">
                <a:solidFill>
                  <a:srgbClr val="FFFDFC"/>
                </a:solidFill>
                <a:latin typeface="Helvetica"/>
                <a:ea typeface="Helvetica"/>
                <a:cs typeface="Helvetica"/>
              </a:defRPr>
            </a:lvl4pPr>
            <a:lvl5pPr algn="l">
              <a:defRPr sz="1350" b="1" i="0">
                <a:solidFill>
                  <a:srgbClr val="FFFDFC"/>
                </a:solidFill>
                <a:latin typeface="Helvetica"/>
                <a:ea typeface="Helvetica"/>
                <a:cs typeface="Helvetica"/>
              </a:defRPr>
            </a:lvl5pPr>
            <a:lvl6pPr algn="l">
              <a:defRPr sz="1350" b="1" i="0">
                <a:solidFill>
                  <a:srgbClr val="FFFDFC"/>
                </a:solidFill>
                <a:latin typeface="Helvetica"/>
                <a:ea typeface="Helvetica"/>
                <a:cs typeface="Helvetica"/>
              </a:defRPr>
            </a:lvl6pPr>
            <a:lvl7pPr algn="l">
              <a:defRPr sz="1350" b="1" i="0">
                <a:solidFill>
                  <a:srgbClr val="FFFDFC"/>
                </a:solidFill>
                <a:latin typeface="Helvetica"/>
                <a:ea typeface="Helvetica"/>
                <a:cs typeface="Helvetica"/>
              </a:defRPr>
            </a:lvl7pPr>
            <a:lvl8pPr algn="l">
              <a:defRPr sz="1350" b="1" i="0">
                <a:solidFill>
                  <a:srgbClr val="FFFDFC"/>
                </a:solidFill>
                <a:latin typeface="Helvetica"/>
                <a:ea typeface="Helvetica"/>
                <a:cs typeface="Helvetica"/>
              </a:defRPr>
            </a:lvl8pPr>
            <a:lvl9pPr algn="l">
              <a:defRPr sz="1350" b="1" i="0">
                <a:solidFill>
                  <a:srgbClr val="FFFDFC"/>
                </a:solidFill>
                <a:latin typeface="Helvetica"/>
                <a:ea typeface="Helvetica"/>
                <a:cs typeface="Helvetica"/>
              </a:defRPr>
            </a:lvl9pPr>
          </a:lstStyle>
          <a:p xmlns:a="http://schemas.openxmlformats.org/drawingml/2006/main">
            <a:pPr algn="l">
              <a:defRPr sz="1350" b="1" i="0">
                <a:solidFill>
                  <a:srgbClr val="FFFDFC"/>
                </a:solidFill>
                <a:latin typeface="Helvetica"/>
                <a:ea typeface="Helvetica"/>
                <a:cs typeface="Helvetica"/>
              </a:defRPr>
            </a:pPr>
            <a:r>
              <a:rPr sz="1350" b="1" i="0">
                <a:solidFill>
                  <a:srgbClr val="FFFDFC"/>
                </a:solidFill>
                <a:latin typeface="Helvetica"/>
                <a:ea typeface="Helvetica"/>
                <a:cs typeface="Helvetica"/>
              </a:rPr>
              <a:t>2</a:t>
            </a:r>
          </a:p>
        </p:txBody>
      </p:sp>
      <p:sp>
        <p:nvSpPr>
          <p:cNvPr id="10" name="">
            <a:extLst xmlns:a="http://schemas.openxmlformats.org/drawingml/2006/main">
              <a:ext uri="{FF2B5EF4-FFF2-40B4-BE49-F238E27FC236}">
                <a16:creationId xmlns:a16="http://schemas.microsoft.com/office/drawing/2014/main" id="{A772CEFB-2EB6-4EBA-AF72-B46DEF523D2C}"/>
              </a:ext>
            </a:extLst>
          </p:cNvPr>
          <p:cNvSpPr>
            <a:spLocks xmlns:a="http://schemas.openxmlformats.org/drawingml/2006/main" noGrp="1"/>
          </p:cNvSpPr>
          <p:nvPr/>
        </p:nvSpPr>
        <p:spPr>
          <a:xfrm xmlns:a="http://schemas.openxmlformats.org/drawingml/2006/main">
            <a:off x="4629150" y="26479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SHIFT</a:t>
            </a:r>
          </a:p>
        </p:txBody>
      </p:sp>
      <p:sp>
        <p:nvSpPr>
          <p:cNvPr id="11" name="">
            <a:extLst xmlns:a="http://schemas.openxmlformats.org/drawingml/2006/main">
              <a:ext uri="{FF2B5EF4-FFF2-40B4-BE49-F238E27FC236}">
                <a16:creationId xmlns:a16="http://schemas.microsoft.com/office/drawing/2014/main" id="{BC50236C-927E-4A01-B536-437D4F5EAB34}"/>
              </a:ext>
            </a:extLst>
          </p:cNvPr>
          <p:cNvSpPr>
            <a:spLocks xmlns:a="http://schemas.openxmlformats.org/drawingml/2006/main" noGrp="1"/>
          </p:cNvSpPr>
          <p:nvPr/>
        </p:nvSpPr>
        <p:spPr>
          <a:xfrm xmlns:a="http://schemas.openxmlformats.org/drawingml/2006/main">
            <a:off x="4629150" y="3086100"/>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FFFDFC"/>
                </a:solidFill>
                <a:latin typeface="Helvetica"/>
                <a:ea typeface="Helvetica"/>
                <a:cs typeface="Helvetica"/>
              </a:defRPr>
            </a:defPPr>
            <a:lvl1pPr algn="l">
              <a:defRPr sz="1500" b="1" i="0">
                <a:solidFill>
                  <a:srgbClr val="FFFDFC"/>
                </a:solidFill>
                <a:latin typeface="Helvetica"/>
                <a:ea typeface="Helvetica"/>
                <a:cs typeface="Helvetica"/>
              </a:defRPr>
            </a:lvl1pPr>
            <a:lvl2pPr algn="l">
              <a:defRPr sz="1500" b="1" i="0">
                <a:solidFill>
                  <a:srgbClr val="FFFDFC"/>
                </a:solidFill>
                <a:latin typeface="Helvetica"/>
                <a:ea typeface="Helvetica"/>
                <a:cs typeface="Helvetica"/>
              </a:defRPr>
            </a:lvl2pPr>
            <a:lvl3pPr algn="l">
              <a:defRPr sz="1500" b="1" i="0">
                <a:solidFill>
                  <a:srgbClr val="FFFDFC"/>
                </a:solidFill>
                <a:latin typeface="Helvetica"/>
                <a:ea typeface="Helvetica"/>
                <a:cs typeface="Helvetica"/>
              </a:defRPr>
            </a:lvl3pPr>
            <a:lvl4pPr algn="l">
              <a:defRPr sz="1500" b="1" i="0">
                <a:solidFill>
                  <a:srgbClr val="FFFDFC"/>
                </a:solidFill>
                <a:latin typeface="Helvetica"/>
                <a:ea typeface="Helvetica"/>
                <a:cs typeface="Helvetica"/>
              </a:defRPr>
            </a:lvl4pPr>
            <a:lvl5pPr algn="l">
              <a:defRPr sz="1500" b="1" i="0">
                <a:solidFill>
                  <a:srgbClr val="FFFDFC"/>
                </a:solidFill>
                <a:latin typeface="Helvetica"/>
                <a:ea typeface="Helvetica"/>
                <a:cs typeface="Helvetica"/>
              </a:defRPr>
            </a:lvl5pPr>
            <a:lvl6pPr algn="l">
              <a:defRPr sz="1500" b="1" i="0">
                <a:solidFill>
                  <a:srgbClr val="FFFDFC"/>
                </a:solidFill>
                <a:latin typeface="Helvetica"/>
                <a:ea typeface="Helvetica"/>
                <a:cs typeface="Helvetica"/>
              </a:defRPr>
            </a:lvl6pPr>
            <a:lvl7pPr algn="l">
              <a:defRPr sz="1500" b="1" i="0">
                <a:solidFill>
                  <a:srgbClr val="FFFDFC"/>
                </a:solidFill>
                <a:latin typeface="Helvetica"/>
                <a:ea typeface="Helvetica"/>
                <a:cs typeface="Helvetica"/>
              </a:defRPr>
            </a:lvl7pPr>
            <a:lvl8pPr algn="l">
              <a:defRPr sz="1500" b="1" i="0">
                <a:solidFill>
                  <a:srgbClr val="FFFDFC"/>
                </a:solidFill>
                <a:latin typeface="Helvetica"/>
                <a:ea typeface="Helvetica"/>
                <a:cs typeface="Helvetica"/>
              </a:defRPr>
            </a:lvl8pPr>
            <a:lvl9pPr algn="l">
              <a:defRPr sz="1500" b="1" i="0">
                <a:solidFill>
                  <a:srgbClr val="FFFDFC"/>
                </a:solidFill>
                <a:latin typeface="Helvetica"/>
                <a:ea typeface="Helvetica"/>
                <a:cs typeface="Helvetica"/>
              </a:defRPr>
            </a:lvl9pPr>
          </a:lstStyle>
          <a:p xmlns:a="http://schemas.openxmlformats.org/drawingml/2006/main">
            <a:pPr algn="l">
              <a:defRPr sz="1500" b="1" i="0">
                <a:solidFill>
                  <a:srgbClr val="FFFDFC"/>
                </a:solidFill>
                <a:latin typeface="Helvetica"/>
                <a:ea typeface="Helvetica"/>
                <a:cs typeface="Helvetica"/>
              </a:defRPr>
            </a:pPr>
            <a:r>
              <a:rPr sz="1500" b="1" i="0">
                <a:solidFill>
                  <a:srgbClr val="FFFDFC"/>
                </a:solidFill>
                <a:latin typeface="Helvetica"/>
                <a:ea typeface="Helvetica"/>
                <a:cs typeface="Helvetica"/>
              </a:rPr>
              <a:t>A clear proof journey can turn scientific ambition into a reason to.</a:t>
            </a:r>
          </a:p>
        </p:txBody>
      </p:sp>
      <p:sp>
        <p:nvSpPr>
          <p:cNvPr id="12" name="">
            <a:extLst xmlns:a="http://schemas.openxmlformats.org/drawingml/2006/main">
              <a:ext uri="{FF2B5EF4-FFF2-40B4-BE49-F238E27FC236}">
                <a16:creationId xmlns:a16="http://schemas.microsoft.com/office/drawing/2014/main" id="{8F8490CF-BA86-4000-B691-A9B97FCD9081}"/>
              </a:ext>
            </a:extLst>
          </p:cNvPr>
          <p:cNvSpPr>
            <a:spLocks xmlns:a="http://schemas.openxmlformats.org/drawingml/2006/main" noGrp="1"/>
          </p:cNvSpPr>
          <p:nvPr/>
        </p:nvSpPr>
        <p:spPr>
          <a:xfrm xmlns:a="http://schemas.openxmlformats.org/drawingml/2006/main">
            <a:off x="8134350" y="1952625"/>
            <a:ext cx="3200400" cy="2476500"/>
          </a:xfrm>
          <a:prstGeom xmlns:a="http://schemas.openxmlformats.org/drawingml/2006/main" prst="roundRect">
            <a:avLst>
              <a:gd name="adj" fmla="val 3077"/>
            </a:avLst>
          </a:prstGeom>
          <a:solidFill xmlns:a="http://schemas.openxmlformats.org/drawingml/2006/main">
            <a:srgbClr val="FFFDFC"/>
          </a:solidFill>
          <a:ln xmlns:a="http://schemas.openxmlformats.org/drawingml/2006/main" w="0">
            <a:solidFill>
              <a:srgbClr val="FFFDFC"/>
            </a:solidFill>
          </a:ln>
        </p:spPr>
      </p:sp>
      <p:sp>
        <p:nvSpPr>
          <p:cNvPr id="13" name="">
            <a:extLst xmlns:a="http://schemas.openxmlformats.org/drawingml/2006/main">
              <a:ext uri="{FF2B5EF4-FFF2-40B4-BE49-F238E27FC236}">
                <a16:creationId xmlns:a16="http://schemas.microsoft.com/office/drawing/2014/main" id="{455D78B9-DF50-418C-8765-581689C4969C}"/>
              </a:ext>
            </a:extLst>
          </p:cNvPr>
          <p:cNvSpPr>
            <a:spLocks xmlns:a="http://schemas.openxmlformats.org/drawingml/2006/main" noGrp="1"/>
          </p:cNvSpPr>
          <p:nvPr/>
        </p:nvSpPr>
        <p:spPr>
          <a:xfrm xmlns:a="http://schemas.openxmlformats.org/drawingml/2006/main">
            <a:off x="8343900" y="21717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1" i="0">
                <a:solidFill>
                  <a:srgbClr val="FF654F"/>
                </a:solidFill>
                <a:latin typeface="Helvetica"/>
                <a:ea typeface="Helvetica"/>
                <a:cs typeface="Helvetica"/>
              </a:defRPr>
            </a:defPPr>
            <a:lvl1pPr algn="l">
              <a:defRPr sz="1350" b="1" i="0">
                <a:solidFill>
                  <a:srgbClr val="FF654F"/>
                </a:solidFill>
                <a:latin typeface="Helvetica"/>
                <a:ea typeface="Helvetica"/>
                <a:cs typeface="Helvetica"/>
              </a:defRPr>
            </a:lvl1pPr>
            <a:lvl2pPr algn="l">
              <a:defRPr sz="1350" b="1" i="0">
                <a:solidFill>
                  <a:srgbClr val="FF654F"/>
                </a:solidFill>
                <a:latin typeface="Helvetica"/>
                <a:ea typeface="Helvetica"/>
                <a:cs typeface="Helvetica"/>
              </a:defRPr>
            </a:lvl2pPr>
            <a:lvl3pPr algn="l">
              <a:defRPr sz="1350" b="1" i="0">
                <a:solidFill>
                  <a:srgbClr val="FF654F"/>
                </a:solidFill>
                <a:latin typeface="Helvetica"/>
                <a:ea typeface="Helvetica"/>
                <a:cs typeface="Helvetica"/>
              </a:defRPr>
            </a:lvl3pPr>
            <a:lvl4pPr algn="l">
              <a:defRPr sz="1350" b="1" i="0">
                <a:solidFill>
                  <a:srgbClr val="FF654F"/>
                </a:solidFill>
                <a:latin typeface="Helvetica"/>
                <a:ea typeface="Helvetica"/>
                <a:cs typeface="Helvetica"/>
              </a:defRPr>
            </a:lvl4pPr>
            <a:lvl5pPr algn="l">
              <a:defRPr sz="1350" b="1" i="0">
                <a:solidFill>
                  <a:srgbClr val="FF654F"/>
                </a:solidFill>
                <a:latin typeface="Helvetica"/>
                <a:ea typeface="Helvetica"/>
                <a:cs typeface="Helvetica"/>
              </a:defRPr>
            </a:lvl5pPr>
            <a:lvl6pPr algn="l">
              <a:defRPr sz="1350" b="1" i="0">
                <a:solidFill>
                  <a:srgbClr val="FF654F"/>
                </a:solidFill>
                <a:latin typeface="Helvetica"/>
                <a:ea typeface="Helvetica"/>
                <a:cs typeface="Helvetica"/>
              </a:defRPr>
            </a:lvl6pPr>
            <a:lvl7pPr algn="l">
              <a:defRPr sz="1350" b="1" i="0">
                <a:solidFill>
                  <a:srgbClr val="FF654F"/>
                </a:solidFill>
                <a:latin typeface="Helvetica"/>
                <a:ea typeface="Helvetica"/>
                <a:cs typeface="Helvetica"/>
              </a:defRPr>
            </a:lvl7pPr>
            <a:lvl8pPr algn="l">
              <a:defRPr sz="1350" b="1" i="0">
                <a:solidFill>
                  <a:srgbClr val="FF654F"/>
                </a:solidFill>
                <a:latin typeface="Helvetica"/>
                <a:ea typeface="Helvetica"/>
                <a:cs typeface="Helvetica"/>
              </a:defRPr>
            </a:lvl8pPr>
            <a:lvl9pPr algn="l">
              <a:defRPr sz="1350" b="1" i="0">
                <a:solidFill>
                  <a:srgbClr val="FF654F"/>
                </a:solidFill>
                <a:latin typeface="Helvetica"/>
                <a:ea typeface="Helvetica"/>
                <a:cs typeface="Helvetica"/>
              </a:defRPr>
            </a:lvl9pPr>
          </a:lstStyle>
          <a:p xmlns:a="http://schemas.openxmlformats.org/drawingml/2006/main">
            <a:pPr algn="l">
              <a:defRPr sz="1350" b="1" i="0">
                <a:solidFill>
                  <a:srgbClr val="FF654F"/>
                </a:solidFill>
                <a:latin typeface="Helvetica"/>
                <a:ea typeface="Helvetica"/>
                <a:cs typeface="Helvetica"/>
              </a:defRPr>
            </a:pPr>
            <a:r>
              <a:rPr sz="1350" b="1" i="0">
                <a:solidFill>
                  <a:srgbClr val="FF654F"/>
                </a:solidFill>
                <a:latin typeface="Helvetica"/>
                <a:ea typeface="Helvetica"/>
                <a:cs typeface="Helvetica"/>
              </a:rPr>
              <a:t>3</a:t>
            </a:r>
          </a:p>
        </p:txBody>
      </p:sp>
      <p:sp>
        <p:nvSpPr>
          <p:cNvPr id="14" name="">
            <a:extLst xmlns:a="http://schemas.openxmlformats.org/drawingml/2006/main">
              <a:ext uri="{FF2B5EF4-FFF2-40B4-BE49-F238E27FC236}">
                <a16:creationId xmlns:a16="http://schemas.microsoft.com/office/drawing/2014/main" id="{7C9568CA-F1A3-472E-8830-49C5B8984DEB}"/>
              </a:ext>
            </a:extLst>
          </p:cNvPr>
          <p:cNvSpPr>
            <a:spLocks xmlns:a="http://schemas.openxmlformats.org/drawingml/2006/main" noGrp="1"/>
          </p:cNvSpPr>
          <p:nvPr/>
        </p:nvSpPr>
        <p:spPr>
          <a:xfrm xmlns:a="http://schemas.openxmlformats.org/drawingml/2006/main">
            <a:off x="8343900" y="26479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RESOLUTION</a:t>
            </a:r>
          </a:p>
        </p:txBody>
      </p:sp>
      <p:sp>
        <p:nvSpPr>
          <p:cNvPr id="15" name="">
            <a:extLst xmlns:a="http://schemas.openxmlformats.org/drawingml/2006/main">
              <a:ext uri="{FF2B5EF4-FFF2-40B4-BE49-F238E27FC236}">
                <a16:creationId xmlns:a16="http://schemas.microsoft.com/office/drawing/2014/main" id="{E3BC5B1B-3ABA-4447-934B-A73EF1A139EE}"/>
              </a:ext>
            </a:extLst>
          </p:cNvPr>
          <p:cNvSpPr>
            <a:spLocks xmlns:a="http://schemas.openxmlformats.org/drawingml/2006/main" noGrp="1"/>
          </p:cNvSpPr>
          <p:nvPr/>
        </p:nvSpPr>
        <p:spPr>
          <a:xfrm xmlns:a="http://schemas.openxmlformats.org/drawingml/2006/main">
            <a:off x="8343900" y="3086100"/>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Make the strategic choice visible</a:t>
            </a:r>
          </a:p>
        </p:txBody>
      </p:sp>
      <p:sp>
        <p:nvSpPr>
          <p:cNvPr id="16" name="">
            <a:extLst xmlns:a="http://schemas.openxmlformats.org/drawingml/2006/main">
              <a:ext uri="{FF2B5EF4-FFF2-40B4-BE49-F238E27FC236}">
                <a16:creationId xmlns:a16="http://schemas.microsoft.com/office/drawing/2014/main" id="{9C2C77C1-F7D5-458B-8466-C712677D191A}"/>
              </a:ext>
            </a:extLst>
          </p:cNvPr>
          <p:cNvSpPr>
            <a:spLocks xmlns:a="http://schemas.openxmlformats.org/drawingml/2006/main" noGrp="1"/>
          </p:cNvSpPr>
          <p:nvPr/>
        </p:nvSpPr>
        <p:spPr>
          <a:xfrm xmlns:a="http://schemas.openxmlformats.org/drawingml/2006/main">
            <a:off x="2714625" y="46196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175" b="1" i="0">
                <a:solidFill>
                  <a:srgbClr val="5A2E78"/>
                </a:solidFill>
                <a:latin typeface="Helvetica"/>
                <a:ea typeface="Helvetica"/>
                <a:cs typeface="Helvetica"/>
              </a:defRPr>
            </a:defPPr>
            <a:lvl1pPr algn="ctr">
              <a:defRPr sz="2175" b="1" i="0">
                <a:solidFill>
                  <a:srgbClr val="5A2E78"/>
                </a:solidFill>
                <a:latin typeface="Helvetica"/>
                <a:ea typeface="Helvetica"/>
                <a:cs typeface="Helvetica"/>
              </a:defRPr>
            </a:lvl1pPr>
            <a:lvl2pPr algn="ctr">
              <a:defRPr sz="2175" b="1" i="0">
                <a:solidFill>
                  <a:srgbClr val="5A2E78"/>
                </a:solidFill>
                <a:latin typeface="Helvetica"/>
                <a:ea typeface="Helvetica"/>
                <a:cs typeface="Helvetica"/>
              </a:defRPr>
            </a:lvl2pPr>
            <a:lvl3pPr algn="ctr">
              <a:defRPr sz="2175" b="1" i="0">
                <a:solidFill>
                  <a:srgbClr val="5A2E78"/>
                </a:solidFill>
                <a:latin typeface="Helvetica"/>
                <a:ea typeface="Helvetica"/>
                <a:cs typeface="Helvetica"/>
              </a:defRPr>
            </a:lvl3pPr>
            <a:lvl4pPr algn="ctr">
              <a:defRPr sz="2175" b="1" i="0">
                <a:solidFill>
                  <a:srgbClr val="5A2E78"/>
                </a:solidFill>
                <a:latin typeface="Helvetica"/>
                <a:ea typeface="Helvetica"/>
                <a:cs typeface="Helvetica"/>
              </a:defRPr>
            </a:lvl4pPr>
            <a:lvl5pPr algn="ctr">
              <a:defRPr sz="2175" b="1" i="0">
                <a:solidFill>
                  <a:srgbClr val="5A2E78"/>
                </a:solidFill>
                <a:latin typeface="Helvetica"/>
                <a:ea typeface="Helvetica"/>
                <a:cs typeface="Helvetica"/>
              </a:defRPr>
            </a:lvl5pPr>
            <a:lvl6pPr algn="ctr">
              <a:defRPr sz="2175" b="1" i="0">
                <a:solidFill>
                  <a:srgbClr val="5A2E78"/>
                </a:solidFill>
                <a:latin typeface="Helvetica"/>
                <a:ea typeface="Helvetica"/>
                <a:cs typeface="Helvetica"/>
              </a:defRPr>
            </a:lvl6pPr>
            <a:lvl7pPr algn="ctr">
              <a:defRPr sz="2175" b="1" i="0">
                <a:solidFill>
                  <a:srgbClr val="5A2E78"/>
                </a:solidFill>
                <a:latin typeface="Helvetica"/>
                <a:ea typeface="Helvetica"/>
                <a:cs typeface="Helvetica"/>
              </a:defRPr>
            </a:lvl7pPr>
            <a:lvl8pPr algn="ctr">
              <a:defRPr sz="2175" b="1" i="0">
                <a:solidFill>
                  <a:srgbClr val="5A2E78"/>
                </a:solidFill>
                <a:latin typeface="Helvetica"/>
                <a:ea typeface="Helvetica"/>
                <a:cs typeface="Helvetica"/>
              </a:defRPr>
            </a:lvl8pPr>
            <a:lvl9pPr algn="ctr">
              <a:defRPr sz="2175" b="1" i="0">
                <a:solidFill>
                  <a:srgbClr val="5A2E78"/>
                </a:solidFill>
                <a:latin typeface="Helvetica"/>
                <a:ea typeface="Helvetica"/>
                <a:cs typeface="Helvetica"/>
              </a:defRPr>
            </a:lvl9pPr>
          </a:lstStyle>
          <a:p xmlns:a="http://schemas.openxmlformats.org/drawingml/2006/main">
            <a:pPr algn="ctr">
              <a:defRPr sz="2175" b="1" i="0">
                <a:solidFill>
                  <a:srgbClr val="5A2E78"/>
                </a:solidFill>
                <a:latin typeface="Helvetica"/>
                <a:ea typeface="Helvetica"/>
                <a:cs typeface="Helvetica"/>
              </a:defRPr>
            </a:pPr>
            <a:r>
              <a:rPr sz="2175" b="1" i="0">
                <a:solidFill>
                  <a:srgbClr val="5A2E78"/>
                </a:solidFill>
                <a:latin typeface="Helvetica"/>
                <a:ea typeface="Helvetica"/>
                <a:cs typeface="Helvetica"/>
              </a:rPr>
              <a:t>A clear proof journey can turn scientific ambition into a reason to continue.</a:t>
            </a:r>
          </a:p>
        </p:txBody>
      </p:sp>
      <p:sp>
        <p:nvSpPr>
          <p:cNvPr id="17" name="">
            <a:extLst xmlns:a="http://schemas.openxmlformats.org/drawingml/2006/main">
              <a:ext uri="{FF2B5EF4-FFF2-40B4-BE49-F238E27FC236}">
                <a16:creationId xmlns:a16="http://schemas.microsoft.com/office/drawing/2014/main" id="{C1A88E02-B03C-4A76-91DA-E5C713B905B7}"/>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8" name="">
            <a:extLst xmlns:a="http://schemas.openxmlformats.org/drawingml/2006/main">
              <a:ext uri="{FF2B5EF4-FFF2-40B4-BE49-F238E27FC236}">
                <a16:creationId xmlns:a16="http://schemas.microsoft.com/office/drawing/2014/main" id="{3D040102-1629-4B13-9FCE-DFA4436A66E2}"/>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A clear proof journey can turn scientific ambition into a reason to continue.</a:t>
            </a:r>
          </a:p>
        </p:txBody>
      </p:sp>
      <p:sp>
        <p:nvSpPr>
          <p:cNvPr id="19" name="">
            <a:extLst xmlns:a="http://schemas.openxmlformats.org/drawingml/2006/main">
              <a:ext uri="{FF2B5EF4-FFF2-40B4-BE49-F238E27FC236}">
                <a16:creationId xmlns:a16="http://schemas.microsoft.com/office/drawing/2014/main" id="{028168D3-B984-4CDA-9C80-25710BC77D15}"/>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K9</a:t>
            </a:r>
          </a:p>
        </p:txBody>
      </p:sp>
      <p:sp>
        <p:nvSpPr>
          <p:cNvPr id="20" name="">
            <a:extLst xmlns:a="http://schemas.openxmlformats.org/drawingml/2006/main">
              <a:ext uri="{FF2B5EF4-FFF2-40B4-BE49-F238E27FC236}">
                <a16:creationId xmlns:a16="http://schemas.microsoft.com/office/drawing/2014/main" id="{3191FEFD-B99A-4FDE-A430-F3891223AF1F}"/>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1" name="">
            <a:extLst xmlns:a="http://schemas.openxmlformats.org/drawingml/2006/main">
              <a:ext uri="{FF2B5EF4-FFF2-40B4-BE49-F238E27FC236}">
                <a16:creationId xmlns:a16="http://schemas.microsoft.com/office/drawing/2014/main" id="{EE916689-36FE-402D-9715-53D66A8646E0}"/>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2" name="">
            <a:extLst xmlns:a="http://schemas.openxmlformats.org/drawingml/2006/main">
              <a:ext uri="{FF2B5EF4-FFF2-40B4-BE49-F238E27FC236}">
                <a16:creationId xmlns:a16="http://schemas.microsoft.com/office/drawing/2014/main" id="{F4C2A1D2-115E-4DEE-B7E0-D0D10EA71D90}"/>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20 / 30</a:t>
            </a:r>
          </a:p>
        </p:txBody>
      </p:sp>
    </p:spTree>
    <p:extLst>
      <p:ext uri="{BB962C8B-B14F-4D97-AF65-F5344CB8AC3E}">
        <p14:creationId xmlns:p14="http://schemas.microsoft.com/office/powerpoint/2010/main" val="1768207041"/>
      </p:ext>
    </p:extLst>
  </p:cSld>
</p:sld>
</file>

<file path=ppt/slides/slide21.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79BB20F-6B3E-4DE3-8DF9-1C531BA5A43E}"/>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0DCBC9D1-8541-4AC8-8380-3872E24F7C2C}"/>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Core Message Architecture</a:t>
            </a:r>
          </a:p>
        </p:txBody>
      </p:sp>
      <p:sp>
        <p:nvSpPr>
          <p:cNvPr id="3" name="">
            <a:extLst xmlns:a="http://schemas.openxmlformats.org/drawingml/2006/main">
              <a:ext uri="{FF2B5EF4-FFF2-40B4-BE49-F238E27FC236}">
                <a16:creationId xmlns:a16="http://schemas.microsoft.com/office/drawing/2014/main" id="{3B86B027-326A-4C21-8EDB-E7B8CE440B11}"/>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3F033DE6-740E-42D1-9EB2-8895A185CAFB}"/>
              </a:ext>
            </a:extLst>
          </p:cNvPr>
          <p:cNvSpPr>
            <a:spLocks xmlns:a="http://schemas.openxmlformats.org/drawingml/2006/main" noGrp="1"/>
          </p:cNvSpPr>
          <p:nvPr/>
        </p:nvSpPr>
        <p:spPr>
          <a:xfrm xmlns:a="http://schemas.openxmlformats.org/drawingml/2006/main">
            <a:off x="723900" y="18669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MASTER MESSAGE</a:t>
            </a:r>
          </a:p>
        </p:txBody>
      </p:sp>
      <p:sp>
        <p:nvSpPr>
          <p:cNvPr id="5" name="">
            <a:extLst xmlns:a="http://schemas.openxmlformats.org/drawingml/2006/main">
              <a:ext uri="{FF2B5EF4-FFF2-40B4-BE49-F238E27FC236}">
                <a16:creationId xmlns:a16="http://schemas.microsoft.com/office/drawing/2014/main" id="{FF80DC84-1A30-47D2-8009-C231D4C0C841}"/>
              </a:ext>
            </a:extLst>
          </p:cNvPr>
          <p:cNvSpPr>
            <a:spLocks xmlns:a="http://schemas.openxmlformats.org/drawingml/2006/main" noGrp="1"/>
          </p:cNvSpPr>
          <p:nvPr/>
        </p:nvSpPr>
        <p:spPr>
          <a:xfrm xmlns:a="http://schemas.openxmlformats.org/drawingml/2006/main">
            <a:off x="723900" y="22669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550" b="1" i="0">
                <a:solidFill>
                  <a:srgbClr val="5A2E78"/>
                </a:solidFill>
                <a:latin typeface="Helvetica"/>
                <a:ea typeface="Helvetica"/>
                <a:cs typeface="Helvetica"/>
              </a:defRPr>
            </a:defPPr>
            <a:lvl1pPr algn="l">
              <a:defRPr sz="2550" b="1" i="0">
                <a:solidFill>
                  <a:srgbClr val="5A2E78"/>
                </a:solidFill>
                <a:latin typeface="Helvetica"/>
                <a:ea typeface="Helvetica"/>
                <a:cs typeface="Helvetica"/>
              </a:defRPr>
            </a:lvl1pPr>
            <a:lvl2pPr algn="l">
              <a:defRPr sz="2550" b="1" i="0">
                <a:solidFill>
                  <a:srgbClr val="5A2E78"/>
                </a:solidFill>
                <a:latin typeface="Helvetica"/>
                <a:ea typeface="Helvetica"/>
                <a:cs typeface="Helvetica"/>
              </a:defRPr>
            </a:lvl2pPr>
            <a:lvl3pPr algn="l">
              <a:defRPr sz="2550" b="1" i="0">
                <a:solidFill>
                  <a:srgbClr val="5A2E78"/>
                </a:solidFill>
                <a:latin typeface="Helvetica"/>
                <a:ea typeface="Helvetica"/>
                <a:cs typeface="Helvetica"/>
              </a:defRPr>
            </a:lvl3pPr>
            <a:lvl4pPr algn="l">
              <a:defRPr sz="2550" b="1" i="0">
                <a:solidFill>
                  <a:srgbClr val="5A2E78"/>
                </a:solidFill>
                <a:latin typeface="Helvetica"/>
                <a:ea typeface="Helvetica"/>
                <a:cs typeface="Helvetica"/>
              </a:defRPr>
            </a:lvl4pPr>
            <a:lvl5pPr algn="l">
              <a:defRPr sz="2550" b="1" i="0">
                <a:solidFill>
                  <a:srgbClr val="5A2E78"/>
                </a:solidFill>
                <a:latin typeface="Helvetica"/>
                <a:ea typeface="Helvetica"/>
                <a:cs typeface="Helvetica"/>
              </a:defRPr>
            </a:lvl5pPr>
            <a:lvl6pPr algn="l">
              <a:defRPr sz="2550" b="1" i="0">
                <a:solidFill>
                  <a:srgbClr val="5A2E78"/>
                </a:solidFill>
                <a:latin typeface="Helvetica"/>
                <a:ea typeface="Helvetica"/>
                <a:cs typeface="Helvetica"/>
              </a:defRPr>
            </a:lvl6pPr>
            <a:lvl7pPr algn="l">
              <a:defRPr sz="2550" b="1" i="0">
                <a:solidFill>
                  <a:srgbClr val="5A2E78"/>
                </a:solidFill>
                <a:latin typeface="Helvetica"/>
                <a:ea typeface="Helvetica"/>
                <a:cs typeface="Helvetica"/>
              </a:defRPr>
            </a:lvl7pPr>
            <a:lvl8pPr algn="l">
              <a:defRPr sz="2550" b="1" i="0">
                <a:solidFill>
                  <a:srgbClr val="5A2E78"/>
                </a:solidFill>
                <a:latin typeface="Helvetica"/>
                <a:ea typeface="Helvetica"/>
                <a:cs typeface="Helvetica"/>
              </a:defRPr>
            </a:lvl8pPr>
            <a:lvl9pPr algn="l">
              <a:defRPr sz="2550" b="1" i="0">
                <a:solidFill>
                  <a:srgbClr val="5A2E78"/>
                </a:solidFill>
                <a:latin typeface="Helvetica"/>
                <a:ea typeface="Helvetica"/>
                <a:cs typeface="Helvetica"/>
              </a:defRPr>
            </a:lvl9pPr>
          </a:lstStyle>
          <a:p xmlns:a="http://schemas.openxmlformats.org/drawingml/2006/main">
            <a:pPr algn="l">
              <a:defRPr sz="2550" b="1" i="0">
                <a:solidFill>
                  <a:srgbClr val="5A2E78"/>
                </a:solidFill>
                <a:latin typeface="Helvetica"/>
                <a:ea typeface="Helvetica"/>
                <a:cs typeface="Helvetica"/>
              </a:defRPr>
            </a:pPr>
            <a:r>
              <a:rPr sz="2550" b="1" i="0">
                <a:solidFill>
                  <a:srgbClr val="5A2E78"/>
                </a:solidFill>
                <a:latin typeface="Helvetica"/>
                <a:ea typeface="Helvetica"/>
                <a:cs typeface="Helvetica"/>
              </a:rPr>
              <a:t>One proof ladder can organise trial, transition and retained feeding.</a:t>
            </a:r>
          </a:p>
        </p:txBody>
      </p:sp>
      <p:sp>
        <p:nvSpPr>
          <p:cNvPr id="6" name="">
            <a:extLst xmlns:a="http://schemas.openxmlformats.org/drawingml/2006/main">
              <a:ext uri="{FF2B5EF4-FFF2-40B4-BE49-F238E27FC236}">
                <a16:creationId xmlns:a16="http://schemas.microsoft.com/office/drawing/2014/main" id="{33FA5C7C-4B11-407D-85EA-1B1DABEED2FD}"/>
              </a:ext>
            </a:extLst>
          </p:cNvPr>
          <p:cNvSpPr>
            <a:spLocks xmlns:a="http://schemas.openxmlformats.org/drawingml/2006/main" noGrp="1"/>
          </p:cNvSpPr>
          <p:nvPr/>
        </p:nvSpPr>
        <p:spPr>
          <a:xfrm xmlns:a="http://schemas.openxmlformats.org/drawingml/2006/main">
            <a:off x="6096000" y="1809750"/>
            <a:ext cx="19050" cy="19050"/>
          </a:xfrm>
          <a:prstGeom xmlns:a="http://schemas.openxmlformats.org/drawingml/2006/main" prst="rect">
            <a:avLst/>
          </a:prstGeom>
          <a:solidFill xmlns:a="http://schemas.openxmlformats.org/drawingml/2006/main">
            <a:srgbClr val="FF654F"/>
          </a:solidFill>
          <a:ln xmlns:a="http://schemas.openxmlformats.org/drawingml/2006/main" w="0">
            <a:solidFill>
              <a:srgbClr val="FF654F"/>
            </a:solidFill>
          </a:ln>
        </p:spPr>
      </p:sp>
      <p:sp>
        <p:nvSpPr>
          <p:cNvPr id="7" name="">
            <a:extLst xmlns:a="http://schemas.openxmlformats.org/drawingml/2006/main">
              <a:ext uri="{FF2B5EF4-FFF2-40B4-BE49-F238E27FC236}">
                <a16:creationId xmlns:a16="http://schemas.microsoft.com/office/drawing/2014/main" id="{ABCC2C67-6CA6-4D8D-9DE2-4CDA3E42127B}"/>
              </a:ext>
            </a:extLst>
          </p:cNvPr>
          <p:cNvSpPr>
            <a:spLocks xmlns:a="http://schemas.openxmlformats.org/drawingml/2006/main" noGrp="1"/>
          </p:cNvSpPr>
          <p:nvPr/>
        </p:nvSpPr>
        <p:spPr>
          <a:xfrm xmlns:a="http://schemas.openxmlformats.org/drawingml/2006/main">
            <a:off x="6572250" y="1809750"/>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CLAIM</a:t>
            </a:r>
          </a:p>
        </p:txBody>
      </p:sp>
      <p:sp>
        <p:nvSpPr>
          <p:cNvPr id="8" name="">
            <a:extLst xmlns:a="http://schemas.openxmlformats.org/drawingml/2006/main">
              <a:ext uri="{FF2B5EF4-FFF2-40B4-BE49-F238E27FC236}">
                <a16:creationId xmlns:a16="http://schemas.microsoft.com/office/drawing/2014/main" id="{43D4EE6C-2600-48A3-B635-B6D2F51959B5}"/>
              </a:ext>
            </a:extLst>
          </p:cNvPr>
          <p:cNvSpPr>
            <a:spLocks xmlns:a="http://schemas.openxmlformats.org/drawingml/2006/main" noGrp="1"/>
          </p:cNvSpPr>
          <p:nvPr/>
        </p:nvSpPr>
        <p:spPr>
          <a:xfrm xmlns:a="http://schemas.openxmlformats.org/drawingml/2006/main">
            <a:off x="6572250" y="21145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What we say</a:t>
            </a:r>
          </a:p>
        </p:txBody>
      </p:sp>
      <p:sp>
        <p:nvSpPr>
          <p:cNvPr id="9" name="">
            <a:extLst xmlns:a="http://schemas.openxmlformats.org/drawingml/2006/main">
              <a:ext uri="{FF2B5EF4-FFF2-40B4-BE49-F238E27FC236}">
                <a16:creationId xmlns:a16="http://schemas.microsoft.com/office/drawing/2014/main" id="{E199F678-2E61-4F7A-8BB5-DF47AD8CA04A}"/>
              </a:ext>
            </a:extLst>
          </p:cNvPr>
          <p:cNvSpPr>
            <a:spLocks xmlns:a="http://schemas.openxmlformats.org/drawingml/2006/main" noGrp="1"/>
          </p:cNvSpPr>
          <p:nvPr/>
        </p:nvSpPr>
        <p:spPr>
          <a:xfrm xmlns:a="http://schemas.openxmlformats.org/drawingml/2006/main">
            <a:off x="6572250" y="2809875"/>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EVIDENCE</a:t>
            </a:r>
          </a:p>
        </p:txBody>
      </p:sp>
      <p:sp>
        <p:nvSpPr>
          <p:cNvPr id="10" name="">
            <a:extLst xmlns:a="http://schemas.openxmlformats.org/drawingml/2006/main">
              <a:ext uri="{FF2B5EF4-FFF2-40B4-BE49-F238E27FC236}">
                <a16:creationId xmlns:a16="http://schemas.microsoft.com/office/drawing/2014/main" id="{25317E9B-AC57-4AE7-92E0-B41DA3FFFE2D}"/>
              </a:ext>
            </a:extLst>
          </p:cNvPr>
          <p:cNvSpPr>
            <a:spLocks xmlns:a="http://schemas.openxmlformats.org/drawingml/2006/main" noGrp="1"/>
          </p:cNvSpPr>
          <p:nvPr/>
        </p:nvSpPr>
        <p:spPr>
          <a:xfrm xmlns:a="http://schemas.openxmlformats.org/drawingml/2006/main">
            <a:off x="6572250" y="311467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What supports it</a:t>
            </a:r>
          </a:p>
        </p:txBody>
      </p:sp>
      <p:sp>
        <p:nvSpPr>
          <p:cNvPr id="11" name="">
            <a:extLst xmlns:a="http://schemas.openxmlformats.org/drawingml/2006/main">
              <a:ext uri="{FF2B5EF4-FFF2-40B4-BE49-F238E27FC236}">
                <a16:creationId xmlns:a16="http://schemas.microsoft.com/office/drawing/2014/main" id="{E8192274-B343-410D-AEA7-7DF123CB40BA}"/>
              </a:ext>
            </a:extLst>
          </p:cNvPr>
          <p:cNvSpPr>
            <a:spLocks xmlns:a="http://schemas.openxmlformats.org/drawingml/2006/main" noGrp="1"/>
          </p:cNvSpPr>
          <p:nvPr/>
        </p:nvSpPr>
        <p:spPr>
          <a:xfrm xmlns:a="http://schemas.openxmlformats.org/drawingml/2006/main">
            <a:off x="6572250" y="3810000"/>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EXPRESSION</a:t>
            </a:r>
          </a:p>
        </p:txBody>
      </p:sp>
      <p:sp>
        <p:nvSpPr>
          <p:cNvPr id="12" name="">
            <a:extLst xmlns:a="http://schemas.openxmlformats.org/drawingml/2006/main">
              <a:ext uri="{FF2B5EF4-FFF2-40B4-BE49-F238E27FC236}">
                <a16:creationId xmlns:a16="http://schemas.microsoft.com/office/drawing/2014/main" id="{29B71E79-E007-48D0-993A-1F236CAB1800}"/>
              </a:ext>
            </a:extLst>
          </p:cNvPr>
          <p:cNvSpPr>
            <a:spLocks xmlns:a="http://schemas.openxmlformats.org/drawingml/2006/main" noGrp="1"/>
          </p:cNvSpPr>
          <p:nvPr/>
        </p:nvSpPr>
        <p:spPr>
          <a:xfrm xmlns:a="http://schemas.openxmlformats.org/drawingml/2006/main">
            <a:off x="6572250" y="41148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How it appears</a:t>
            </a:r>
          </a:p>
        </p:txBody>
      </p:sp>
      <p:sp>
        <p:nvSpPr>
          <p:cNvPr id="13" name="">
            <a:extLst xmlns:a="http://schemas.openxmlformats.org/drawingml/2006/main">
              <a:ext uri="{FF2B5EF4-FFF2-40B4-BE49-F238E27FC236}">
                <a16:creationId xmlns:a16="http://schemas.microsoft.com/office/drawing/2014/main" id="{F0113042-463B-4AA5-A959-7099F70621B1}"/>
              </a:ext>
            </a:extLst>
          </p:cNvPr>
          <p:cNvSpPr>
            <a:spLocks xmlns:a="http://schemas.openxmlformats.org/drawingml/2006/main" noGrp="1"/>
          </p:cNvSpPr>
          <p:nvPr/>
        </p:nvSpPr>
        <p:spPr>
          <a:xfrm xmlns:a="http://schemas.openxmlformats.org/drawingml/2006/main">
            <a:off x="723900" y="366712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0" i="0">
                <a:solidFill>
                  <a:srgbClr val="15121B"/>
                </a:solidFill>
                <a:latin typeface="Helvetica"/>
                <a:ea typeface="Helvetica"/>
                <a:cs typeface="Helvetica"/>
              </a:defRPr>
            </a:defPPr>
            <a:lvl1pPr algn="l">
              <a:defRPr sz="1275" b="0" i="0">
                <a:solidFill>
                  <a:srgbClr val="15121B"/>
                </a:solidFill>
                <a:latin typeface="Helvetica"/>
                <a:ea typeface="Helvetica"/>
                <a:cs typeface="Helvetica"/>
              </a:defRPr>
            </a:lvl1pPr>
            <a:lvl2pPr algn="l">
              <a:defRPr sz="1275" b="0" i="0">
                <a:solidFill>
                  <a:srgbClr val="15121B"/>
                </a:solidFill>
                <a:latin typeface="Helvetica"/>
                <a:ea typeface="Helvetica"/>
                <a:cs typeface="Helvetica"/>
              </a:defRPr>
            </a:lvl2pPr>
            <a:lvl3pPr algn="l">
              <a:defRPr sz="1275" b="0" i="0">
                <a:solidFill>
                  <a:srgbClr val="15121B"/>
                </a:solidFill>
                <a:latin typeface="Helvetica"/>
                <a:ea typeface="Helvetica"/>
                <a:cs typeface="Helvetica"/>
              </a:defRPr>
            </a:lvl3pPr>
            <a:lvl4pPr algn="l">
              <a:defRPr sz="1275" b="0" i="0">
                <a:solidFill>
                  <a:srgbClr val="15121B"/>
                </a:solidFill>
                <a:latin typeface="Helvetica"/>
                <a:ea typeface="Helvetica"/>
                <a:cs typeface="Helvetica"/>
              </a:defRPr>
            </a:lvl4pPr>
            <a:lvl5pPr algn="l">
              <a:defRPr sz="1275" b="0" i="0">
                <a:solidFill>
                  <a:srgbClr val="15121B"/>
                </a:solidFill>
                <a:latin typeface="Helvetica"/>
                <a:ea typeface="Helvetica"/>
                <a:cs typeface="Helvetica"/>
              </a:defRPr>
            </a:lvl5pPr>
            <a:lvl6pPr algn="l">
              <a:defRPr sz="1275" b="0" i="0">
                <a:solidFill>
                  <a:srgbClr val="15121B"/>
                </a:solidFill>
                <a:latin typeface="Helvetica"/>
                <a:ea typeface="Helvetica"/>
                <a:cs typeface="Helvetica"/>
              </a:defRPr>
            </a:lvl6pPr>
            <a:lvl7pPr algn="l">
              <a:defRPr sz="1275" b="0" i="0">
                <a:solidFill>
                  <a:srgbClr val="15121B"/>
                </a:solidFill>
                <a:latin typeface="Helvetica"/>
                <a:ea typeface="Helvetica"/>
                <a:cs typeface="Helvetica"/>
              </a:defRPr>
            </a:lvl7pPr>
            <a:lvl8pPr algn="l">
              <a:defRPr sz="1275" b="0" i="0">
                <a:solidFill>
                  <a:srgbClr val="15121B"/>
                </a:solidFill>
                <a:latin typeface="Helvetica"/>
                <a:ea typeface="Helvetica"/>
                <a:cs typeface="Helvetica"/>
              </a:defRPr>
            </a:lvl8pPr>
            <a:lvl9pPr algn="l">
              <a:defRPr sz="1275" b="0" i="0">
                <a:solidFill>
                  <a:srgbClr val="15121B"/>
                </a:solidFill>
                <a:latin typeface="Helvetica"/>
                <a:ea typeface="Helvetica"/>
                <a:cs typeface="Helvetica"/>
              </a:defRPr>
            </a:lvl9pPr>
          </a:lstStyle>
          <a:p xmlns:a="http://schemas.openxmlformats.org/drawingml/2006/main">
            <a:pPr algn="l">
              <a:defRPr sz="1275" b="0" i="0">
                <a:solidFill>
                  <a:srgbClr val="15121B"/>
                </a:solidFill>
                <a:latin typeface="Helvetica"/>
                <a:ea typeface="Helvetica"/>
                <a:cs typeface="Helvetica"/>
              </a:defRPr>
            </a:pPr>
            <a:r>
              <a:rPr sz="1275" b="0" i="0">
                <a:solidFill>
                  <a:srgbClr val="15121B"/>
                </a:solidFill>
                <a:latin typeface="Helvetica"/>
                <a:ea typeface="Helvetica"/>
                <a:cs typeface="Helvetica"/>
              </a:rPr>
              <a:t>Build every message around the decision, the supporting evidence and the next useful action.</a:t>
            </a:r>
          </a:p>
        </p:txBody>
      </p:sp>
      <p:sp>
        <p:nvSpPr>
          <p:cNvPr id="14" name="">
            <a:extLst xmlns:a="http://schemas.openxmlformats.org/drawingml/2006/main">
              <a:ext uri="{FF2B5EF4-FFF2-40B4-BE49-F238E27FC236}">
                <a16:creationId xmlns:a16="http://schemas.microsoft.com/office/drawing/2014/main" id="{F685DB89-5F7D-4601-B8CD-FEDA62F63214}"/>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5" name="">
            <a:extLst xmlns:a="http://schemas.openxmlformats.org/drawingml/2006/main">
              <a:ext uri="{FF2B5EF4-FFF2-40B4-BE49-F238E27FC236}">
                <a16:creationId xmlns:a16="http://schemas.microsoft.com/office/drawing/2014/main" id="{95EB61B1-7585-47B5-9D94-D982475FBCA6}"/>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One proof ladder can organise trial, transition and retained feeding.</a:t>
            </a:r>
          </a:p>
        </p:txBody>
      </p:sp>
      <p:sp>
        <p:nvSpPr>
          <p:cNvPr id="16" name="">
            <a:extLst xmlns:a="http://schemas.openxmlformats.org/drawingml/2006/main">
              <a:ext uri="{FF2B5EF4-FFF2-40B4-BE49-F238E27FC236}">
                <a16:creationId xmlns:a16="http://schemas.microsoft.com/office/drawing/2014/main" id="{DDA1E1AD-D7A8-4761-81A9-1459A55418AB}"/>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K9</a:t>
            </a:r>
          </a:p>
        </p:txBody>
      </p:sp>
      <p:sp>
        <p:nvSpPr>
          <p:cNvPr id="17" name="">
            <a:extLst xmlns:a="http://schemas.openxmlformats.org/drawingml/2006/main">
              <a:ext uri="{FF2B5EF4-FFF2-40B4-BE49-F238E27FC236}">
                <a16:creationId xmlns:a16="http://schemas.microsoft.com/office/drawing/2014/main" id="{259FFCF6-15F4-4A96-874E-CA005E0BE355}"/>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8" name="">
            <a:extLst xmlns:a="http://schemas.openxmlformats.org/drawingml/2006/main">
              <a:ext uri="{FF2B5EF4-FFF2-40B4-BE49-F238E27FC236}">
                <a16:creationId xmlns:a16="http://schemas.microsoft.com/office/drawing/2014/main" id="{C5E08AC9-8CEE-42CB-86A9-4D099A349C6C}"/>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9" name="">
            <a:extLst xmlns:a="http://schemas.openxmlformats.org/drawingml/2006/main">
              <a:ext uri="{FF2B5EF4-FFF2-40B4-BE49-F238E27FC236}">
                <a16:creationId xmlns:a16="http://schemas.microsoft.com/office/drawing/2014/main" id="{0709913B-05F2-4641-B0AB-8BDAE8267392}"/>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21 / 30</a:t>
            </a:r>
          </a:p>
        </p:txBody>
      </p:sp>
    </p:spTree>
    <p:extLst>
      <p:ext uri="{BB962C8B-B14F-4D97-AF65-F5344CB8AC3E}">
        <p14:creationId xmlns:p14="http://schemas.microsoft.com/office/powerpoint/2010/main" val="967273259"/>
      </p:ext>
    </p:extLst>
  </p:cSld>
</p:sld>
</file>

<file path=ppt/slides/slide22.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268CABD-60C7-4F2E-8665-3EAA6C5D6C2D}"/>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4 / POSITIONING + NARRATIVE ANSWER</a:t>
            </a:r>
          </a:p>
        </p:txBody>
      </p:sp>
      <p:sp>
        <p:nvSpPr>
          <p:cNvPr id="2" name="">
            <a:extLst xmlns:a="http://schemas.openxmlformats.org/drawingml/2006/main">
              <a:ext uri="{FF2B5EF4-FFF2-40B4-BE49-F238E27FC236}">
                <a16:creationId xmlns:a16="http://schemas.microsoft.com/office/drawing/2014/main" id="{D6F9ABA4-190B-4D0D-ADED-934E3E74D5B5}"/>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Messaging Territories / Distinctive Assets</a:t>
            </a:r>
          </a:p>
        </p:txBody>
      </p:sp>
      <p:sp>
        <p:nvSpPr>
          <p:cNvPr id="3" name="">
            <a:extLst xmlns:a="http://schemas.openxmlformats.org/drawingml/2006/main">
              <a:ext uri="{FF2B5EF4-FFF2-40B4-BE49-F238E27FC236}">
                <a16:creationId xmlns:a16="http://schemas.microsoft.com/office/drawing/2014/main" id="{A47FE386-E990-4B65-A833-0D2D6785C982}"/>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A5B0004F-5ED6-4C5C-BF26-C2CFC21426B2}"/>
              </a:ext>
            </a:extLst>
          </p:cNvPr>
          <p:cNvSpPr>
            <a:spLocks xmlns:a="http://schemas.openxmlformats.org/drawingml/2006/main" noGrp="1"/>
          </p:cNvSpPr>
          <p:nvPr/>
        </p:nvSpPr>
        <p:spPr>
          <a:xfrm xmlns:a="http://schemas.openxmlformats.org/drawingml/2006/main">
            <a:off x="666750" y="1638300"/>
            <a:ext cx="3333750" cy="2400300"/>
          </a:xfrm>
          <a:prstGeom xmlns:a="http://schemas.openxmlformats.org/drawingml/2006/main" prst="roundRect">
            <a:avLst>
              <a:gd name="adj" fmla="val 3175"/>
            </a:avLst>
          </a:prstGeom>
          <a:solidFill xmlns:a="http://schemas.openxmlformats.org/drawingml/2006/main">
            <a:srgbClr val="FFFDFC"/>
          </a:solidFill>
          <a:ln xmlns:a="http://schemas.openxmlformats.org/drawingml/2006/main" w="9525">
            <a:solidFill>
              <a:srgbClr val="D9CFD5"/>
            </a:solidFill>
          </a:ln>
        </p:spPr>
      </p:sp>
      <p:sp>
        <p:nvSpPr>
          <p:cNvPr id="5" name="">
            <a:extLst xmlns:a="http://schemas.openxmlformats.org/drawingml/2006/main">
              <a:ext uri="{FF2B5EF4-FFF2-40B4-BE49-F238E27FC236}">
                <a16:creationId xmlns:a16="http://schemas.microsoft.com/office/drawing/2014/main" id="{F433815E-D6F6-411B-8351-A292DD6A4F1B}"/>
              </a:ext>
            </a:extLst>
          </p:cNvPr>
          <p:cNvSpPr>
            <a:spLocks xmlns:a="http://schemas.openxmlformats.org/drawingml/2006/main" noGrp="1"/>
          </p:cNvSpPr>
          <p:nvPr/>
        </p:nvSpPr>
        <p:spPr>
          <a:xfrm xmlns:a="http://schemas.openxmlformats.org/drawingml/2006/main">
            <a:off x="857250" y="1847850"/>
            <a:ext cx="2914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5A2E78"/>
                </a:solidFill>
                <a:latin typeface="Helvetica"/>
                <a:ea typeface="Helvetica"/>
                <a:cs typeface="Helvetica"/>
              </a:defRPr>
            </a:defPPr>
            <a:lvl1pPr algn="l">
              <a:defRPr sz="975" b="1" i="0">
                <a:solidFill>
                  <a:srgbClr val="5A2E78"/>
                </a:solidFill>
                <a:latin typeface="Helvetica"/>
                <a:ea typeface="Helvetica"/>
                <a:cs typeface="Helvetica"/>
              </a:defRPr>
            </a:lvl1pPr>
            <a:lvl2pPr algn="l">
              <a:defRPr sz="975" b="1" i="0">
                <a:solidFill>
                  <a:srgbClr val="5A2E78"/>
                </a:solidFill>
                <a:latin typeface="Helvetica"/>
                <a:ea typeface="Helvetica"/>
                <a:cs typeface="Helvetica"/>
              </a:defRPr>
            </a:lvl2pPr>
            <a:lvl3pPr algn="l">
              <a:defRPr sz="975" b="1" i="0">
                <a:solidFill>
                  <a:srgbClr val="5A2E78"/>
                </a:solidFill>
                <a:latin typeface="Helvetica"/>
                <a:ea typeface="Helvetica"/>
                <a:cs typeface="Helvetica"/>
              </a:defRPr>
            </a:lvl3pPr>
            <a:lvl4pPr algn="l">
              <a:defRPr sz="975" b="1" i="0">
                <a:solidFill>
                  <a:srgbClr val="5A2E78"/>
                </a:solidFill>
                <a:latin typeface="Helvetica"/>
                <a:ea typeface="Helvetica"/>
                <a:cs typeface="Helvetica"/>
              </a:defRPr>
            </a:lvl4pPr>
            <a:lvl5pPr algn="l">
              <a:defRPr sz="975" b="1" i="0">
                <a:solidFill>
                  <a:srgbClr val="5A2E78"/>
                </a:solidFill>
                <a:latin typeface="Helvetica"/>
                <a:ea typeface="Helvetica"/>
                <a:cs typeface="Helvetica"/>
              </a:defRPr>
            </a:lvl5pPr>
            <a:lvl6pPr algn="l">
              <a:defRPr sz="975" b="1" i="0">
                <a:solidFill>
                  <a:srgbClr val="5A2E78"/>
                </a:solidFill>
                <a:latin typeface="Helvetica"/>
                <a:ea typeface="Helvetica"/>
                <a:cs typeface="Helvetica"/>
              </a:defRPr>
            </a:lvl6pPr>
            <a:lvl7pPr algn="l">
              <a:defRPr sz="975" b="1" i="0">
                <a:solidFill>
                  <a:srgbClr val="5A2E78"/>
                </a:solidFill>
                <a:latin typeface="Helvetica"/>
                <a:ea typeface="Helvetica"/>
                <a:cs typeface="Helvetica"/>
              </a:defRPr>
            </a:lvl7pPr>
            <a:lvl8pPr algn="l">
              <a:defRPr sz="975" b="1" i="0">
                <a:solidFill>
                  <a:srgbClr val="5A2E78"/>
                </a:solidFill>
                <a:latin typeface="Helvetica"/>
                <a:ea typeface="Helvetica"/>
                <a:cs typeface="Helvetica"/>
              </a:defRPr>
            </a:lvl8pPr>
            <a:lvl9pPr algn="l">
              <a:defRPr sz="975" b="1" i="0">
                <a:solidFill>
                  <a:srgbClr val="5A2E78"/>
                </a:solidFill>
                <a:latin typeface="Helvetica"/>
                <a:ea typeface="Helvetica"/>
                <a:cs typeface="Helvetica"/>
              </a:defRPr>
            </a:lvl9pPr>
          </a:lstStyle>
          <a:p xmlns:a="http://schemas.openxmlformats.org/drawingml/2006/main">
            <a:pPr algn="l">
              <a:defRPr sz="975" b="1" i="0">
                <a:solidFill>
                  <a:srgbClr val="5A2E78"/>
                </a:solidFill>
                <a:latin typeface="Helvetica"/>
                <a:ea typeface="Helvetica"/>
                <a:cs typeface="Helvetica"/>
              </a:defRPr>
            </a:pPr>
            <a:r>
              <a:rPr sz="975" b="1" i="0">
                <a:solidFill>
                  <a:srgbClr val="5A2E78"/>
                </a:solidFill>
                <a:latin typeface="Helvetica"/>
                <a:ea typeface="Helvetica"/>
                <a:cs typeface="Helvetica"/>
              </a:rPr>
              <a:t>01 / Decide with evidence</a:t>
            </a:r>
          </a:p>
        </p:txBody>
      </p:sp>
      <p:sp>
        <p:nvSpPr>
          <p:cNvPr id="6" name="">
            <a:extLst xmlns:a="http://schemas.openxmlformats.org/drawingml/2006/main">
              <a:ext uri="{FF2B5EF4-FFF2-40B4-BE49-F238E27FC236}">
                <a16:creationId xmlns:a16="http://schemas.microsoft.com/office/drawing/2014/main" id="{5BBE2292-3B95-4872-9880-53106D526A37}"/>
              </a:ext>
            </a:extLst>
          </p:cNvPr>
          <p:cNvSpPr>
            <a:spLocks xmlns:a="http://schemas.openxmlformats.org/drawingml/2006/main" noGrp="1"/>
          </p:cNvSpPr>
          <p:nvPr/>
        </p:nvSpPr>
        <p:spPr>
          <a:xfrm xmlns:a="http://schemas.openxmlformats.org/drawingml/2006/main">
            <a:off x="857250" y="23241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ROLE</a:t>
            </a:r>
          </a:p>
        </p:txBody>
      </p:sp>
      <p:sp>
        <p:nvSpPr>
          <p:cNvPr id="7" name="">
            <a:extLst xmlns:a="http://schemas.openxmlformats.org/drawingml/2006/main">
              <a:ext uri="{FF2B5EF4-FFF2-40B4-BE49-F238E27FC236}">
                <a16:creationId xmlns:a16="http://schemas.microsoft.com/office/drawing/2014/main" id="{4F08C6E2-F2EA-4A05-9980-5E7F46C92B5A}"/>
              </a:ext>
            </a:extLst>
          </p:cNvPr>
          <p:cNvSpPr>
            <a:spLocks xmlns:a="http://schemas.openxmlformats.org/drawingml/2006/main" noGrp="1"/>
          </p:cNvSpPr>
          <p:nvPr/>
        </p:nvSpPr>
        <p:spPr>
          <a:xfrm xmlns:a="http://schemas.openxmlformats.org/drawingml/2006/main">
            <a:off x="1552575" y="2286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Trial</a:t>
            </a:r>
          </a:p>
        </p:txBody>
      </p:sp>
      <p:sp>
        <p:nvSpPr>
          <p:cNvPr id="8" name="">
            <a:extLst xmlns:a="http://schemas.openxmlformats.org/drawingml/2006/main">
              <a:ext uri="{FF2B5EF4-FFF2-40B4-BE49-F238E27FC236}">
                <a16:creationId xmlns:a16="http://schemas.microsoft.com/office/drawing/2014/main" id="{5A83CCEA-5C8E-404E-A1A2-16EB8D95D87A}"/>
              </a:ext>
            </a:extLst>
          </p:cNvPr>
          <p:cNvSpPr>
            <a:spLocks xmlns:a="http://schemas.openxmlformats.org/drawingml/2006/main" noGrp="1"/>
          </p:cNvSpPr>
          <p:nvPr/>
        </p:nvSpPr>
        <p:spPr>
          <a:xfrm xmlns:a="http://schemas.openxmlformats.org/drawingml/2006/main">
            <a:off x="857250" y="27241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TENSION</a:t>
            </a:r>
          </a:p>
        </p:txBody>
      </p:sp>
      <p:sp>
        <p:nvSpPr>
          <p:cNvPr id="9" name="">
            <a:extLst xmlns:a="http://schemas.openxmlformats.org/drawingml/2006/main">
              <a:ext uri="{FF2B5EF4-FFF2-40B4-BE49-F238E27FC236}">
                <a16:creationId xmlns:a16="http://schemas.microsoft.com/office/drawing/2014/main" id="{210AEC65-9170-46E8-B126-4E31ACDCD0BD}"/>
              </a:ext>
            </a:extLst>
          </p:cNvPr>
          <p:cNvSpPr>
            <a:spLocks xmlns:a="http://schemas.openxmlformats.org/drawingml/2006/main" noGrp="1"/>
          </p:cNvSpPr>
          <p:nvPr/>
        </p:nvSpPr>
        <p:spPr>
          <a:xfrm xmlns:a="http://schemas.openxmlformats.org/drawingml/2006/main">
            <a:off x="1552575" y="2686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Price and proof</a:t>
            </a:r>
          </a:p>
        </p:txBody>
      </p:sp>
      <p:sp>
        <p:nvSpPr>
          <p:cNvPr id="10" name="">
            <a:extLst xmlns:a="http://schemas.openxmlformats.org/drawingml/2006/main">
              <a:ext uri="{FF2B5EF4-FFF2-40B4-BE49-F238E27FC236}">
                <a16:creationId xmlns:a16="http://schemas.microsoft.com/office/drawing/2014/main" id="{5AA39832-D5EE-4E0B-A224-91E96F58A409}"/>
              </a:ext>
            </a:extLst>
          </p:cNvPr>
          <p:cNvSpPr>
            <a:spLocks xmlns:a="http://schemas.openxmlformats.org/drawingml/2006/main" noGrp="1"/>
          </p:cNvSpPr>
          <p:nvPr/>
        </p:nvSpPr>
        <p:spPr>
          <a:xfrm xmlns:a="http://schemas.openxmlformats.org/drawingml/2006/main">
            <a:off x="857250" y="31242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PROOF</a:t>
            </a:r>
          </a:p>
        </p:txBody>
      </p:sp>
      <p:sp>
        <p:nvSpPr>
          <p:cNvPr id="11" name="">
            <a:extLst xmlns:a="http://schemas.openxmlformats.org/drawingml/2006/main">
              <a:ext uri="{FF2B5EF4-FFF2-40B4-BE49-F238E27FC236}">
                <a16:creationId xmlns:a16="http://schemas.microsoft.com/office/drawing/2014/main" id="{5F1A1899-EEB4-4630-A2AD-C7D68D710BE0}"/>
              </a:ext>
            </a:extLst>
          </p:cNvPr>
          <p:cNvSpPr>
            <a:spLocks xmlns:a="http://schemas.openxmlformats.org/drawingml/2006/main" noGrp="1"/>
          </p:cNvSpPr>
          <p:nvPr/>
        </p:nvSpPr>
        <p:spPr>
          <a:xfrm xmlns:a="http://schemas.openxmlformats.org/drawingml/2006/main">
            <a:off x="1552575" y="30861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Verified science</a:t>
            </a:r>
          </a:p>
        </p:txBody>
      </p:sp>
      <p:sp>
        <p:nvSpPr>
          <p:cNvPr id="12" name="">
            <a:extLst xmlns:a="http://schemas.openxmlformats.org/drawingml/2006/main">
              <a:ext uri="{FF2B5EF4-FFF2-40B4-BE49-F238E27FC236}">
                <a16:creationId xmlns:a16="http://schemas.microsoft.com/office/drawing/2014/main" id="{BB120CA8-2798-45F8-868C-8CC522213866}"/>
              </a:ext>
            </a:extLst>
          </p:cNvPr>
          <p:cNvSpPr>
            <a:spLocks xmlns:a="http://schemas.openxmlformats.org/drawingml/2006/main" noGrp="1"/>
          </p:cNvSpPr>
          <p:nvPr/>
        </p:nvSpPr>
        <p:spPr>
          <a:xfrm xmlns:a="http://schemas.openxmlformats.org/drawingml/2006/main">
            <a:off x="857250" y="35242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ASSET</a:t>
            </a:r>
          </a:p>
        </p:txBody>
      </p:sp>
      <p:sp>
        <p:nvSpPr>
          <p:cNvPr id="13" name="">
            <a:extLst xmlns:a="http://schemas.openxmlformats.org/drawingml/2006/main">
              <a:ext uri="{FF2B5EF4-FFF2-40B4-BE49-F238E27FC236}">
                <a16:creationId xmlns:a16="http://schemas.microsoft.com/office/drawing/2014/main" id="{B2A8F145-6B97-4922-8145-B178EEEDACDD}"/>
              </a:ext>
            </a:extLst>
          </p:cNvPr>
          <p:cNvSpPr>
            <a:spLocks xmlns:a="http://schemas.openxmlformats.org/drawingml/2006/main" noGrp="1"/>
          </p:cNvSpPr>
          <p:nvPr/>
        </p:nvSpPr>
        <p:spPr>
          <a:xfrm xmlns:a="http://schemas.openxmlformats.org/drawingml/2006/main">
            <a:off x="1552575" y="34861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Proof ladder</a:t>
            </a:r>
          </a:p>
        </p:txBody>
      </p:sp>
      <p:sp>
        <p:nvSpPr>
          <p:cNvPr id="14" name="">
            <a:extLst xmlns:a="http://schemas.openxmlformats.org/drawingml/2006/main">
              <a:ext uri="{FF2B5EF4-FFF2-40B4-BE49-F238E27FC236}">
                <a16:creationId xmlns:a16="http://schemas.microsoft.com/office/drawing/2014/main" id="{3E7603FE-6597-4CE9-84D4-03988C2EC2CE}"/>
              </a:ext>
            </a:extLst>
          </p:cNvPr>
          <p:cNvSpPr>
            <a:spLocks xmlns:a="http://schemas.openxmlformats.org/drawingml/2006/main" noGrp="1"/>
          </p:cNvSpPr>
          <p:nvPr/>
        </p:nvSpPr>
        <p:spPr>
          <a:xfrm xmlns:a="http://schemas.openxmlformats.org/drawingml/2006/main">
            <a:off x="4381500" y="1638300"/>
            <a:ext cx="3333750" cy="2400300"/>
          </a:xfrm>
          <a:prstGeom xmlns:a="http://schemas.openxmlformats.org/drawingml/2006/main" prst="roundRect">
            <a:avLst>
              <a:gd name="adj" fmla="val 3175"/>
            </a:avLst>
          </a:prstGeom>
          <a:solidFill xmlns:a="http://schemas.openxmlformats.org/drawingml/2006/main">
            <a:srgbClr val="261A31"/>
          </a:solidFill>
          <a:ln xmlns:a="http://schemas.openxmlformats.org/drawingml/2006/main" w="0">
            <a:solidFill>
              <a:srgbClr val="261A31"/>
            </a:solidFill>
          </a:ln>
        </p:spPr>
      </p:sp>
      <p:sp>
        <p:nvSpPr>
          <p:cNvPr id="15" name="">
            <a:extLst xmlns:a="http://schemas.openxmlformats.org/drawingml/2006/main">
              <a:ext uri="{FF2B5EF4-FFF2-40B4-BE49-F238E27FC236}">
                <a16:creationId xmlns:a16="http://schemas.microsoft.com/office/drawing/2014/main" id="{4F535655-9BD6-4AE1-A7C1-C0C23ED163F3}"/>
              </a:ext>
            </a:extLst>
          </p:cNvPr>
          <p:cNvSpPr>
            <a:spLocks xmlns:a="http://schemas.openxmlformats.org/drawingml/2006/main" noGrp="1"/>
          </p:cNvSpPr>
          <p:nvPr/>
        </p:nvSpPr>
        <p:spPr>
          <a:xfrm xmlns:a="http://schemas.openxmlformats.org/drawingml/2006/main">
            <a:off x="4572000" y="1847850"/>
            <a:ext cx="2914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FF654F"/>
                </a:solidFill>
                <a:latin typeface="Helvetica"/>
                <a:ea typeface="Helvetica"/>
                <a:cs typeface="Helvetica"/>
              </a:defRPr>
            </a:defPPr>
            <a:lvl1pPr algn="l">
              <a:defRPr sz="975" b="1" i="0">
                <a:solidFill>
                  <a:srgbClr val="FF654F"/>
                </a:solidFill>
                <a:latin typeface="Helvetica"/>
                <a:ea typeface="Helvetica"/>
                <a:cs typeface="Helvetica"/>
              </a:defRPr>
            </a:lvl1pPr>
            <a:lvl2pPr algn="l">
              <a:defRPr sz="975" b="1" i="0">
                <a:solidFill>
                  <a:srgbClr val="FF654F"/>
                </a:solidFill>
                <a:latin typeface="Helvetica"/>
                <a:ea typeface="Helvetica"/>
                <a:cs typeface="Helvetica"/>
              </a:defRPr>
            </a:lvl2pPr>
            <a:lvl3pPr algn="l">
              <a:defRPr sz="975" b="1" i="0">
                <a:solidFill>
                  <a:srgbClr val="FF654F"/>
                </a:solidFill>
                <a:latin typeface="Helvetica"/>
                <a:ea typeface="Helvetica"/>
                <a:cs typeface="Helvetica"/>
              </a:defRPr>
            </a:lvl3pPr>
            <a:lvl4pPr algn="l">
              <a:defRPr sz="975" b="1" i="0">
                <a:solidFill>
                  <a:srgbClr val="FF654F"/>
                </a:solidFill>
                <a:latin typeface="Helvetica"/>
                <a:ea typeface="Helvetica"/>
                <a:cs typeface="Helvetica"/>
              </a:defRPr>
            </a:lvl4pPr>
            <a:lvl5pPr algn="l">
              <a:defRPr sz="975" b="1" i="0">
                <a:solidFill>
                  <a:srgbClr val="FF654F"/>
                </a:solidFill>
                <a:latin typeface="Helvetica"/>
                <a:ea typeface="Helvetica"/>
                <a:cs typeface="Helvetica"/>
              </a:defRPr>
            </a:lvl5pPr>
            <a:lvl6pPr algn="l">
              <a:defRPr sz="975" b="1" i="0">
                <a:solidFill>
                  <a:srgbClr val="FF654F"/>
                </a:solidFill>
                <a:latin typeface="Helvetica"/>
                <a:ea typeface="Helvetica"/>
                <a:cs typeface="Helvetica"/>
              </a:defRPr>
            </a:lvl6pPr>
            <a:lvl7pPr algn="l">
              <a:defRPr sz="975" b="1" i="0">
                <a:solidFill>
                  <a:srgbClr val="FF654F"/>
                </a:solidFill>
                <a:latin typeface="Helvetica"/>
                <a:ea typeface="Helvetica"/>
                <a:cs typeface="Helvetica"/>
              </a:defRPr>
            </a:lvl7pPr>
            <a:lvl8pPr algn="l">
              <a:defRPr sz="975" b="1" i="0">
                <a:solidFill>
                  <a:srgbClr val="FF654F"/>
                </a:solidFill>
                <a:latin typeface="Helvetica"/>
                <a:ea typeface="Helvetica"/>
                <a:cs typeface="Helvetica"/>
              </a:defRPr>
            </a:lvl8pPr>
            <a:lvl9pPr algn="l">
              <a:defRPr sz="975" b="1" i="0">
                <a:solidFill>
                  <a:srgbClr val="FF654F"/>
                </a:solidFill>
                <a:latin typeface="Helvetica"/>
                <a:ea typeface="Helvetica"/>
                <a:cs typeface="Helvetica"/>
              </a:defRPr>
            </a:lvl9pPr>
          </a:lstStyle>
          <a:p xmlns:a="http://schemas.openxmlformats.org/drawingml/2006/main">
            <a:pPr algn="l">
              <a:defRPr sz="975" b="1" i="0">
                <a:solidFill>
                  <a:srgbClr val="FF654F"/>
                </a:solidFill>
                <a:latin typeface="Helvetica"/>
                <a:ea typeface="Helvetica"/>
                <a:cs typeface="Helvetica"/>
              </a:defRPr>
            </a:pPr>
            <a:r>
              <a:rPr sz="975" b="1" i="0">
                <a:solidFill>
                  <a:srgbClr val="FF654F"/>
                </a:solidFill>
                <a:latin typeface="Helvetica"/>
                <a:ea typeface="Helvetica"/>
                <a:cs typeface="Helvetica"/>
              </a:rPr>
              <a:t>02 / Transition with confidence</a:t>
            </a:r>
          </a:p>
        </p:txBody>
      </p:sp>
      <p:sp>
        <p:nvSpPr>
          <p:cNvPr id="16" name="">
            <a:extLst xmlns:a="http://schemas.openxmlformats.org/drawingml/2006/main">
              <a:ext uri="{FF2B5EF4-FFF2-40B4-BE49-F238E27FC236}">
                <a16:creationId xmlns:a16="http://schemas.microsoft.com/office/drawing/2014/main" id="{E395C090-4473-48BA-BCD0-4B822C241D34}"/>
              </a:ext>
            </a:extLst>
          </p:cNvPr>
          <p:cNvSpPr>
            <a:spLocks xmlns:a="http://schemas.openxmlformats.org/drawingml/2006/main" noGrp="1"/>
          </p:cNvSpPr>
          <p:nvPr/>
        </p:nvSpPr>
        <p:spPr>
          <a:xfrm xmlns:a="http://schemas.openxmlformats.org/drawingml/2006/main">
            <a:off x="4572000" y="23241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ROLE</a:t>
            </a:r>
          </a:p>
        </p:txBody>
      </p:sp>
      <p:sp>
        <p:nvSpPr>
          <p:cNvPr id="17" name="">
            <a:extLst xmlns:a="http://schemas.openxmlformats.org/drawingml/2006/main">
              <a:ext uri="{FF2B5EF4-FFF2-40B4-BE49-F238E27FC236}">
                <a16:creationId xmlns:a16="http://schemas.microsoft.com/office/drawing/2014/main" id="{CC1C6397-CD6A-4C6D-A5E9-D7C5C668F23A}"/>
              </a:ext>
            </a:extLst>
          </p:cNvPr>
          <p:cNvSpPr>
            <a:spLocks xmlns:a="http://schemas.openxmlformats.org/drawingml/2006/main" noGrp="1"/>
          </p:cNvSpPr>
          <p:nvPr/>
        </p:nvSpPr>
        <p:spPr>
          <a:xfrm xmlns:a="http://schemas.openxmlformats.org/drawingml/2006/main">
            <a:off x="5267325" y="2286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Onboarding</a:t>
            </a:r>
          </a:p>
        </p:txBody>
      </p:sp>
      <p:sp>
        <p:nvSpPr>
          <p:cNvPr id="18" name="">
            <a:extLst xmlns:a="http://schemas.openxmlformats.org/drawingml/2006/main">
              <a:ext uri="{FF2B5EF4-FFF2-40B4-BE49-F238E27FC236}">
                <a16:creationId xmlns:a16="http://schemas.microsoft.com/office/drawing/2014/main" id="{D800544F-9C75-4A86-B93F-E671E8DC083A}"/>
              </a:ext>
            </a:extLst>
          </p:cNvPr>
          <p:cNvSpPr>
            <a:spLocks xmlns:a="http://schemas.openxmlformats.org/drawingml/2006/main" noGrp="1"/>
          </p:cNvSpPr>
          <p:nvPr/>
        </p:nvSpPr>
        <p:spPr>
          <a:xfrm xmlns:a="http://schemas.openxmlformats.org/drawingml/2006/main">
            <a:off x="4572000" y="27241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TENSION</a:t>
            </a:r>
          </a:p>
        </p:txBody>
      </p:sp>
      <p:sp>
        <p:nvSpPr>
          <p:cNvPr id="19" name="">
            <a:extLst xmlns:a="http://schemas.openxmlformats.org/drawingml/2006/main">
              <a:ext uri="{FF2B5EF4-FFF2-40B4-BE49-F238E27FC236}">
                <a16:creationId xmlns:a16="http://schemas.microsoft.com/office/drawing/2014/main" id="{C58E89B6-E484-4CAC-900D-142FF5877EA6}"/>
              </a:ext>
            </a:extLst>
          </p:cNvPr>
          <p:cNvSpPr>
            <a:spLocks xmlns:a="http://schemas.openxmlformats.org/drawingml/2006/main" noGrp="1"/>
          </p:cNvSpPr>
          <p:nvPr/>
        </p:nvSpPr>
        <p:spPr>
          <a:xfrm xmlns:a="http://schemas.openxmlformats.org/drawingml/2006/main">
            <a:off x="5267325" y="2686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Routine change</a:t>
            </a:r>
          </a:p>
        </p:txBody>
      </p:sp>
      <p:sp>
        <p:nvSpPr>
          <p:cNvPr id="20" name="">
            <a:extLst xmlns:a="http://schemas.openxmlformats.org/drawingml/2006/main">
              <a:ext uri="{FF2B5EF4-FFF2-40B4-BE49-F238E27FC236}">
                <a16:creationId xmlns:a16="http://schemas.microsoft.com/office/drawing/2014/main" id="{2DDA453E-989A-45CE-969B-ECCB52CBD2A8}"/>
              </a:ext>
            </a:extLst>
          </p:cNvPr>
          <p:cNvSpPr>
            <a:spLocks xmlns:a="http://schemas.openxmlformats.org/drawingml/2006/main" noGrp="1"/>
          </p:cNvSpPr>
          <p:nvPr/>
        </p:nvSpPr>
        <p:spPr>
          <a:xfrm xmlns:a="http://schemas.openxmlformats.org/drawingml/2006/main">
            <a:off x="4572000" y="31242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PROOF</a:t>
            </a:r>
          </a:p>
        </p:txBody>
      </p:sp>
      <p:sp>
        <p:nvSpPr>
          <p:cNvPr id="21" name="">
            <a:extLst xmlns:a="http://schemas.openxmlformats.org/drawingml/2006/main">
              <a:ext uri="{FF2B5EF4-FFF2-40B4-BE49-F238E27FC236}">
                <a16:creationId xmlns:a16="http://schemas.microsoft.com/office/drawing/2014/main" id="{28B3317D-E3EF-435C-B60E-18B7DC68F950}"/>
              </a:ext>
            </a:extLst>
          </p:cNvPr>
          <p:cNvSpPr>
            <a:spLocks xmlns:a="http://schemas.openxmlformats.org/drawingml/2006/main" noGrp="1"/>
          </p:cNvSpPr>
          <p:nvPr/>
        </p:nvSpPr>
        <p:spPr>
          <a:xfrm xmlns:a="http://schemas.openxmlformats.org/drawingml/2006/main">
            <a:off x="5267325" y="30861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Practical guidance</a:t>
            </a:r>
          </a:p>
        </p:txBody>
      </p:sp>
      <p:sp>
        <p:nvSpPr>
          <p:cNvPr id="22" name="">
            <a:extLst xmlns:a="http://schemas.openxmlformats.org/drawingml/2006/main">
              <a:ext uri="{FF2B5EF4-FFF2-40B4-BE49-F238E27FC236}">
                <a16:creationId xmlns:a16="http://schemas.microsoft.com/office/drawing/2014/main" id="{9E4ACEEE-7441-443F-BCE7-2A04BAA17173}"/>
              </a:ext>
            </a:extLst>
          </p:cNvPr>
          <p:cNvSpPr>
            <a:spLocks xmlns:a="http://schemas.openxmlformats.org/drawingml/2006/main" noGrp="1"/>
          </p:cNvSpPr>
          <p:nvPr/>
        </p:nvSpPr>
        <p:spPr>
          <a:xfrm xmlns:a="http://schemas.openxmlformats.org/drawingml/2006/main">
            <a:off x="4572000" y="35242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ASSET</a:t>
            </a:r>
          </a:p>
        </p:txBody>
      </p:sp>
      <p:sp>
        <p:nvSpPr>
          <p:cNvPr id="23" name="">
            <a:extLst xmlns:a="http://schemas.openxmlformats.org/drawingml/2006/main">
              <a:ext uri="{FF2B5EF4-FFF2-40B4-BE49-F238E27FC236}">
                <a16:creationId xmlns:a16="http://schemas.microsoft.com/office/drawing/2014/main" id="{7DB9D2EB-CD05-46F9-9626-1CDD41EAB869}"/>
              </a:ext>
            </a:extLst>
          </p:cNvPr>
          <p:cNvSpPr>
            <a:spLocks xmlns:a="http://schemas.openxmlformats.org/drawingml/2006/main" noGrp="1"/>
          </p:cNvSpPr>
          <p:nvPr/>
        </p:nvSpPr>
        <p:spPr>
          <a:xfrm xmlns:a="http://schemas.openxmlformats.org/drawingml/2006/main">
            <a:off x="5267325" y="34861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Transition markers</a:t>
            </a:r>
          </a:p>
        </p:txBody>
      </p:sp>
      <p:sp>
        <p:nvSpPr>
          <p:cNvPr id="24" name="">
            <a:extLst xmlns:a="http://schemas.openxmlformats.org/drawingml/2006/main">
              <a:ext uri="{FF2B5EF4-FFF2-40B4-BE49-F238E27FC236}">
                <a16:creationId xmlns:a16="http://schemas.microsoft.com/office/drawing/2014/main" id="{FD84E95C-D155-4A93-8C6C-B2ED5882918E}"/>
              </a:ext>
            </a:extLst>
          </p:cNvPr>
          <p:cNvSpPr>
            <a:spLocks xmlns:a="http://schemas.openxmlformats.org/drawingml/2006/main" noGrp="1"/>
          </p:cNvSpPr>
          <p:nvPr/>
        </p:nvSpPr>
        <p:spPr>
          <a:xfrm xmlns:a="http://schemas.openxmlformats.org/drawingml/2006/main">
            <a:off x="8096250" y="1638300"/>
            <a:ext cx="3333750" cy="2400300"/>
          </a:xfrm>
          <a:prstGeom xmlns:a="http://schemas.openxmlformats.org/drawingml/2006/main" prst="roundRect">
            <a:avLst>
              <a:gd name="adj" fmla="val 3175"/>
            </a:avLst>
          </a:prstGeom>
          <a:solidFill xmlns:a="http://schemas.openxmlformats.org/drawingml/2006/main">
            <a:srgbClr val="FFFDFC"/>
          </a:solidFill>
          <a:ln xmlns:a="http://schemas.openxmlformats.org/drawingml/2006/main" w="9525">
            <a:solidFill>
              <a:srgbClr val="D9CFD5"/>
            </a:solidFill>
          </a:ln>
        </p:spPr>
      </p:sp>
      <p:sp>
        <p:nvSpPr>
          <p:cNvPr id="25" name="">
            <a:extLst xmlns:a="http://schemas.openxmlformats.org/drawingml/2006/main">
              <a:ext uri="{FF2B5EF4-FFF2-40B4-BE49-F238E27FC236}">
                <a16:creationId xmlns:a16="http://schemas.microsoft.com/office/drawing/2014/main" id="{A3EE420C-A8D4-441E-B6DD-B2C537C663F0}"/>
              </a:ext>
            </a:extLst>
          </p:cNvPr>
          <p:cNvSpPr>
            <a:spLocks xmlns:a="http://schemas.openxmlformats.org/drawingml/2006/main" noGrp="1"/>
          </p:cNvSpPr>
          <p:nvPr/>
        </p:nvSpPr>
        <p:spPr>
          <a:xfrm xmlns:a="http://schemas.openxmlformats.org/drawingml/2006/main">
            <a:off x="8286750" y="1847850"/>
            <a:ext cx="2914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5A2E78"/>
                </a:solidFill>
                <a:latin typeface="Helvetica"/>
                <a:ea typeface="Helvetica"/>
                <a:cs typeface="Helvetica"/>
              </a:defRPr>
            </a:defPPr>
            <a:lvl1pPr algn="l">
              <a:defRPr sz="975" b="1" i="0">
                <a:solidFill>
                  <a:srgbClr val="5A2E78"/>
                </a:solidFill>
                <a:latin typeface="Helvetica"/>
                <a:ea typeface="Helvetica"/>
                <a:cs typeface="Helvetica"/>
              </a:defRPr>
            </a:lvl1pPr>
            <a:lvl2pPr algn="l">
              <a:defRPr sz="975" b="1" i="0">
                <a:solidFill>
                  <a:srgbClr val="5A2E78"/>
                </a:solidFill>
                <a:latin typeface="Helvetica"/>
                <a:ea typeface="Helvetica"/>
                <a:cs typeface="Helvetica"/>
              </a:defRPr>
            </a:lvl2pPr>
            <a:lvl3pPr algn="l">
              <a:defRPr sz="975" b="1" i="0">
                <a:solidFill>
                  <a:srgbClr val="5A2E78"/>
                </a:solidFill>
                <a:latin typeface="Helvetica"/>
                <a:ea typeface="Helvetica"/>
                <a:cs typeface="Helvetica"/>
              </a:defRPr>
            </a:lvl3pPr>
            <a:lvl4pPr algn="l">
              <a:defRPr sz="975" b="1" i="0">
                <a:solidFill>
                  <a:srgbClr val="5A2E78"/>
                </a:solidFill>
                <a:latin typeface="Helvetica"/>
                <a:ea typeface="Helvetica"/>
                <a:cs typeface="Helvetica"/>
              </a:defRPr>
            </a:lvl4pPr>
            <a:lvl5pPr algn="l">
              <a:defRPr sz="975" b="1" i="0">
                <a:solidFill>
                  <a:srgbClr val="5A2E78"/>
                </a:solidFill>
                <a:latin typeface="Helvetica"/>
                <a:ea typeface="Helvetica"/>
                <a:cs typeface="Helvetica"/>
              </a:defRPr>
            </a:lvl5pPr>
            <a:lvl6pPr algn="l">
              <a:defRPr sz="975" b="1" i="0">
                <a:solidFill>
                  <a:srgbClr val="5A2E78"/>
                </a:solidFill>
                <a:latin typeface="Helvetica"/>
                <a:ea typeface="Helvetica"/>
                <a:cs typeface="Helvetica"/>
              </a:defRPr>
            </a:lvl6pPr>
            <a:lvl7pPr algn="l">
              <a:defRPr sz="975" b="1" i="0">
                <a:solidFill>
                  <a:srgbClr val="5A2E78"/>
                </a:solidFill>
                <a:latin typeface="Helvetica"/>
                <a:ea typeface="Helvetica"/>
                <a:cs typeface="Helvetica"/>
              </a:defRPr>
            </a:lvl7pPr>
            <a:lvl8pPr algn="l">
              <a:defRPr sz="975" b="1" i="0">
                <a:solidFill>
                  <a:srgbClr val="5A2E78"/>
                </a:solidFill>
                <a:latin typeface="Helvetica"/>
                <a:ea typeface="Helvetica"/>
                <a:cs typeface="Helvetica"/>
              </a:defRPr>
            </a:lvl8pPr>
            <a:lvl9pPr algn="l">
              <a:defRPr sz="975" b="1" i="0">
                <a:solidFill>
                  <a:srgbClr val="5A2E78"/>
                </a:solidFill>
                <a:latin typeface="Helvetica"/>
                <a:ea typeface="Helvetica"/>
                <a:cs typeface="Helvetica"/>
              </a:defRPr>
            </a:lvl9pPr>
          </a:lstStyle>
          <a:p xmlns:a="http://schemas.openxmlformats.org/drawingml/2006/main">
            <a:pPr algn="l">
              <a:defRPr sz="975" b="1" i="0">
                <a:solidFill>
                  <a:srgbClr val="5A2E78"/>
                </a:solidFill>
                <a:latin typeface="Helvetica"/>
                <a:ea typeface="Helvetica"/>
                <a:cs typeface="Helvetica"/>
              </a:defRPr>
            </a:pPr>
            <a:r>
              <a:rPr sz="975" b="1" i="0">
                <a:solidFill>
                  <a:srgbClr val="5A2E78"/>
                </a:solidFill>
                <a:latin typeface="Helvetica"/>
                <a:ea typeface="Helvetica"/>
                <a:cs typeface="Helvetica"/>
              </a:rPr>
              <a:t>03 / Recognise progress</a:t>
            </a:r>
          </a:p>
        </p:txBody>
      </p:sp>
      <p:sp>
        <p:nvSpPr>
          <p:cNvPr id="26" name="">
            <a:extLst xmlns:a="http://schemas.openxmlformats.org/drawingml/2006/main">
              <a:ext uri="{FF2B5EF4-FFF2-40B4-BE49-F238E27FC236}">
                <a16:creationId xmlns:a16="http://schemas.microsoft.com/office/drawing/2014/main" id="{09D19666-A037-42B1-A4F0-97897E5A4597}"/>
              </a:ext>
            </a:extLst>
          </p:cNvPr>
          <p:cNvSpPr>
            <a:spLocks xmlns:a="http://schemas.openxmlformats.org/drawingml/2006/main" noGrp="1"/>
          </p:cNvSpPr>
          <p:nvPr/>
        </p:nvSpPr>
        <p:spPr>
          <a:xfrm xmlns:a="http://schemas.openxmlformats.org/drawingml/2006/main">
            <a:off x="8286750" y="23241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ROLE</a:t>
            </a:r>
          </a:p>
        </p:txBody>
      </p:sp>
      <p:sp>
        <p:nvSpPr>
          <p:cNvPr id="27" name="">
            <a:extLst xmlns:a="http://schemas.openxmlformats.org/drawingml/2006/main">
              <a:ext uri="{FF2B5EF4-FFF2-40B4-BE49-F238E27FC236}">
                <a16:creationId xmlns:a16="http://schemas.microsoft.com/office/drawing/2014/main" id="{8736DFC6-17D6-406D-B55B-7D88F7A6CDC9}"/>
              </a:ext>
            </a:extLst>
          </p:cNvPr>
          <p:cNvSpPr>
            <a:spLocks xmlns:a="http://schemas.openxmlformats.org/drawingml/2006/main" noGrp="1"/>
          </p:cNvSpPr>
          <p:nvPr/>
        </p:nvSpPr>
        <p:spPr>
          <a:xfrm xmlns:a="http://schemas.openxmlformats.org/drawingml/2006/main">
            <a:off x="8982075" y="2286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Retention</a:t>
            </a:r>
          </a:p>
        </p:txBody>
      </p:sp>
      <p:sp>
        <p:nvSpPr>
          <p:cNvPr id="28" name="">
            <a:extLst xmlns:a="http://schemas.openxmlformats.org/drawingml/2006/main">
              <a:ext uri="{FF2B5EF4-FFF2-40B4-BE49-F238E27FC236}">
                <a16:creationId xmlns:a16="http://schemas.microsoft.com/office/drawing/2014/main" id="{F972F37C-C9BB-4A84-8C59-3248D9E020D8}"/>
              </a:ext>
            </a:extLst>
          </p:cNvPr>
          <p:cNvSpPr>
            <a:spLocks xmlns:a="http://schemas.openxmlformats.org/drawingml/2006/main" noGrp="1"/>
          </p:cNvSpPr>
          <p:nvPr/>
        </p:nvSpPr>
        <p:spPr>
          <a:xfrm xmlns:a="http://schemas.openxmlformats.org/drawingml/2006/main">
            <a:off x="8286750" y="27241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TENSION</a:t>
            </a:r>
          </a:p>
        </p:txBody>
      </p:sp>
      <p:sp>
        <p:nvSpPr>
          <p:cNvPr id="29" name="">
            <a:extLst xmlns:a="http://schemas.openxmlformats.org/drawingml/2006/main">
              <a:ext uri="{FF2B5EF4-FFF2-40B4-BE49-F238E27FC236}">
                <a16:creationId xmlns:a16="http://schemas.microsoft.com/office/drawing/2014/main" id="{5D2C0F03-D751-427C-9DA2-065CD13989DF}"/>
              </a:ext>
            </a:extLst>
          </p:cNvPr>
          <p:cNvSpPr>
            <a:spLocks xmlns:a="http://schemas.openxmlformats.org/drawingml/2006/main" noGrp="1"/>
          </p:cNvSpPr>
          <p:nvPr/>
        </p:nvSpPr>
        <p:spPr>
          <a:xfrm xmlns:a="http://schemas.openxmlformats.org/drawingml/2006/main">
            <a:off x="8982075" y="2686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Is it working?</a:t>
            </a:r>
          </a:p>
        </p:txBody>
      </p:sp>
      <p:sp>
        <p:nvSpPr>
          <p:cNvPr id="30" name="">
            <a:extLst xmlns:a="http://schemas.openxmlformats.org/drawingml/2006/main">
              <a:ext uri="{FF2B5EF4-FFF2-40B4-BE49-F238E27FC236}">
                <a16:creationId xmlns:a16="http://schemas.microsoft.com/office/drawing/2014/main" id="{CF416185-2DB4-4FEB-9702-27BE17519D68}"/>
              </a:ext>
            </a:extLst>
          </p:cNvPr>
          <p:cNvSpPr>
            <a:spLocks xmlns:a="http://schemas.openxmlformats.org/drawingml/2006/main" noGrp="1"/>
          </p:cNvSpPr>
          <p:nvPr/>
        </p:nvSpPr>
        <p:spPr>
          <a:xfrm xmlns:a="http://schemas.openxmlformats.org/drawingml/2006/main">
            <a:off x="8286750" y="312420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PROOF</a:t>
            </a:r>
          </a:p>
        </p:txBody>
      </p:sp>
      <p:sp>
        <p:nvSpPr>
          <p:cNvPr id="31" name="">
            <a:extLst xmlns:a="http://schemas.openxmlformats.org/drawingml/2006/main">
              <a:ext uri="{FF2B5EF4-FFF2-40B4-BE49-F238E27FC236}">
                <a16:creationId xmlns:a16="http://schemas.microsoft.com/office/drawing/2014/main" id="{11BD21D0-22F2-434F-AE49-D47B75DCF591}"/>
              </a:ext>
            </a:extLst>
          </p:cNvPr>
          <p:cNvSpPr>
            <a:spLocks xmlns:a="http://schemas.openxmlformats.org/drawingml/2006/main" noGrp="1"/>
          </p:cNvSpPr>
          <p:nvPr/>
        </p:nvSpPr>
        <p:spPr>
          <a:xfrm xmlns:a="http://schemas.openxmlformats.org/drawingml/2006/main">
            <a:off x="8982075" y="30861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Observed outcomes</a:t>
            </a:r>
          </a:p>
        </p:txBody>
      </p:sp>
      <p:sp>
        <p:nvSpPr>
          <p:cNvPr id="32" name="">
            <a:extLst xmlns:a="http://schemas.openxmlformats.org/drawingml/2006/main">
              <a:ext uri="{FF2B5EF4-FFF2-40B4-BE49-F238E27FC236}">
                <a16:creationId xmlns:a16="http://schemas.microsoft.com/office/drawing/2014/main" id="{7D839E01-187D-4FBF-9750-6C1A65348A8E}"/>
              </a:ext>
            </a:extLst>
          </p:cNvPr>
          <p:cNvSpPr>
            <a:spLocks xmlns:a="http://schemas.openxmlformats.org/drawingml/2006/main" noGrp="1"/>
          </p:cNvSpPr>
          <p:nvPr/>
        </p:nvSpPr>
        <p:spPr>
          <a:xfrm xmlns:a="http://schemas.openxmlformats.org/drawingml/2006/main">
            <a:off x="8286750" y="3524250"/>
            <a:ext cx="666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525" b="1" i="0">
                <a:solidFill>
                  <a:srgbClr val="FF654F"/>
                </a:solidFill>
                <a:latin typeface="Helvetica"/>
                <a:ea typeface="Helvetica"/>
                <a:cs typeface="Helvetica"/>
              </a:defRPr>
            </a:defPPr>
            <a:lvl1pPr algn="l">
              <a:defRPr sz="525" b="1" i="0">
                <a:solidFill>
                  <a:srgbClr val="FF654F"/>
                </a:solidFill>
                <a:latin typeface="Helvetica"/>
                <a:ea typeface="Helvetica"/>
                <a:cs typeface="Helvetica"/>
              </a:defRPr>
            </a:lvl1pPr>
            <a:lvl2pPr algn="l">
              <a:defRPr sz="525" b="1" i="0">
                <a:solidFill>
                  <a:srgbClr val="FF654F"/>
                </a:solidFill>
                <a:latin typeface="Helvetica"/>
                <a:ea typeface="Helvetica"/>
                <a:cs typeface="Helvetica"/>
              </a:defRPr>
            </a:lvl2pPr>
            <a:lvl3pPr algn="l">
              <a:defRPr sz="525" b="1" i="0">
                <a:solidFill>
                  <a:srgbClr val="FF654F"/>
                </a:solidFill>
                <a:latin typeface="Helvetica"/>
                <a:ea typeface="Helvetica"/>
                <a:cs typeface="Helvetica"/>
              </a:defRPr>
            </a:lvl3pPr>
            <a:lvl4pPr algn="l">
              <a:defRPr sz="525" b="1" i="0">
                <a:solidFill>
                  <a:srgbClr val="FF654F"/>
                </a:solidFill>
                <a:latin typeface="Helvetica"/>
                <a:ea typeface="Helvetica"/>
                <a:cs typeface="Helvetica"/>
              </a:defRPr>
            </a:lvl4pPr>
            <a:lvl5pPr algn="l">
              <a:defRPr sz="525" b="1" i="0">
                <a:solidFill>
                  <a:srgbClr val="FF654F"/>
                </a:solidFill>
                <a:latin typeface="Helvetica"/>
                <a:ea typeface="Helvetica"/>
                <a:cs typeface="Helvetica"/>
              </a:defRPr>
            </a:lvl5pPr>
            <a:lvl6pPr algn="l">
              <a:defRPr sz="525" b="1" i="0">
                <a:solidFill>
                  <a:srgbClr val="FF654F"/>
                </a:solidFill>
                <a:latin typeface="Helvetica"/>
                <a:ea typeface="Helvetica"/>
                <a:cs typeface="Helvetica"/>
              </a:defRPr>
            </a:lvl6pPr>
            <a:lvl7pPr algn="l">
              <a:defRPr sz="525" b="1" i="0">
                <a:solidFill>
                  <a:srgbClr val="FF654F"/>
                </a:solidFill>
                <a:latin typeface="Helvetica"/>
                <a:ea typeface="Helvetica"/>
                <a:cs typeface="Helvetica"/>
              </a:defRPr>
            </a:lvl7pPr>
            <a:lvl8pPr algn="l">
              <a:defRPr sz="525" b="1" i="0">
                <a:solidFill>
                  <a:srgbClr val="FF654F"/>
                </a:solidFill>
                <a:latin typeface="Helvetica"/>
                <a:ea typeface="Helvetica"/>
                <a:cs typeface="Helvetica"/>
              </a:defRPr>
            </a:lvl8pPr>
            <a:lvl9pPr algn="l">
              <a:defRPr sz="525" b="1" i="0">
                <a:solidFill>
                  <a:srgbClr val="FF654F"/>
                </a:solidFill>
                <a:latin typeface="Helvetica"/>
                <a:ea typeface="Helvetica"/>
                <a:cs typeface="Helvetica"/>
              </a:defRPr>
            </a:lvl9pPr>
          </a:lstStyle>
          <a:p xmlns:a="http://schemas.openxmlformats.org/drawingml/2006/main">
            <a:pPr algn="l">
              <a:defRPr sz="525" b="1" i="0">
                <a:solidFill>
                  <a:srgbClr val="FF654F"/>
                </a:solidFill>
                <a:latin typeface="Helvetica"/>
                <a:ea typeface="Helvetica"/>
                <a:cs typeface="Helvetica"/>
              </a:defRPr>
            </a:pPr>
            <a:r>
              <a:rPr sz="525" b="1" i="0">
                <a:solidFill>
                  <a:srgbClr val="FF654F"/>
                </a:solidFill>
                <a:latin typeface="Helvetica"/>
                <a:ea typeface="Helvetica"/>
                <a:cs typeface="Helvetica"/>
              </a:rPr>
              <a:t>ASSET</a:t>
            </a:r>
          </a:p>
        </p:txBody>
      </p:sp>
      <p:sp>
        <p:nvSpPr>
          <p:cNvPr id="33" name="">
            <a:extLst xmlns:a="http://schemas.openxmlformats.org/drawingml/2006/main">
              <a:ext uri="{FF2B5EF4-FFF2-40B4-BE49-F238E27FC236}">
                <a16:creationId xmlns:a16="http://schemas.microsoft.com/office/drawing/2014/main" id="{4C47633C-396F-4B29-A552-ACFED7E65241}"/>
              </a:ext>
            </a:extLst>
          </p:cNvPr>
          <p:cNvSpPr>
            <a:spLocks xmlns:a="http://schemas.openxmlformats.org/drawingml/2006/main" noGrp="1"/>
          </p:cNvSpPr>
          <p:nvPr/>
        </p:nvSpPr>
        <p:spPr>
          <a:xfrm xmlns:a="http://schemas.openxmlformats.org/drawingml/2006/main">
            <a:off x="8982075" y="34861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15121B"/>
                </a:solidFill>
                <a:latin typeface="Helvetica"/>
                <a:ea typeface="Helvetica"/>
                <a:cs typeface="Helvetica"/>
              </a:defRPr>
            </a:defPPr>
            <a:lvl1pPr algn="l">
              <a:defRPr sz="750" b="1" i="0">
                <a:solidFill>
                  <a:srgbClr val="15121B"/>
                </a:solidFill>
                <a:latin typeface="Helvetica"/>
                <a:ea typeface="Helvetica"/>
                <a:cs typeface="Helvetica"/>
              </a:defRPr>
            </a:lvl1pPr>
            <a:lvl2pPr algn="l">
              <a:defRPr sz="750" b="1" i="0">
                <a:solidFill>
                  <a:srgbClr val="15121B"/>
                </a:solidFill>
                <a:latin typeface="Helvetica"/>
                <a:ea typeface="Helvetica"/>
                <a:cs typeface="Helvetica"/>
              </a:defRPr>
            </a:lvl2pPr>
            <a:lvl3pPr algn="l">
              <a:defRPr sz="750" b="1" i="0">
                <a:solidFill>
                  <a:srgbClr val="15121B"/>
                </a:solidFill>
                <a:latin typeface="Helvetica"/>
                <a:ea typeface="Helvetica"/>
                <a:cs typeface="Helvetica"/>
              </a:defRPr>
            </a:lvl3pPr>
            <a:lvl4pPr algn="l">
              <a:defRPr sz="750" b="1" i="0">
                <a:solidFill>
                  <a:srgbClr val="15121B"/>
                </a:solidFill>
                <a:latin typeface="Helvetica"/>
                <a:ea typeface="Helvetica"/>
                <a:cs typeface="Helvetica"/>
              </a:defRPr>
            </a:lvl4pPr>
            <a:lvl5pPr algn="l">
              <a:defRPr sz="750" b="1" i="0">
                <a:solidFill>
                  <a:srgbClr val="15121B"/>
                </a:solidFill>
                <a:latin typeface="Helvetica"/>
                <a:ea typeface="Helvetica"/>
                <a:cs typeface="Helvetica"/>
              </a:defRPr>
            </a:lvl5pPr>
            <a:lvl6pPr algn="l">
              <a:defRPr sz="750" b="1" i="0">
                <a:solidFill>
                  <a:srgbClr val="15121B"/>
                </a:solidFill>
                <a:latin typeface="Helvetica"/>
                <a:ea typeface="Helvetica"/>
                <a:cs typeface="Helvetica"/>
              </a:defRPr>
            </a:lvl6pPr>
            <a:lvl7pPr algn="l">
              <a:defRPr sz="750" b="1" i="0">
                <a:solidFill>
                  <a:srgbClr val="15121B"/>
                </a:solidFill>
                <a:latin typeface="Helvetica"/>
                <a:ea typeface="Helvetica"/>
                <a:cs typeface="Helvetica"/>
              </a:defRPr>
            </a:lvl7pPr>
            <a:lvl8pPr algn="l">
              <a:defRPr sz="750" b="1" i="0">
                <a:solidFill>
                  <a:srgbClr val="15121B"/>
                </a:solidFill>
                <a:latin typeface="Helvetica"/>
                <a:ea typeface="Helvetica"/>
                <a:cs typeface="Helvetica"/>
              </a:defRPr>
            </a:lvl8pPr>
            <a:lvl9pPr algn="l">
              <a:defRPr sz="750" b="1" i="0">
                <a:solidFill>
                  <a:srgbClr val="15121B"/>
                </a:solidFill>
                <a:latin typeface="Helvetica"/>
                <a:ea typeface="Helvetica"/>
                <a:cs typeface="Helvetica"/>
              </a:defRPr>
            </a:lvl9pPr>
          </a:lstStyle>
          <a:p xmlns:a="http://schemas.openxmlformats.org/drawingml/2006/main">
            <a:pPr algn="l">
              <a:defRPr sz="750" b="1" i="0">
                <a:solidFill>
                  <a:srgbClr val="15121B"/>
                </a:solidFill>
                <a:latin typeface="Helvetica"/>
                <a:ea typeface="Helvetica"/>
                <a:cs typeface="Helvetica"/>
              </a:defRPr>
            </a:pPr>
            <a:r>
              <a:rPr sz="750" b="1" i="0">
                <a:solidFill>
                  <a:srgbClr val="15121B"/>
                </a:solidFill>
                <a:latin typeface="Helvetica"/>
                <a:ea typeface="Helvetica"/>
                <a:cs typeface="Helvetica"/>
              </a:rPr>
              <a:t>Progress record</a:t>
            </a:r>
          </a:p>
        </p:txBody>
      </p:sp>
      <p:sp>
        <p:nvSpPr>
          <p:cNvPr id="34" name="">
            <a:extLst xmlns:a="http://schemas.openxmlformats.org/drawingml/2006/main">
              <a:ext uri="{FF2B5EF4-FFF2-40B4-BE49-F238E27FC236}">
                <a16:creationId xmlns:a16="http://schemas.microsoft.com/office/drawing/2014/main" id="{7E1B7757-8609-4A78-B910-689C12EC3CB8}"/>
              </a:ext>
            </a:extLst>
          </p:cNvPr>
          <p:cNvSpPr>
            <a:spLocks xmlns:a="http://schemas.openxmlformats.org/drawingml/2006/main" noGrp="1"/>
          </p:cNvSpPr>
          <p:nvPr/>
        </p:nvSpPr>
        <p:spPr>
          <a:xfrm xmlns:a="http://schemas.openxmlformats.org/drawingml/2006/main">
            <a:off x="666750" y="4286250"/>
            <a:ext cx="3238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FF654F"/>
                </a:solidFill>
                <a:latin typeface="Helvetica"/>
                <a:ea typeface="Helvetica"/>
                <a:cs typeface="Helvetica"/>
              </a:defRPr>
            </a:defPPr>
            <a:lvl1pPr algn="l">
              <a:defRPr sz="600" b="1" i="0">
                <a:solidFill>
                  <a:srgbClr val="FF654F"/>
                </a:solidFill>
                <a:latin typeface="Helvetica"/>
                <a:ea typeface="Helvetica"/>
                <a:cs typeface="Helvetica"/>
              </a:defRPr>
            </a:lvl1pPr>
            <a:lvl2pPr algn="l">
              <a:defRPr sz="600" b="1" i="0">
                <a:solidFill>
                  <a:srgbClr val="FF654F"/>
                </a:solidFill>
                <a:latin typeface="Helvetica"/>
                <a:ea typeface="Helvetica"/>
                <a:cs typeface="Helvetica"/>
              </a:defRPr>
            </a:lvl2pPr>
            <a:lvl3pPr algn="l">
              <a:defRPr sz="600" b="1" i="0">
                <a:solidFill>
                  <a:srgbClr val="FF654F"/>
                </a:solidFill>
                <a:latin typeface="Helvetica"/>
                <a:ea typeface="Helvetica"/>
                <a:cs typeface="Helvetica"/>
              </a:defRPr>
            </a:lvl3pPr>
            <a:lvl4pPr algn="l">
              <a:defRPr sz="600" b="1" i="0">
                <a:solidFill>
                  <a:srgbClr val="FF654F"/>
                </a:solidFill>
                <a:latin typeface="Helvetica"/>
                <a:ea typeface="Helvetica"/>
                <a:cs typeface="Helvetica"/>
              </a:defRPr>
            </a:lvl4pPr>
            <a:lvl5pPr algn="l">
              <a:defRPr sz="600" b="1" i="0">
                <a:solidFill>
                  <a:srgbClr val="FF654F"/>
                </a:solidFill>
                <a:latin typeface="Helvetica"/>
                <a:ea typeface="Helvetica"/>
                <a:cs typeface="Helvetica"/>
              </a:defRPr>
            </a:lvl5pPr>
            <a:lvl6pPr algn="l">
              <a:defRPr sz="600" b="1" i="0">
                <a:solidFill>
                  <a:srgbClr val="FF654F"/>
                </a:solidFill>
                <a:latin typeface="Helvetica"/>
                <a:ea typeface="Helvetica"/>
                <a:cs typeface="Helvetica"/>
              </a:defRPr>
            </a:lvl6pPr>
            <a:lvl7pPr algn="l">
              <a:defRPr sz="600" b="1" i="0">
                <a:solidFill>
                  <a:srgbClr val="FF654F"/>
                </a:solidFill>
                <a:latin typeface="Helvetica"/>
                <a:ea typeface="Helvetica"/>
                <a:cs typeface="Helvetica"/>
              </a:defRPr>
            </a:lvl7pPr>
            <a:lvl8pPr algn="l">
              <a:defRPr sz="600" b="1" i="0">
                <a:solidFill>
                  <a:srgbClr val="FF654F"/>
                </a:solidFill>
                <a:latin typeface="Helvetica"/>
                <a:ea typeface="Helvetica"/>
                <a:cs typeface="Helvetica"/>
              </a:defRPr>
            </a:lvl8pPr>
            <a:lvl9pPr algn="l">
              <a:defRPr sz="600" b="1" i="0">
                <a:solidFill>
                  <a:srgbClr val="FF654F"/>
                </a:solidFill>
                <a:latin typeface="Helvetica"/>
                <a:ea typeface="Helvetica"/>
                <a:cs typeface="Helvetica"/>
              </a:defRPr>
            </a:lvl9pPr>
          </a:lstStyle>
          <a:p xmlns:a="http://schemas.openxmlformats.org/drawingml/2006/main">
            <a:pPr algn="l">
              <a:defRPr sz="600" b="1" i="0">
                <a:solidFill>
                  <a:srgbClr val="FF654F"/>
                </a:solidFill>
                <a:latin typeface="Helvetica"/>
                <a:ea typeface="Helvetica"/>
                <a:cs typeface="Helvetica"/>
              </a:defRPr>
            </a:pPr>
            <a:r>
              <a:rPr sz="600" b="1" i="0">
                <a:solidFill>
                  <a:srgbClr val="FF654F"/>
                </a:solidFill>
                <a:latin typeface="Helvetica"/>
                <a:ea typeface="Helvetica"/>
                <a:cs typeface="Helvetica"/>
              </a:rPr>
              <a:t>VERBAL ASSETS</a:t>
            </a:r>
          </a:p>
        </p:txBody>
      </p:sp>
      <p:sp>
        <p:nvSpPr>
          <p:cNvPr id="35" name="">
            <a:extLst xmlns:a="http://schemas.openxmlformats.org/drawingml/2006/main">
              <a:ext uri="{FF2B5EF4-FFF2-40B4-BE49-F238E27FC236}">
                <a16:creationId xmlns:a16="http://schemas.microsoft.com/office/drawing/2014/main" id="{46B57C88-ACCD-4EFB-8238-55D35A9BD1D7}"/>
              </a:ext>
            </a:extLst>
          </p:cNvPr>
          <p:cNvSpPr>
            <a:spLocks xmlns:a="http://schemas.openxmlformats.org/drawingml/2006/main" noGrp="1"/>
          </p:cNvSpPr>
          <p:nvPr/>
        </p:nvSpPr>
        <p:spPr>
          <a:xfrm xmlns:a="http://schemas.openxmlformats.org/drawingml/2006/main">
            <a:off x="666750" y="45148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5A2E78"/>
                </a:solidFill>
                <a:latin typeface="Helvetica"/>
                <a:ea typeface="Helvetica"/>
                <a:cs typeface="Helvetica"/>
              </a:defRPr>
            </a:defPPr>
            <a:lvl1pPr algn="l">
              <a:defRPr sz="825" b="1" i="0">
                <a:solidFill>
                  <a:srgbClr val="5A2E78"/>
                </a:solidFill>
                <a:latin typeface="Helvetica"/>
                <a:ea typeface="Helvetica"/>
                <a:cs typeface="Helvetica"/>
              </a:defRPr>
            </a:lvl1pPr>
            <a:lvl2pPr algn="l">
              <a:defRPr sz="825" b="1" i="0">
                <a:solidFill>
                  <a:srgbClr val="5A2E78"/>
                </a:solidFill>
                <a:latin typeface="Helvetica"/>
                <a:ea typeface="Helvetica"/>
                <a:cs typeface="Helvetica"/>
              </a:defRPr>
            </a:lvl2pPr>
            <a:lvl3pPr algn="l">
              <a:defRPr sz="825" b="1" i="0">
                <a:solidFill>
                  <a:srgbClr val="5A2E78"/>
                </a:solidFill>
                <a:latin typeface="Helvetica"/>
                <a:ea typeface="Helvetica"/>
                <a:cs typeface="Helvetica"/>
              </a:defRPr>
            </a:lvl3pPr>
            <a:lvl4pPr algn="l">
              <a:defRPr sz="825" b="1" i="0">
                <a:solidFill>
                  <a:srgbClr val="5A2E78"/>
                </a:solidFill>
                <a:latin typeface="Helvetica"/>
                <a:ea typeface="Helvetica"/>
                <a:cs typeface="Helvetica"/>
              </a:defRPr>
            </a:lvl4pPr>
            <a:lvl5pPr algn="l">
              <a:defRPr sz="825" b="1" i="0">
                <a:solidFill>
                  <a:srgbClr val="5A2E78"/>
                </a:solidFill>
                <a:latin typeface="Helvetica"/>
                <a:ea typeface="Helvetica"/>
                <a:cs typeface="Helvetica"/>
              </a:defRPr>
            </a:lvl5pPr>
            <a:lvl6pPr algn="l">
              <a:defRPr sz="825" b="1" i="0">
                <a:solidFill>
                  <a:srgbClr val="5A2E78"/>
                </a:solidFill>
                <a:latin typeface="Helvetica"/>
                <a:ea typeface="Helvetica"/>
                <a:cs typeface="Helvetica"/>
              </a:defRPr>
            </a:lvl6pPr>
            <a:lvl7pPr algn="l">
              <a:defRPr sz="825" b="1" i="0">
                <a:solidFill>
                  <a:srgbClr val="5A2E78"/>
                </a:solidFill>
                <a:latin typeface="Helvetica"/>
                <a:ea typeface="Helvetica"/>
                <a:cs typeface="Helvetica"/>
              </a:defRPr>
            </a:lvl7pPr>
            <a:lvl8pPr algn="l">
              <a:defRPr sz="825" b="1" i="0">
                <a:solidFill>
                  <a:srgbClr val="5A2E78"/>
                </a:solidFill>
                <a:latin typeface="Helvetica"/>
                <a:ea typeface="Helvetica"/>
                <a:cs typeface="Helvetica"/>
              </a:defRPr>
            </a:lvl8pPr>
            <a:lvl9pPr algn="l">
              <a:defRPr sz="825" b="1" i="0">
                <a:solidFill>
                  <a:srgbClr val="5A2E78"/>
                </a:solidFill>
                <a:latin typeface="Helvetica"/>
                <a:ea typeface="Helvetica"/>
                <a:cs typeface="Helvetica"/>
              </a:defRPr>
            </a:lvl9pPr>
          </a:lstStyle>
          <a:p xmlns:a="http://schemas.openxmlformats.org/drawingml/2006/main">
            <a:pPr algn="l">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Decide with evidence • Fresh feeding, made observable</a:t>
            </a:r>
          </a:p>
        </p:txBody>
      </p:sp>
      <p:sp>
        <p:nvSpPr>
          <p:cNvPr id="36" name="">
            <a:extLst xmlns:a="http://schemas.openxmlformats.org/drawingml/2006/main">
              <a:ext uri="{FF2B5EF4-FFF2-40B4-BE49-F238E27FC236}">
                <a16:creationId xmlns:a16="http://schemas.microsoft.com/office/drawing/2014/main" id="{BA611678-EEF9-403C-BEE9-E4CCD663CF3C}"/>
              </a:ext>
            </a:extLst>
          </p:cNvPr>
          <p:cNvSpPr>
            <a:spLocks xmlns:a="http://schemas.openxmlformats.org/drawingml/2006/main" noGrp="1"/>
          </p:cNvSpPr>
          <p:nvPr/>
        </p:nvSpPr>
        <p:spPr>
          <a:xfrm xmlns:a="http://schemas.openxmlformats.org/drawingml/2006/main">
            <a:off x="4381500" y="4286250"/>
            <a:ext cx="3238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FF654F"/>
                </a:solidFill>
                <a:latin typeface="Helvetica"/>
                <a:ea typeface="Helvetica"/>
                <a:cs typeface="Helvetica"/>
              </a:defRPr>
            </a:defPPr>
            <a:lvl1pPr algn="l">
              <a:defRPr sz="600" b="1" i="0">
                <a:solidFill>
                  <a:srgbClr val="FF654F"/>
                </a:solidFill>
                <a:latin typeface="Helvetica"/>
                <a:ea typeface="Helvetica"/>
                <a:cs typeface="Helvetica"/>
              </a:defRPr>
            </a:lvl1pPr>
            <a:lvl2pPr algn="l">
              <a:defRPr sz="600" b="1" i="0">
                <a:solidFill>
                  <a:srgbClr val="FF654F"/>
                </a:solidFill>
                <a:latin typeface="Helvetica"/>
                <a:ea typeface="Helvetica"/>
                <a:cs typeface="Helvetica"/>
              </a:defRPr>
            </a:lvl2pPr>
            <a:lvl3pPr algn="l">
              <a:defRPr sz="600" b="1" i="0">
                <a:solidFill>
                  <a:srgbClr val="FF654F"/>
                </a:solidFill>
                <a:latin typeface="Helvetica"/>
                <a:ea typeface="Helvetica"/>
                <a:cs typeface="Helvetica"/>
              </a:defRPr>
            </a:lvl3pPr>
            <a:lvl4pPr algn="l">
              <a:defRPr sz="600" b="1" i="0">
                <a:solidFill>
                  <a:srgbClr val="FF654F"/>
                </a:solidFill>
                <a:latin typeface="Helvetica"/>
                <a:ea typeface="Helvetica"/>
                <a:cs typeface="Helvetica"/>
              </a:defRPr>
            </a:lvl4pPr>
            <a:lvl5pPr algn="l">
              <a:defRPr sz="600" b="1" i="0">
                <a:solidFill>
                  <a:srgbClr val="FF654F"/>
                </a:solidFill>
                <a:latin typeface="Helvetica"/>
                <a:ea typeface="Helvetica"/>
                <a:cs typeface="Helvetica"/>
              </a:defRPr>
            </a:lvl5pPr>
            <a:lvl6pPr algn="l">
              <a:defRPr sz="600" b="1" i="0">
                <a:solidFill>
                  <a:srgbClr val="FF654F"/>
                </a:solidFill>
                <a:latin typeface="Helvetica"/>
                <a:ea typeface="Helvetica"/>
                <a:cs typeface="Helvetica"/>
              </a:defRPr>
            </a:lvl6pPr>
            <a:lvl7pPr algn="l">
              <a:defRPr sz="600" b="1" i="0">
                <a:solidFill>
                  <a:srgbClr val="FF654F"/>
                </a:solidFill>
                <a:latin typeface="Helvetica"/>
                <a:ea typeface="Helvetica"/>
                <a:cs typeface="Helvetica"/>
              </a:defRPr>
            </a:lvl7pPr>
            <a:lvl8pPr algn="l">
              <a:defRPr sz="600" b="1" i="0">
                <a:solidFill>
                  <a:srgbClr val="FF654F"/>
                </a:solidFill>
                <a:latin typeface="Helvetica"/>
                <a:ea typeface="Helvetica"/>
                <a:cs typeface="Helvetica"/>
              </a:defRPr>
            </a:lvl8pPr>
            <a:lvl9pPr algn="l">
              <a:defRPr sz="600" b="1" i="0">
                <a:solidFill>
                  <a:srgbClr val="FF654F"/>
                </a:solidFill>
                <a:latin typeface="Helvetica"/>
                <a:ea typeface="Helvetica"/>
                <a:cs typeface="Helvetica"/>
              </a:defRPr>
            </a:lvl9pPr>
          </a:lstStyle>
          <a:p xmlns:a="http://schemas.openxmlformats.org/drawingml/2006/main">
            <a:pPr algn="l">
              <a:defRPr sz="600" b="1" i="0">
                <a:solidFill>
                  <a:srgbClr val="FF654F"/>
                </a:solidFill>
                <a:latin typeface="Helvetica"/>
                <a:ea typeface="Helvetica"/>
                <a:cs typeface="Helvetica"/>
              </a:defRPr>
            </a:pPr>
            <a:r>
              <a:rPr sz="600" b="1" i="0">
                <a:solidFill>
                  <a:srgbClr val="FF654F"/>
                </a:solidFill>
                <a:latin typeface="Helvetica"/>
                <a:ea typeface="Helvetica"/>
                <a:cs typeface="Helvetica"/>
              </a:rPr>
              <a:t>TONE + MOTION</a:t>
            </a:r>
          </a:p>
        </p:txBody>
      </p:sp>
      <p:sp>
        <p:nvSpPr>
          <p:cNvPr id="37" name="">
            <a:extLst xmlns:a="http://schemas.openxmlformats.org/drawingml/2006/main">
              <a:ext uri="{FF2B5EF4-FFF2-40B4-BE49-F238E27FC236}">
                <a16:creationId xmlns:a16="http://schemas.microsoft.com/office/drawing/2014/main" id="{E2A68154-5392-4C31-A52C-1281587F7792}"/>
              </a:ext>
            </a:extLst>
          </p:cNvPr>
          <p:cNvSpPr>
            <a:spLocks xmlns:a="http://schemas.openxmlformats.org/drawingml/2006/main" noGrp="1"/>
          </p:cNvSpPr>
          <p:nvPr/>
        </p:nvSpPr>
        <p:spPr>
          <a:xfrm xmlns:a="http://schemas.openxmlformats.org/drawingml/2006/main">
            <a:off x="4381500" y="45148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5A2E78"/>
                </a:solidFill>
                <a:latin typeface="Helvetica"/>
                <a:ea typeface="Helvetica"/>
                <a:cs typeface="Helvetica"/>
              </a:defRPr>
            </a:defPPr>
            <a:lvl1pPr algn="l">
              <a:defRPr sz="825" b="1" i="0">
                <a:solidFill>
                  <a:srgbClr val="5A2E78"/>
                </a:solidFill>
                <a:latin typeface="Helvetica"/>
                <a:ea typeface="Helvetica"/>
                <a:cs typeface="Helvetica"/>
              </a:defRPr>
            </a:lvl1pPr>
            <a:lvl2pPr algn="l">
              <a:defRPr sz="825" b="1" i="0">
                <a:solidFill>
                  <a:srgbClr val="5A2E78"/>
                </a:solidFill>
                <a:latin typeface="Helvetica"/>
                <a:ea typeface="Helvetica"/>
                <a:cs typeface="Helvetica"/>
              </a:defRPr>
            </a:lvl2pPr>
            <a:lvl3pPr algn="l">
              <a:defRPr sz="825" b="1" i="0">
                <a:solidFill>
                  <a:srgbClr val="5A2E78"/>
                </a:solidFill>
                <a:latin typeface="Helvetica"/>
                <a:ea typeface="Helvetica"/>
                <a:cs typeface="Helvetica"/>
              </a:defRPr>
            </a:lvl3pPr>
            <a:lvl4pPr algn="l">
              <a:defRPr sz="825" b="1" i="0">
                <a:solidFill>
                  <a:srgbClr val="5A2E78"/>
                </a:solidFill>
                <a:latin typeface="Helvetica"/>
                <a:ea typeface="Helvetica"/>
                <a:cs typeface="Helvetica"/>
              </a:defRPr>
            </a:lvl4pPr>
            <a:lvl5pPr algn="l">
              <a:defRPr sz="825" b="1" i="0">
                <a:solidFill>
                  <a:srgbClr val="5A2E78"/>
                </a:solidFill>
                <a:latin typeface="Helvetica"/>
                <a:ea typeface="Helvetica"/>
                <a:cs typeface="Helvetica"/>
              </a:defRPr>
            </a:lvl5pPr>
            <a:lvl6pPr algn="l">
              <a:defRPr sz="825" b="1" i="0">
                <a:solidFill>
                  <a:srgbClr val="5A2E78"/>
                </a:solidFill>
                <a:latin typeface="Helvetica"/>
                <a:ea typeface="Helvetica"/>
                <a:cs typeface="Helvetica"/>
              </a:defRPr>
            </a:lvl6pPr>
            <a:lvl7pPr algn="l">
              <a:defRPr sz="825" b="1" i="0">
                <a:solidFill>
                  <a:srgbClr val="5A2E78"/>
                </a:solidFill>
                <a:latin typeface="Helvetica"/>
                <a:ea typeface="Helvetica"/>
                <a:cs typeface="Helvetica"/>
              </a:defRPr>
            </a:lvl7pPr>
            <a:lvl8pPr algn="l">
              <a:defRPr sz="825" b="1" i="0">
                <a:solidFill>
                  <a:srgbClr val="5A2E78"/>
                </a:solidFill>
                <a:latin typeface="Helvetica"/>
                <a:ea typeface="Helvetica"/>
                <a:cs typeface="Helvetica"/>
              </a:defRPr>
            </a:lvl8pPr>
            <a:lvl9pPr algn="l">
              <a:defRPr sz="825" b="1" i="0">
                <a:solidFill>
                  <a:srgbClr val="5A2E78"/>
                </a:solidFill>
                <a:latin typeface="Helvetica"/>
                <a:ea typeface="Helvetica"/>
                <a:cs typeface="Helvetica"/>
              </a:defRPr>
            </a:lvl9pPr>
          </a:lstStyle>
          <a:p xmlns:a="http://schemas.openxmlformats.org/drawingml/2006/main">
            <a:pPr algn="l">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Direct and careful • Evidence before claim</a:t>
            </a:r>
          </a:p>
        </p:txBody>
      </p:sp>
      <p:sp>
        <p:nvSpPr>
          <p:cNvPr id="38" name="">
            <a:extLst xmlns:a="http://schemas.openxmlformats.org/drawingml/2006/main">
              <a:ext uri="{FF2B5EF4-FFF2-40B4-BE49-F238E27FC236}">
                <a16:creationId xmlns:a16="http://schemas.microsoft.com/office/drawing/2014/main" id="{A0256B0E-D536-489A-BABF-DB5995BA2E07}"/>
              </a:ext>
            </a:extLst>
          </p:cNvPr>
          <p:cNvSpPr>
            <a:spLocks xmlns:a="http://schemas.openxmlformats.org/drawingml/2006/main" noGrp="1"/>
          </p:cNvSpPr>
          <p:nvPr/>
        </p:nvSpPr>
        <p:spPr>
          <a:xfrm xmlns:a="http://schemas.openxmlformats.org/drawingml/2006/main">
            <a:off x="8096250" y="4286250"/>
            <a:ext cx="3238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00" b="1" i="0">
                <a:solidFill>
                  <a:srgbClr val="FF654F"/>
                </a:solidFill>
                <a:latin typeface="Helvetica"/>
                <a:ea typeface="Helvetica"/>
                <a:cs typeface="Helvetica"/>
              </a:defRPr>
            </a:defPPr>
            <a:lvl1pPr algn="l">
              <a:defRPr sz="600" b="1" i="0">
                <a:solidFill>
                  <a:srgbClr val="FF654F"/>
                </a:solidFill>
                <a:latin typeface="Helvetica"/>
                <a:ea typeface="Helvetica"/>
                <a:cs typeface="Helvetica"/>
              </a:defRPr>
            </a:lvl1pPr>
            <a:lvl2pPr algn="l">
              <a:defRPr sz="600" b="1" i="0">
                <a:solidFill>
                  <a:srgbClr val="FF654F"/>
                </a:solidFill>
                <a:latin typeface="Helvetica"/>
                <a:ea typeface="Helvetica"/>
                <a:cs typeface="Helvetica"/>
              </a:defRPr>
            </a:lvl2pPr>
            <a:lvl3pPr algn="l">
              <a:defRPr sz="600" b="1" i="0">
                <a:solidFill>
                  <a:srgbClr val="FF654F"/>
                </a:solidFill>
                <a:latin typeface="Helvetica"/>
                <a:ea typeface="Helvetica"/>
                <a:cs typeface="Helvetica"/>
              </a:defRPr>
            </a:lvl3pPr>
            <a:lvl4pPr algn="l">
              <a:defRPr sz="600" b="1" i="0">
                <a:solidFill>
                  <a:srgbClr val="FF654F"/>
                </a:solidFill>
                <a:latin typeface="Helvetica"/>
                <a:ea typeface="Helvetica"/>
                <a:cs typeface="Helvetica"/>
              </a:defRPr>
            </a:lvl4pPr>
            <a:lvl5pPr algn="l">
              <a:defRPr sz="600" b="1" i="0">
                <a:solidFill>
                  <a:srgbClr val="FF654F"/>
                </a:solidFill>
                <a:latin typeface="Helvetica"/>
                <a:ea typeface="Helvetica"/>
                <a:cs typeface="Helvetica"/>
              </a:defRPr>
            </a:lvl5pPr>
            <a:lvl6pPr algn="l">
              <a:defRPr sz="600" b="1" i="0">
                <a:solidFill>
                  <a:srgbClr val="FF654F"/>
                </a:solidFill>
                <a:latin typeface="Helvetica"/>
                <a:ea typeface="Helvetica"/>
                <a:cs typeface="Helvetica"/>
              </a:defRPr>
            </a:lvl6pPr>
            <a:lvl7pPr algn="l">
              <a:defRPr sz="600" b="1" i="0">
                <a:solidFill>
                  <a:srgbClr val="FF654F"/>
                </a:solidFill>
                <a:latin typeface="Helvetica"/>
                <a:ea typeface="Helvetica"/>
                <a:cs typeface="Helvetica"/>
              </a:defRPr>
            </a:lvl7pPr>
            <a:lvl8pPr algn="l">
              <a:defRPr sz="600" b="1" i="0">
                <a:solidFill>
                  <a:srgbClr val="FF654F"/>
                </a:solidFill>
                <a:latin typeface="Helvetica"/>
                <a:ea typeface="Helvetica"/>
                <a:cs typeface="Helvetica"/>
              </a:defRPr>
            </a:lvl8pPr>
            <a:lvl9pPr algn="l">
              <a:defRPr sz="600" b="1" i="0">
                <a:solidFill>
                  <a:srgbClr val="FF654F"/>
                </a:solidFill>
                <a:latin typeface="Helvetica"/>
                <a:ea typeface="Helvetica"/>
                <a:cs typeface="Helvetica"/>
              </a:defRPr>
            </a:lvl9pPr>
          </a:lstStyle>
          <a:p xmlns:a="http://schemas.openxmlformats.org/drawingml/2006/main">
            <a:pPr algn="l">
              <a:defRPr sz="600" b="1" i="0">
                <a:solidFill>
                  <a:srgbClr val="FF654F"/>
                </a:solidFill>
                <a:latin typeface="Helvetica"/>
                <a:ea typeface="Helvetica"/>
                <a:cs typeface="Helvetica"/>
              </a:defRPr>
            </a:pPr>
            <a:r>
              <a:rPr sz="600" b="1" i="0">
                <a:solidFill>
                  <a:srgbClr val="FF654F"/>
                </a:solidFill>
                <a:latin typeface="Helvetica"/>
                <a:ea typeface="Helvetica"/>
                <a:cs typeface="Helvetica"/>
              </a:rPr>
              <a:t>RECURRING FORMATS</a:t>
            </a:r>
          </a:p>
        </p:txBody>
      </p:sp>
      <p:sp>
        <p:nvSpPr>
          <p:cNvPr id="39" name="">
            <a:extLst xmlns:a="http://schemas.openxmlformats.org/drawingml/2006/main">
              <a:ext uri="{FF2B5EF4-FFF2-40B4-BE49-F238E27FC236}">
                <a16:creationId xmlns:a16="http://schemas.microsoft.com/office/drawing/2014/main" id="{403B52CA-0F20-4D54-A2A4-E6E3117E21FD}"/>
              </a:ext>
            </a:extLst>
          </p:cNvPr>
          <p:cNvSpPr>
            <a:spLocks xmlns:a="http://schemas.openxmlformats.org/drawingml/2006/main" noGrp="1"/>
          </p:cNvSpPr>
          <p:nvPr/>
        </p:nvSpPr>
        <p:spPr>
          <a:xfrm xmlns:a="http://schemas.openxmlformats.org/drawingml/2006/main">
            <a:off x="8096250" y="45148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5A2E78"/>
                </a:solidFill>
                <a:latin typeface="Helvetica"/>
                <a:ea typeface="Helvetica"/>
                <a:cs typeface="Helvetica"/>
              </a:defRPr>
            </a:defPPr>
            <a:lvl1pPr algn="l">
              <a:defRPr sz="825" b="1" i="0">
                <a:solidFill>
                  <a:srgbClr val="5A2E78"/>
                </a:solidFill>
                <a:latin typeface="Helvetica"/>
                <a:ea typeface="Helvetica"/>
                <a:cs typeface="Helvetica"/>
              </a:defRPr>
            </a:lvl1pPr>
            <a:lvl2pPr algn="l">
              <a:defRPr sz="825" b="1" i="0">
                <a:solidFill>
                  <a:srgbClr val="5A2E78"/>
                </a:solidFill>
                <a:latin typeface="Helvetica"/>
                <a:ea typeface="Helvetica"/>
                <a:cs typeface="Helvetica"/>
              </a:defRPr>
            </a:lvl2pPr>
            <a:lvl3pPr algn="l">
              <a:defRPr sz="825" b="1" i="0">
                <a:solidFill>
                  <a:srgbClr val="5A2E78"/>
                </a:solidFill>
                <a:latin typeface="Helvetica"/>
                <a:ea typeface="Helvetica"/>
                <a:cs typeface="Helvetica"/>
              </a:defRPr>
            </a:lvl3pPr>
            <a:lvl4pPr algn="l">
              <a:defRPr sz="825" b="1" i="0">
                <a:solidFill>
                  <a:srgbClr val="5A2E78"/>
                </a:solidFill>
                <a:latin typeface="Helvetica"/>
                <a:ea typeface="Helvetica"/>
                <a:cs typeface="Helvetica"/>
              </a:defRPr>
            </a:lvl4pPr>
            <a:lvl5pPr algn="l">
              <a:defRPr sz="825" b="1" i="0">
                <a:solidFill>
                  <a:srgbClr val="5A2E78"/>
                </a:solidFill>
                <a:latin typeface="Helvetica"/>
                <a:ea typeface="Helvetica"/>
                <a:cs typeface="Helvetica"/>
              </a:defRPr>
            </a:lvl5pPr>
            <a:lvl6pPr algn="l">
              <a:defRPr sz="825" b="1" i="0">
                <a:solidFill>
                  <a:srgbClr val="5A2E78"/>
                </a:solidFill>
                <a:latin typeface="Helvetica"/>
                <a:ea typeface="Helvetica"/>
                <a:cs typeface="Helvetica"/>
              </a:defRPr>
            </a:lvl6pPr>
            <a:lvl7pPr algn="l">
              <a:defRPr sz="825" b="1" i="0">
                <a:solidFill>
                  <a:srgbClr val="5A2E78"/>
                </a:solidFill>
                <a:latin typeface="Helvetica"/>
                <a:ea typeface="Helvetica"/>
                <a:cs typeface="Helvetica"/>
              </a:defRPr>
            </a:lvl7pPr>
            <a:lvl8pPr algn="l">
              <a:defRPr sz="825" b="1" i="0">
                <a:solidFill>
                  <a:srgbClr val="5A2E78"/>
                </a:solidFill>
                <a:latin typeface="Helvetica"/>
                <a:ea typeface="Helvetica"/>
                <a:cs typeface="Helvetica"/>
              </a:defRPr>
            </a:lvl8pPr>
            <a:lvl9pPr algn="l">
              <a:defRPr sz="825" b="1" i="0">
                <a:solidFill>
                  <a:srgbClr val="5A2E78"/>
                </a:solidFill>
                <a:latin typeface="Helvetica"/>
                <a:ea typeface="Helvetica"/>
                <a:cs typeface="Helvetica"/>
              </a:defRPr>
            </a:lvl9pPr>
          </a:lstStyle>
          <a:p xmlns:a="http://schemas.openxmlformats.org/drawingml/2006/main">
            <a:pPr algn="l">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Decision guide • Transition check-in</a:t>
            </a:r>
          </a:p>
        </p:txBody>
      </p:sp>
      <p:sp>
        <p:nvSpPr>
          <p:cNvPr id="40" name="">
            <a:extLst xmlns:a="http://schemas.openxmlformats.org/drawingml/2006/main">
              <a:ext uri="{FF2B5EF4-FFF2-40B4-BE49-F238E27FC236}">
                <a16:creationId xmlns:a16="http://schemas.microsoft.com/office/drawing/2014/main" id="{D8C820D8-6A26-4B46-BF92-A7A162DDB15E}"/>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41" name="">
            <a:extLst xmlns:a="http://schemas.openxmlformats.org/drawingml/2006/main">
              <a:ext uri="{FF2B5EF4-FFF2-40B4-BE49-F238E27FC236}">
                <a16:creationId xmlns:a16="http://schemas.microsoft.com/office/drawing/2014/main" id="{466A702D-0B49-4CB2-830C-B68B5FDD3920}"/>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Distinctiveness must be earned through proof, not asserted through tone.</a:t>
            </a:r>
          </a:p>
        </p:txBody>
      </p:sp>
      <p:sp>
        <p:nvSpPr>
          <p:cNvPr id="42" name="">
            <a:extLst xmlns:a="http://schemas.openxmlformats.org/drawingml/2006/main">
              <a:ext uri="{FF2B5EF4-FFF2-40B4-BE49-F238E27FC236}">
                <a16:creationId xmlns:a16="http://schemas.microsoft.com/office/drawing/2014/main" id="{E9196C24-120A-481B-ACDD-2734E5C13D28}"/>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K3, K9</a:t>
            </a:r>
          </a:p>
        </p:txBody>
      </p:sp>
      <p:sp>
        <p:nvSpPr>
          <p:cNvPr id="43" name="">
            <a:extLst xmlns:a="http://schemas.openxmlformats.org/drawingml/2006/main">
              <a:ext uri="{FF2B5EF4-FFF2-40B4-BE49-F238E27FC236}">
                <a16:creationId xmlns:a16="http://schemas.microsoft.com/office/drawing/2014/main" id="{ED8FC664-4AFE-448E-9AC2-7A75096B93C7}"/>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44" name="">
            <a:extLst xmlns:a="http://schemas.openxmlformats.org/drawingml/2006/main">
              <a:ext uri="{FF2B5EF4-FFF2-40B4-BE49-F238E27FC236}">
                <a16:creationId xmlns:a16="http://schemas.microsoft.com/office/drawing/2014/main" id="{6AA282B6-0E9C-4BCC-9B14-DB246E52589C}"/>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45" name="">
            <a:extLst xmlns:a="http://schemas.openxmlformats.org/drawingml/2006/main">
              <a:ext uri="{FF2B5EF4-FFF2-40B4-BE49-F238E27FC236}">
                <a16:creationId xmlns:a16="http://schemas.microsoft.com/office/drawing/2014/main" id="{8CB9D5F3-C40D-4E1D-BB67-48A0A2F8615B}"/>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22 / 30</a:t>
            </a:r>
          </a:p>
        </p:txBody>
      </p:sp>
    </p:spTree>
    <p:extLst>
      <p:ext uri="{BB962C8B-B14F-4D97-AF65-F5344CB8AC3E}">
        <p14:creationId xmlns:p14="http://schemas.microsoft.com/office/powerpoint/2010/main" val="1827289719"/>
      </p:ext>
    </p:extLst>
  </p:cSld>
</p:sld>
</file>

<file path=ppt/slides/slide23.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FAF483-C87B-416B-9008-E39E2ECD9C6F}"/>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5 / THE GROWTH SYSTEM</a:t>
            </a:r>
          </a:p>
        </p:txBody>
      </p:sp>
      <p:sp>
        <p:nvSpPr>
          <p:cNvPr id="2" name="">
            <a:extLst xmlns:a="http://schemas.openxmlformats.org/drawingml/2006/main">
              <a:ext uri="{FF2B5EF4-FFF2-40B4-BE49-F238E27FC236}">
                <a16:creationId xmlns:a16="http://schemas.microsoft.com/office/drawing/2014/main" id="{FBE9C56D-9C08-4795-9734-F16ACA24246E}"/>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Commercial Prize</a:t>
            </a:r>
          </a:p>
        </p:txBody>
      </p:sp>
      <p:sp>
        <p:nvSpPr>
          <p:cNvPr id="3" name="">
            <a:extLst xmlns:a="http://schemas.openxmlformats.org/drawingml/2006/main">
              <a:ext uri="{FF2B5EF4-FFF2-40B4-BE49-F238E27FC236}">
                <a16:creationId xmlns:a16="http://schemas.microsoft.com/office/drawing/2014/main" id="{1EE56411-6D11-450B-B0AD-FB533FF480FD}"/>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graphicFrame>
        <p:nvGraphicFramePr>
          <p:cNvPr id="4" name="">
            <a:extLst xmlns:a="http://schemas.openxmlformats.org/drawingml/2006/main">
              <a:ext uri="{FF2B5EF4-FFF2-40B4-BE49-F238E27FC236}">
                <a16:creationId xmlns:a16="http://schemas.microsoft.com/office/drawing/2014/main" id="{068C3631-F08E-4A29-B4FB-90C4E771421D}"/>
              </a:ext>
            </a:extLst>
          </p:cNvPr>
          <p:cNvGraphicFramePr/>
          <p:nvPr/>
        </p:nvGraphicFramePr>
        <p:xfrm>
          <a:off xmlns:a="http://schemas.openxmlformats.org/drawingml/2006/main" x="647700" y="1885950"/>
          <a:ext xmlns:a="http://schemas.openxmlformats.org/drawingml/2006/main" cx="10896600" cy="2524125"/>
        </p:xfrm>
        <a:graphic xmlns:a="http://schemas.openxmlformats.org/drawingml/2006/main">
          <a:graphicData uri="http://schemas.openxmlformats.org/drawingml/2006/table">
            <a:tbl>
              <a:tblPr firstRow="1" bandRow="1"/>
              <a:tblGrid>
                <a:gridCol w="2179320"/>
                <a:gridCol w="2179320"/>
                <a:gridCol w="2179320"/>
                <a:gridCol w="2179320"/>
                <a:gridCol w="2179320"/>
              </a:tblGrid>
              <a:tr h="1262063">
                <a:tc>
                  <a:txBody>
                    <a:bodyPr/>
                    <a:lstStyle/>
                    <a:p>
                      <a:r>
                        <a:rPr sz="1125" b="1">
                          <a:solidFill>
                            <a:srgbClr val="FFFDFC"/>
                          </a:solidFill>
                          <a:latin typeface="Helvetica"/>
                          <a:ea typeface="Helvetica"/>
                          <a:cs typeface="Helvetica"/>
                        </a:rPr>
                        <a:t>Scenario</a:t>
                      </a:r>
                    </a:p>
                  </a:txBody>
                  <a:tcPr marL="91440" marR="91440" marT="45720" marB="45720">
                    <a:lnL w="9525">
                      <a:solidFill>
                        <a:srgbClr val="D9CFD5"/>
                      </a:solidFill>
                      <a:prstDash val="solid"/>
                    </a:lnL>
                    <a:lnR w="9525">
                      <a:solidFill>
                        <a:srgbClr val="D9CFD5"/>
                      </a:solidFill>
                      <a:prstDash val="solid"/>
                    </a:lnR>
                    <a:lnT w="9525">
                      <a:solidFill>
                        <a:srgbClr val="D9CFD5"/>
                      </a:solidFill>
                      <a:prstDash val="solid"/>
                    </a:lnT>
                    <a:lnB w="9525">
                      <a:solidFill>
                        <a:srgbClr val="D9CFD5"/>
                      </a:solidFill>
                      <a:prstDash val="solid"/>
                    </a:lnB>
                    <a:solidFill>
                      <a:srgbClr val="261A31"/>
                    </a:solidFill>
                  </a:tcPr>
                </a:tc>
                <a:tc>
                  <a:txBody>
                    <a:bodyPr/>
                    <a:lstStyle/>
                    <a:p>
                      <a:r>
                        <a:rPr sz="1125" b="1">
                          <a:solidFill>
                            <a:srgbClr val="FFFDFC"/>
                          </a:solidFill>
                          <a:latin typeface="Helvetica"/>
                          <a:ea typeface="Helvetica"/>
                          <a:cs typeface="Helvetica"/>
                        </a:rPr>
                        <a:t>Qualified visits</a:t>
                      </a:r>
                    </a:p>
                  </a:txBody>
                  <a:tcPr marL="91440" marR="91440" marT="45720" marB="45720">
                    <a:lnR w="9525">
                      <a:solidFill>
                        <a:srgbClr val="D9CFD5"/>
                      </a:solidFill>
                      <a:prstDash val="solid"/>
                    </a:lnR>
                    <a:lnT w="9525">
                      <a:solidFill>
                        <a:srgbClr val="D9CFD5"/>
                      </a:solidFill>
                      <a:prstDash val="solid"/>
                    </a:lnT>
                    <a:lnB w="9525">
                      <a:solidFill>
                        <a:srgbClr val="D9CFD5"/>
                      </a:solidFill>
                      <a:prstDash val="solid"/>
                    </a:lnB>
                    <a:solidFill>
                      <a:srgbClr val="261A31"/>
                    </a:solidFill>
                  </a:tcPr>
                </a:tc>
                <a:tc>
                  <a:txBody>
                    <a:bodyPr/>
                    <a:lstStyle/>
                    <a:p>
                      <a:r>
                        <a:rPr sz="1125" b="1">
                          <a:solidFill>
                            <a:srgbClr val="FFFDFC"/>
                          </a:solidFill>
                          <a:latin typeface="Helvetica"/>
                          <a:ea typeface="Helvetica"/>
                          <a:cs typeface="Helvetica"/>
                        </a:rPr>
                        <a:t>Conversion</a:t>
                      </a:r>
                    </a:p>
                  </a:txBody>
                  <a:tcPr marL="91440" marR="91440" marT="45720" marB="45720">
                    <a:lnR w="9525">
                      <a:solidFill>
                        <a:srgbClr val="D9CFD5"/>
                      </a:solidFill>
                      <a:prstDash val="solid"/>
                    </a:lnR>
                    <a:lnT w="9525">
                      <a:solidFill>
                        <a:srgbClr val="D9CFD5"/>
                      </a:solidFill>
                      <a:prstDash val="solid"/>
                    </a:lnT>
                    <a:lnB w="9525">
                      <a:solidFill>
                        <a:srgbClr val="D9CFD5"/>
                      </a:solidFill>
                      <a:prstDash val="solid"/>
                    </a:lnB>
                    <a:solidFill>
                      <a:srgbClr val="261A31"/>
                    </a:solidFill>
                  </a:tcPr>
                </a:tc>
                <a:tc>
                  <a:txBody>
                    <a:bodyPr/>
                    <a:lstStyle/>
                    <a:p>
                      <a:r>
                        <a:rPr sz="1125" b="1">
                          <a:solidFill>
                            <a:srgbClr val="FFFDFC"/>
                          </a:solidFill>
                          <a:latin typeface="Helvetica"/>
                          <a:ea typeface="Helvetica"/>
                          <a:cs typeface="Helvetica"/>
                        </a:rPr>
                        <a:t>Revenue per customer</a:t>
                      </a:r>
                    </a:p>
                  </a:txBody>
                  <a:tcPr marL="91440" marR="91440" marT="45720" marB="45720">
                    <a:lnR w="9525">
                      <a:solidFill>
                        <a:srgbClr val="D9CFD5"/>
                      </a:solidFill>
                      <a:prstDash val="solid"/>
                    </a:lnR>
                    <a:lnT w="9525">
                      <a:solidFill>
                        <a:srgbClr val="D9CFD5"/>
                      </a:solidFill>
                      <a:prstDash val="solid"/>
                    </a:lnT>
                    <a:lnB w="9525">
                      <a:solidFill>
                        <a:srgbClr val="D9CFD5"/>
                      </a:solidFill>
                      <a:prstDash val="solid"/>
                    </a:lnB>
                    <a:solidFill>
                      <a:srgbClr val="261A31"/>
                    </a:solidFill>
                  </a:tcPr>
                </a:tc>
                <a:tc>
                  <a:txBody>
                    <a:bodyPr/>
                    <a:lstStyle/>
                    <a:p>
                      <a:r>
                        <a:rPr sz="1125" b="1">
                          <a:solidFill>
                            <a:srgbClr val="FFFDFC"/>
                          </a:solidFill>
                          <a:latin typeface="Helvetica"/>
                          <a:ea typeface="Helvetica"/>
                          <a:cs typeface="Helvetica"/>
                        </a:rPr>
                        <a:t>Cohort revenue</a:t>
                      </a:r>
                    </a:p>
                  </a:txBody>
                  <a:tcPr marL="91440" marR="91440" marT="45720" marB="45720">
                    <a:lnR w="9525">
                      <a:solidFill>
                        <a:srgbClr val="D9CFD5"/>
                      </a:solidFill>
                      <a:prstDash val="solid"/>
                    </a:lnR>
                    <a:lnT w="9525">
                      <a:solidFill>
                        <a:srgbClr val="D9CFD5"/>
                      </a:solidFill>
                      <a:prstDash val="solid"/>
                    </a:lnT>
                    <a:lnB w="9525">
                      <a:solidFill>
                        <a:srgbClr val="D9CFD5"/>
                      </a:solidFill>
                      <a:prstDash val="solid"/>
                    </a:lnB>
                    <a:solidFill>
                      <a:srgbClr val="261A31"/>
                    </a:solidFill>
                  </a:tcPr>
                </a:tc>
              </a:tr>
              <a:tr h="1262063">
                <a:tc>
                  <a:txBody>
                    <a:bodyPr/>
                    <a:lstStyle/>
                    <a:p>
                      <a:r>
                        <a:rPr sz="1200" b="1">
                          <a:solidFill>
                            <a:srgbClr val="15121B"/>
                          </a:solidFill>
                          <a:latin typeface="Helvetica"/>
                          <a:ea typeface="Helvetica"/>
                          <a:cs typeface="Helvetica"/>
                        </a:rPr>
                        <a:t>Indexed sensitivity</a:t>
                      </a:r>
                    </a:p>
                  </a:txBody>
                  <a:tcPr marL="91440" marR="91440" marT="45720" marB="45720">
                    <a:lnL w="9525">
                      <a:solidFill>
                        <a:srgbClr val="D9CFD5"/>
                      </a:solidFill>
                      <a:prstDash val="solid"/>
                    </a:lnL>
                    <a:lnR w="9525">
                      <a:solidFill>
                        <a:srgbClr val="D9CFD5"/>
                      </a:solidFill>
                      <a:prstDash val="solid"/>
                    </a:lnR>
                    <a:lnB w="9525">
                      <a:solidFill>
                        <a:srgbClr val="D9CFD5"/>
                      </a:solidFill>
                      <a:prstDash val="solid"/>
                    </a:lnB>
                  </a:tcPr>
                </a:tc>
                <a:tc>
                  <a:txBody>
                    <a:bodyPr/>
                    <a:lstStyle/>
                    <a:p>
                      <a:r>
                        <a:rPr sz="1200" b="0">
                          <a:solidFill>
                            <a:srgbClr val="15121B"/>
                          </a:solidFill>
                          <a:latin typeface="Helvetica"/>
                          <a:ea typeface="Helvetica"/>
                          <a:cs typeface="Helvetica"/>
                        </a:rPr>
                        <a:t>1.10x</a:t>
                      </a:r>
                    </a:p>
                  </a:txBody>
                  <a:tcPr marL="91440" marR="91440" marT="45720" marB="45720">
                    <a:lnR w="9525">
                      <a:solidFill>
                        <a:srgbClr val="D9CFD5"/>
                      </a:solidFill>
                      <a:prstDash val="solid"/>
                    </a:lnR>
                    <a:lnB w="9525">
                      <a:solidFill>
                        <a:srgbClr val="D9CFD5"/>
                      </a:solidFill>
                      <a:prstDash val="solid"/>
                    </a:lnB>
                  </a:tcPr>
                </a:tc>
                <a:tc>
                  <a:txBody>
                    <a:bodyPr/>
                    <a:lstStyle/>
                    <a:p>
                      <a:r>
                        <a:rPr sz="1200" b="0">
                          <a:solidFill>
                            <a:srgbClr val="15121B"/>
                          </a:solidFill>
                          <a:latin typeface="Helvetica"/>
                          <a:ea typeface="Helvetica"/>
                          <a:cs typeface="Helvetica"/>
                        </a:rPr>
                        <a:t>1.10x</a:t>
                      </a:r>
                    </a:p>
                  </a:txBody>
                  <a:tcPr marL="91440" marR="91440" marT="45720" marB="45720">
                    <a:lnR w="9525">
                      <a:solidFill>
                        <a:srgbClr val="D9CFD5"/>
                      </a:solidFill>
                      <a:prstDash val="solid"/>
                    </a:lnR>
                    <a:lnB w="9525">
                      <a:solidFill>
                        <a:srgbClr val="D9CFD5"/>
                      </a:solidFill>
                      <a:prstDash val="solid"/>
                    </a:lnB>
                  </a:tcPr>
                </a:tc>
                <a:tc>
                  <a:txBody>
                    <a:bodyPr/>
                    <a:lstStyle/>
                    <a:p>
                      <a:r>
                        <a:rPr sz="1200" b="0">
                          <a:solidFill>
                            <a:srgbClr val="15121B"/>
                          </a:solidFill>
                          <a:latin typeface="Helvetica"/>
                          <a:ea typeface="Helvetica"/>
                          <a:cs typeface="Helvetica"/>
                        </a:rPr>
                        <a:t>1.10x</a:t>
                      </a:r>
                    </a:p>
                  </a:txBody>
                  <a:tcPr marL="91440" marR="91440" marT="45720" marB="45720">
                    <a:lnR w="9525">
                      <a:solidFill>
                        <a:srgbClr val="D9CFD5"/>
                      </a:solidFill>
                      <a:prstDash val="solid"/>
                    </a:lnR>
                    <a:lnB w="9525">
                      <a:solidFill>
                        <a:srgbClr val="D9CFD5"/>
                      </a:solidFill>
                      <a:prstDash val="solid"/>
                    </a:lnB>
                  </a:tcPr>
                </a:tc>
                <a:tc>
                  <a:txBody>
                    <a:bodyPr/>
                    <a:lstStyle/>
                    <a:p>
                      <a:r>
                        <a:rPr sz="1200" b="0">
                          <a:solidFill>
                            <a:srgbClr val="15121B"/>
                          </a:solidFill>
                          <a:latin typeface="Helvetica"/>
                          <a:ea typeface="Helvetica"/>
                          <a:cs typeface="Helvetica"/>
                        </a:rPr>
                        <a:t>Index 133.0</a:t>
                      </a:r>
                    </a:p>
                  </a:txBody>
                  <a:tcPr marL="91440" marR="91440" marT="45720" marB="45720">
                    <a:lnR w="9525">
                      <a:solidFill>
                        <a:srgbClr val="D9CFD5"/>
                      </a:solidFill>
                      <a:prstDash val="solid"/>
                    </a:lnR>
                    <a:lnB w="9525">
                      <a:solidFill>
                        <a:srgbClr val="D9CFD5"/>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E2A51035-8D25-4D2D-A898-9537E49AA66C}"/>
              </a:ext>
            </a:extLst>
          </p:cNvPr>
          <p:cNvSpPr>
            <a:spLocks xmlns:a="http://schemas.openxmlformats.org/drawingml/2006/main" noGrp="1"/>
          </p:cNvSpPr>
          <p:nvPr/>
        </p:nvSpPr>
        <p:spPr>
          <a:xfrm xmlns:a="http://schemas.openxmlformats.org/drawingml/2006/main">
            <a:off x="647700" y="4619625"/>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NEW CUSTOMERS ACQUIRED DURING THE PERIOD / 12 MONTHS. REVENUE ONLY. EXISTING-CUSTOMER REVENUE EXCLUDED. NOT A COMPANY FORECAST.</a:t>
            </a:r>
          </a:p>
        </p:txBody>
      </p:sp>
      <p:sp>
        <p:nvSpPr>
          <p:cNvPr id="6" name="">
            <a:extLst xmlns:a="http://schemas.openxmlformats.org/drawingml/2006/main">
              <a:ext uri="{FF2B5EF4-FFF2-40B4-BE49-F238E27FC236}">
                <a16:creationId xmlns:a16="http://schemas.microsoft.com/office/drawing/2014/main" id="{068F4824-92D0-49B5-921B-A555AC7C10C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7" name="">
            <a:extLst xmlns:a="http://schemas.openxmlformats.org/drawingml/2006/main">
              <a:ext uri="{FF2B5EF4-FFF2-40B4-BE49-F238E27FC236}">
                <a16:creationId xmlns:a16="http://schemas.microsoft.com/office/drawing/2014/main" id="{C1271A0D-47F7-4B8E-9742-760C90D7EAB4}"/>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The selected scenario models index 133 for the defined new-customer cohort.</a:t>
            </a:r>
          </a:p>
        </p:txBody>
      </p:sp>
      <p:sp>
        <p:nvSpPr>
          <p:cNvPr id="8" name="">
            <a:extLst xmlns:a="http://schemas.openxmlformats.org/drawingml/2006/main">
              <a:ext uri="{FF2B5EF4-FFF2-40B4-BE49-F238E27FC236}">
                <a16:creationId xmlns:a16="http://schemas.microsoft.com/office/drawing/2014/main" id="{2D481209-12C4-4E02-85C9-25B846CFB909}"/>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T1</a:t>
            </a:r>
          </a:p>
        </p:txBody>
      </p:sp>
      <p:sp>
        <p:nvSpPr>
          <p:cNvPr id="9" name="">
            <a:extLst xmlns:a="http://schemas.openxmlformats.org/drawingml/2006/main">
              <a:ext uri="{FF2B5EF4-FFF2-40B4-BE49-F238E27FC236}">
                <a16:creationId xmlns:a16="http://schemas.microsoft.com/office/drawing/2014/main" id="{A9FA0661-F47E-4622-A5C9-21EBE0DF7BF2}"/>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MODELLED REVENUE + ASSUMPTIONS</a:t>
            </a:r>
          </a:p>
        </p:txBody>
      </p:sp>
      <p:sp>
        <p:nvSpPr>
          <p:cNvPr id="10" name="">
            <a:extLst xmlns:a="http://schemas.openxmlformats.org/drawingml/2006/main">
              <a:ext uri="{FF2B5EF4-FFF2-40B4-BE49-F238E27FC236}">
                <a16:creationId xmlns:a16="http://schemas.microsoft.com/office/drawing/2014/main" id="{B8EE83E7-690C-4433-9889-2B2F93652B77}"/>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1" name="">
            <a:extLst xmlns:a="http://schemas.openxmlformats.org/drawingml/2006/main">
              <a:ext uri="{FF2B5EF4-FFF2-40B4-BE49-F238E27FC236}">
                <a16:creationId xmlns:a16="http://schemas.microsoft.com/office/drawing/2014/main" id="{5105FDE8-0E36-47BA-9542-1A9CCE7FAD3E}"/>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23 / 30</a:t>
            </a:r>
          </a:p>
        </p:txBody>
      </p:sp>
    </p:spTree>
    <p:extLst>
      <p:ext uri="{BB962C8B-B14F-4D97-AF65-F5344CB8AC3E}">
        <p14:creationId xmlns:p14="http://schemas.microsoft.com/office/powerpoint/2010/main" val="603764973"/>
      </p:ext>
    </p:extLst>
  </p:cSld>
</p:sld>
</file>

<file path=ppt/slides/slide24.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D831EBA-1244-4E72-BE79-08976AD5527D}"/>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5 / THE GROWTH SYSTEM</a:t>
            </a:r>
          </a:p>
        </p:txBody>
      </p:sp>
      <p:sp>
        <p:nvSpPr>
          <p:cNvPr id="2" name="">
            <a:extLst xmlns:a="http://schemas.openxmlformats.org/drawingml/2006/main">
              <a:ext uri="{FF2B5EF4-FFF2-40B4-BE49-F238E27FC236}">
                <a16:creationId xmlns:a16="http://schemas.microsoft.com/office/drawing/2014/main" id="{8DAEF59D-BD77-48A5-902E-249D5BA58CE9}"/>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Attention Strategy</a:t>
            </a:r>
          </a:p>
        </p:txBody>
      </p:sp>
      <p:sp>
        <p:nvSpPr>
          <p:cNvPr id="3" name="">
            <a:extLst xmlns:a="http://schemas.openxmlformats.org/drawingml/2006/main">
              <a:ext uri="{FF2B5EF4-FFF2-40B4-BE49-F238E27FC236}">
                <a16:creationId xmlns:a16="http://schemas.microsoft.com/office/drawing/2014/main" id="{39979213-E02C-47E7-A09B-C4C011FB64E7}"/>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E21454C0-3561-4A76-B4D8-B4B795D0C84C}"/>
              </a:ext>
            </a:extLst>
          </p:cNvPr>
          <p:cNvSpPr>
            <a:spLocks xmlns:a="http://schemas.openxmlformats.org/drawingml/2006/main" noGrp="1"/>
          </p:cNvSpPr>
          <p:nvPr/>
        </p:nvSpPr>
        <p:spPr>
          <a:xfrm xmlns:a="http://schemas.openxmlformats.org/drawingml/2006/main">
            <a:off x="704850" y="2000250"/>
            <a:ext cx="2400300" cy="2524125"/>
          </a:xfrm>
          <a:prstGeom xmlns:a="http://schemas.openxmlformats.org/drawingml/2006/main" prst="roundRect">
            <a:avLst>
              <a:gd name="adj" fmla="val 3175"/>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7B558A4B-DA78-4CB8-AC77-AE6676DEF3D6}"/>
              </a:ext>
            </a:extLst>
          </p:cNvPr>
          <p:cNvSpPr>
            <a:spLocks xmlns:a="http://schemas.openxmlformats.org/drawingml/2006/main" noGrp="1"/>
          </p:cNvSpPr>
          <p:nvPr/>
        </p:nvSpPr>
        <p:spPr>
          <a:xfrm xmlns:a="http://schemas.openxmlformats.org/drawingml/2006/main">
            <a:off x="933450" y="23812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NOTICE</a:t>
            </a:r>
          </a:p>
        </p:txBody>
      </p:sp>
      <p:sp>
        <p:nvSpPr>
          <p:cNvPr id="6" name="">
            <a:extLst xmlns:a="http://schemas.openxmlformats.org/drawingml/2006/main">
              <a:ext uri="{FF2B5EF4-FFF2-40B4-BE49-F238E27FC236}">
                <a16:creationId xmlns:a16="http://schemas.microsoft.com/office/drawing/2014/main" id="{351C3CC9-EA91-4BED-AFC4-82A009B17C2A}"/>
              </a:ext>
            </a:extLst>
          </p:cNvPr>
          <p:cNvSpPr>
            <a:spLocks xmlns:a="http://schemas.openxmlformats.org/drawingml/2006/main" noGrp="1"/>
          </p:cNvSpPr>
          <p:nvPr/>
        </p:nvSpPr>
        <p:spPr>
          <a:xfrm xmlns:a="http://schemas.openxmlformats.org/drawingml/2006/main">
            <a:off x="933450" y="2952750"/>
            <a:ext cx="1943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FFFDFC"/>
                </a:solidFill>
                <a:latin typeface="Helvetica"/>
                <a:ea typeface="Helvetica"/>
                <a:cs typeface="Helvetica"/>
              </a:defRPr>
            </a:defPPr>
            <a:lvl1pPr algn="l">
              <a:defRPr sz="1500" b="1" i="0">
                <a:solidFill>
                  <a:srgbClr val="FFFDFC"/>
                </a:solidFill>
                <a:latin typeface="Helvetica"/>
                <a:ea typeface="Helvetica"/>
                <a:cs typeface="Helvetica"/>
              </a:defRPr>
            </a:lvl1pPr>
            <a:lvl2pPr algn="l">
              <a:defRPr sz="1500" b="1" i="0">
                <a:solidFill>
                  <a:srgbClr val="FFFDFC"/>
                </a:solidFill>
                <a:latin typeface="Helvetica"/>
                <a:ea typeface="Helvetica"/>
                <a:cs typeface="Helvetica"/>
              </a:defRPr>
            </a:lvl2pPr>
            <a:lvl3pPr algn="l">
              <a:defRPr sz="1500" b="1" i="0">
                <a:solidFill>
                  <a:srgbClr val="FFFDFC"/>
                </a:solidFill>
                <a:latin typeface="Helvetica"/>
                <a:ea typeface="Helvetica"/>
                <a:cs typeface="Helvetica"/>
              </a:defRPr>
            </a:lvl3pPr>
            <a:lvl4pPr algn="l">
              <a:defRPr sz="1500" b="1" i="0">
                <a:solidFill>
                  <a:srgbClr val="FFFDFC"/>
                </a:solidFill>
                <a:latin typeface="Helvetica"/>
                <a:ea typeface="Helvetica"/>
                <a:cs typeface="Helvetica"/>
              </a:defRPr>
            </a:lvl4pPr>
            <a:lvl5pPr algn="l">
              <a:defRPr sz="1500" b="1" i="0">
                <a:solidFill>
                  <a:srgbClr val="FFFDFC"/>
                </a:solidFill>
                <a:latin typeface="Helvetica"/>
                <a:ea typeface="Helvetica"/>
                <a:cs typeface="Helvetica"/>
              </a:defRPr>
            </a:lvl5pPr>
            <a:lvl6pPr algn="l">
              <a:defRPr sz="1500" b="1" i="0">
                <a:solidFill>
                  <a:srgbClr val="FFFDFC"/>
                </a:solidFill>
                <a:latin typeface="Helvetica"/>
                <a:ea typeface="Helvetica"/>
                <a:cs typeface="Helvetica"/>
              </a:defRPr>
            </a:lvl6pPr>
            <a:lvl7pPr algn="l">
              <a:defRPr sz="1500" b="1" i="0">
                <a:solidFill>
                  <a:srgbClr val="FFFDFC"/>
                </a:solidFill>
                <a:latin typeface="Helvetica"/>
                <a:ea typeface="Helvetica"/>
                <a:cs typeface="Helvetica"/>
              </a:defRPr>
            </a:lvl7pPr>
            <a:lvl8pPr algn="l">
              <a:defRPr sz="1500" b="1" i="0">
                <a:solidFill>
                  <a:srgbClr val="FFFDFC"/>
                </a:solidFill>
                <a:latin typeface="Helvetica"/>
                <a:ea typeface="Helvetica"/>
                <a:cs typeface="Helvetica"/>
              </a:defRPr>
            </a:lvl8pPr>
            <a:lvl9pPr algn="l">
              <a:defRPr sz="1500" b="1" i="0">
                <a:solidFill>
                  <a:srgbClr val="FFFDFC"/>
                </a:solidFill>
                <a:latin typeface="Helvetica"/>
                <a:ea typeface="Helvetica"/>
                <a:cs typeface="Helvetica"/>
              </a:defRPr>
            </a:lvl9pPr>
          </a:lstStyle>
          <a:p xmlns:a="http://schemas.openxmlformats.org/drawingml/2006/main">
            <a:pPr algn="l">
              <a:defRPr sz="1500" b="1" i="0">
                <a:solidFill>
                  <a:srgbClr val="FFFDFC"/>
                </a:solidFill>
                <a:latin typeface="Helvetica"/>
                <a:ea typeface="Helvetica"/>
                <a:cs typeface="Helvetica"/>
              </a:defRPr>
            </a:pPr>
            <a:r>
              <a:rPr sz="1500" b="1" i="0">
                <a:solidFill>
                  <a:srgbClr val="FFFDFC"/>
                </a:solidFill>
                <a:latin typeface="Helvetica"/>
                <a:ea typeface="Helvetica"/>
                <a:cs typeface="Helvetica"/>
              </a:rPr>
              <a:t>A specific feeding decision</a:t>
            </a:r>
          </a:p>
        </p:txBody>
      </p:sp>
      <p:sp>
        <p:nvSpPr>
          <p:cNvPr id="7" name="">
            <a:extLst xmlns:a="http://schemas.openxmlformats.org/drawingml/2006/main">
              <a:ext uri="{FF2B5EF4-FFF2-40B4-BE49-F238E27FC236}">
                <a16:creationId xmlns:a16="http://schemas.microsoft.com/office/drawing/2014/main" id="{AA8D7766-4D50-45A9-A3C8-06488D0151F6}"/>
              </a:ext>
            </a:extLst>
          </p:cNvPr>
          <p:cNvSpPr>
            <a:spLocks xmlns:a="http://schemas.openxmlformats.org/drawingml/2006/main" noGrp="1"/>
          </p:cNvSpPr>
          <p:nvPr/>
        </p:nvSpPr>
        <p:spPr>
          <a:xfrm xmlns:a="http://schemas.openxmlformats.org/drawingml/2006/main">
            <a:off x="3448050" y="2000250"/>
            <a:ext cx="2400300" cy="2524125"/>
          </a:xfrm>
          <a:prstGeom xmlns:a="http://schemas.openxmlformats.org/drawingml/2006/main" prst="roundRect">
            <a:avLst>
              <a:gd name="adj" fmla="val 3175"/>
            </a:avLst>
          </a:prstGeom>
          <a:solidFill xmlns:a="http://schemas.openxmlformats.org/drawingml/2006/main">
            <a:srgbClr val="FFFDFC"/>
          </a:solidFill>
          <a:ln xmlns:a="http://schemas.openxmlformats.org/drawingml/2006/main" w="0">
            <a:solidFill>
              <a:srgbClr val="FFFDFC"/>
            </a:solidFill>
          </a:ln>
        </p:spPr>
      </p:sp>
      <p:sp>
        <p:nvSpPr>
          <p:cNvPr id="8" name="">
            <a:extLst xmlns:a="http://schemas.openxmlformats.org/drawingml/2006/main">
              <a:ext uri="{FF2B5EF4-FFF2-40B4-BE49-F238E27FC236}">
                <a16:creationId xmlns:a16="http://schemas.microsoft.com/office/drawing/2014/main" id="{04E517FF-19DC-4399-BA7D-BDA034239371}"/>
              </a:ext>
            </a:extLst>
          </p:cNvPr>
          <p:cNvSpPr>
            <a:spLocks xmlns:a="http://schemas.openxmlformats.org/drawingml/2006/main" noGrp="1"/>
          </p:cNvSpPr>
          <p:nvPr/>
        </p:nvSpPr>
        <p:spPr>
          <a:xfrm xmlns:a="http://schemas.openxmlformats.org/drawingml/2006/main">
            <a:off x="3676650" y="23812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UNDERSTAND</a:t>
            </a:r>
          </a:p>
        </p:txBody>
      </p:sp>
      <p:sp>
        <p:nvSpPr>
          <p:cNvPr id="9" name="">
            <a:extLst xmlns:a="http://schemas.openxmlformats.org/drawingml/2006/main">
              <a:ext uri="{FF2B5EF4-FFF2-40B4-BE49-F238E27FC236}">
                <a16:creationId xmlns:a16="http://schemas.microsoft.com/office/drawing/2014/main" id="{4A4FAFD6-CE70-44CA-A028-BD2689736F37}"/>
              </a:ext>
            </a:extLst>
          </p:cNvPr>
          <p:cNvSpPr>
            <a:spLocks xmlns:a="http://schemas.openxmlformats.org/drawingml/2006/main" noGrp="1"/>
          </p:cNvSpPr>
          <p:nvPr/>
        </p:nvSpPr>
        <p:spPr>
          <a:xfrm xmlns:a="http://schemas.openxmlformats.org/drawingml/2006/main">
            <a:off x="3676650" y="2952750"/>
            <a:ext cx="1943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What the evidence supports</a:t>
            </a:r>
          </a:p>
        </p:txBody>
      </p:sp>
      <p:sp>
        <p:nvSpPr>
          <p:cNvPr id="10" name="">
            <a:extLst xmlns:a="http://schemas.openxmlformats.org/drawingml/2006/main">
              <a:ext uri="{FF2B5EF4-FFF2-40B4-BE49-F238E27FC236}">
                <a16:creationId xmlns:a16="http://schemas.microsoft.com/office/drawing/2014/main" id="{5C1E2514-E164-4520-89F8-24D6D873EE0C}"/>
              </a:ext>
            </a:extLst>
          </p:cNvPr>
          <p:cNvSpPr>
            <a:spLocks xmlns:a="http://schemas.openxmlformats.org/drawingml/2006/main" noGrp="1"/>
          </p:cNvSpPr>
          <p:nvPr/>
        </p:nvSpPr>
        <p:spPr>
          <a:xfrm xmlns:a="http://schemas.openxmlformats.org/drawingml/2006/main">
            <a:off x="6191250" y="2000250"/>
            <a:ext cx="2400300" cy="2524125"/>
          </a:xfrm>
          <a:prstGeom xmlns:a="http://schemas.openxmlformats.org/drawingml/2006/main" prst="roundRect">
            <a:avLst>
              <a:gd name="adj" fmla="val 3175"/>
            </a:avLst>
          </a:prstGeom>
          <a:solidFill xmlns:a="http://schemas.openxmlformats.org/drawingml/2006/main">
            <a:srgbClr val="FFFDFC"/>
          </a:solidFill>
          <a:ln xmlns:a="http://schemas.openxmlformats.org/drawingml/2006/main" w="0">
            <a:solidFill>
              <a:srgbClr val="FFFDFC"/>
            </a:solidFill>
          </a:ln>
        </p:spPr>
      </p:sp>
      <p:sp>
        <p:nvSpPr>
          <p:cNvPr id="11" name="">
            <a:extLst xmlns:a="http://schemas.openxmlformats.org/drawingml/2006/main">
              <a:ext uri="{FF2B5EF4-FFF2-40B4-BE49-F238E27FC236}">
                <a16:creationId xmlns:a16="http://schemas.microsoft.com/office/drawing/2014/main" id="{8A926145-DB9E-42CB-AA80-265DE5ADEDCA}"/>
              </a:ext>
            </a:extLst>
          </p:cNvPr>
          <p:cNvSpPr>
            <a:spLocks xmlns:a="http://schemas.openxmlformats.org/drawingml/2006/main" noGrp="1"/>
          </p:cNvSpPr>
          <p:nvPr/>
        </p:nvSpPr>
        <p:spPr>
          <a:xfrm xmlns:a="http://schemas.openxmlformats.org/drawingml/2006/main">
            <a:off x="6419850" y="23812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ACT</a:t>
            </a:r>
          </a:p>
        </p:txBody>
      </p:sp>
      <p:sp>
        <p:nvSpPr>
          <p:cNvPr id="12" name="">
            <a:extLst xmlns:a="http://schemas.openxmlformats.org/drawingml/2006/main">
              <a:ext uri="{FF2B5EF4-FFF2-40B4-BE49-F238E27FC236}">
                <a16:creationId xmlns:a16="http://schemas.microsoft.com/office/drawing/2014/main" id="{9360C996-01BA-4B7C-826A-EDA2CE547807}"/>
              </a:ext>
            </a:extLst>
          </p:cNvPr>
          <p:cNvSpPr>
            <a:spLocks xmlns:a="http://schemas.openxmlformats.org/drawingml/2006/main" noGrp="1"/>
          </p:cNvSpPr>
          <p:nvPr/>
        </p:nvSpPr>
        <p:spPr>
          <a:xfrm xmlns:a="http://schemas.openxmlformats.org/drawingml/2006/main">
            <a:off x="6419850" y="2952750"/>
            <a:ext cx="1943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One low-risk next step</a:t>
            </a:r>
          </a:p>
        </p:txBody>
      </p:sp>
      <p:sp>
        <p:nvSpPr>
          <p:cNvPr id="13" name="">
            <a:extLst xmlns:a="http://schemas.openxmlformats.org/drawingml/2006/main">
              <a:ext uri="{FF2B5EF4-FFF2-40B4-BE49-F238E27FC236}">
                <a16:creationId xmlns:a16="http://schemas.microsoft.com/office/drawing/2014/main" id="{85A9F9A8-F8B7-483F-B8AE-706E39DF7D7C}"/>
              </a:ext>
            </a:extLst>
          </p:cNvPr>
          <p:cNvSpPr>
            <a:spLocks xmlns:a="http://schemas.openxmlformats.org/drawingml/2006/main" noGrp="1"/>
          </p:cNvSpPr>
          <p:nvPr/>
        </p:nvSpPr>
        <p:spPr>
          <a:xfrm xmlns:a="http://schemas.openxmlformats.org/drawingml/2006/main">
            <a:off x="8934450" y="2000250"/>
            <a:ext cx="2400300" cy="2524125"/>
          </a:xfrm>
          <a:prstGeom xmlns:a="http://schemas.openxmlformats.org/drawingml/2006/main" prst="roundRect">
            <a:avLst>
              <a:gd name="adj" fmla="val 3175"/>
            </a:avLst>
          </a:prstGeom>
          <a:solidFill xmlns:a="http://schemas.openxmlformats.org/drawingml/2006/main">
            <a:srgbClr val="FFFDFC"/>
          </a:solidFill>
          <a:ln xmlns:a="http://schemas.openxmlformats.org/drawingml/2006/main" w="0">
            <a:solidFill>
              <a:srgbClr val="FFFDFC"/>
            </a:solidFill>
          </a:ln>
        </p:spPr>
      </p:sp>
      <p:sp>
        <p:nvSpPr>
          <p:cNvPr id="14" name="">
            <a:extLst xmlns:a="http://schemas.openxmlformats.org/drawingml/2006/main">
              <a:ext uri="{FF2B5EF4-FFF2-40B4-BE49-F238E27FC236}">
                <a16:creationId xmlns:a16="http://schemas.microsoft.com/office/drawing/2014/main" id="{EEE3DA31-A985-479C-9D79-E2C9541AD535}"/>
              </a:ext>
            </a:extLst>
          </p:cNvPr>
          <p:cNvSpPr>
            <a:spLocks xmlns:a="http://schemas.openxmlformats.org/drawingml/2006/main" noGrp="1"/>
          </p:cNvSpPr>
          <p:nvPr/>
        </p:nvSpPr>
        <p:spPr>
          <a:xfrm xmlns:a="http://schemas.openxmlformats.org/drawingml/2006/main">
            <a:off x="9163050" y="23812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LEARN</a:t>
            </a:r>
          </a:p>
        </p:txBody>
      </p:sp>
      <p:sp>
        <p:nvSpPr>
          <p:cNvPr id="15" name="">
            <a:extLst xmlns:a="http://schemas.openxmlformats.org/drawingml/2006/main">
              <a:ext uri="{FF2B5EF4-FFF2-40B4-BE49-F238E27FC236}">
                <a16:creationId xmlns:a16="http://schemas.microsoft.com/office/drawing/2014/main" id="{699BB546-E381-4284-B2E1-F70478C4E8FB}"/>
              </a:ext>
            </a:extLst>
          </p:cNvPr>
          <p:cNvSpPr>
            <a:spLocks xmlns:a="http://schemas.openxmlformats.org/drawingml/2006/main" noGrp="1"/>
          </p:cNvSpPr>
          <p:nvPr/>
        </p:nvSpPr>
        <p:spPr>
          <a:xfrm xmlns:a="http://schemas.openxmlformats.org/drawingml/2006/main">
            <a:off x="9163050" y="2952750"/>
            <a:ext cx="1943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Cohort result against baseline</a:t>
            </a:r>
          </a:p>
        </p:txBody>
      </p:sp>
      <p:sp>
        <p:nvSpPr>
          <p:cNvPr id="16" name="">
            <a:extLst xmlns:a="http://schemas.openxmlformats.org/drawingml/2006/main">
              <a:ext uri="{FF2B5EF4-FFF2-40B4-BE49-F238E27FC236}">
                <a16:creationId xmlns:a16="http://schemas.microsoft.com/office/drawing/2014/main" id="{E480A34E-1560-4BAA-9BAF-A188AE11B238}"/>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2D99C3FC-ED7D-47E9-BC97-8A7DD544AFBE}"/>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Attention should make the specific proposition easier to notice and remember.</a:t>
            </a:r>
          </a:p>
        </p:txBody>
      </p:sp>
      <p:sp>
        <p:nvSpPr>
          <p:cNvPr id="18" name="">
            <a:extLst xmlns:a="http://schemas.openxmlformats.org/drawingml/2006/main">
              <a:ext uri="{FF2B5EF4-FFF2-40B4-BE49-F238E27FC236}">
                <a16:creationId xmlns:a16="http://schemas.microsoft.com/office/drawing/2014/main" id="{7642EE04-530B-4B2F-849B-DBBF01DAA67E}"/>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19" name="">
            <a:extLst xmlns:a="http://schemas.openxmlformats.org/drawingml/2006/main">
              <a:ext uri="{FF2B5EF4-FFF2-40B4-BE49-F238E27FC236}">
                <a16:creationId xmlns:a16="http://schemas.microsoft.com/office/drawing/2014/main" id="{664296BB-0B7D-44BE-AAFD-D5C63E882061}"/>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F9C0F960-DBAE-4882-B162-9AAC6A0B4BFB}"/>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4A5D5467-1124-444D-B668-2E3E4253EDA4}"/>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24 / 30</a:t>
            </a:r>
          </a:p>
        </p:txBody>
      </p:sp>
    </p:spTree>
    <p:extLst>
      <p:ext uri="{BB962C8B-B14F-4D97-AF65-F5344CB8AC3E}">
        <p14:creationId xmlns:p14="http://schemas.microsoft.com/office/powerpoint/2010/main" val="1742225232"/>
      </p:ext>
    </p:extLst>
  </p:cSld>
</p:sld>
</file>

<file path=ppt/slides/slide25.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479157F-407A-437B-813A-AE34A3B4579C}"/>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5 / THE GROWTH SYSTEM</a:t>
            </a:r>
          </a:p>
        </p:txBody>
      </p:sp>
      <p:sp>
        <p:nvSpPr>
          <p:cNvPr id="2" name="">
            <a:extLst xmlns:a="http://schemas.openxmlformats.org/drawingml/2006/main">
              <a:ext uri="{FF2B5EF4-FFF2-40B4-BE49-F238E27FC236}">
                <a16:creationId xmlns:a16="http://schemas.microsoft.com/office/drawing/2014/main" id="{41CFD10F-479A-43F0-8489-FDEDB4DF756E}"/>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Channel Roles</a:t>
            </a:r>
          </a:p>
        </p:txBody>
      </p:sp>
      <p:sp>
        <p:nvSpPr>
          <p:cNvPr id="3" name="">
            <a:extLst xmlns:a="http://schemas.openxmlformats.org/drawingml/2006/main">
              <a:ext uri="{FF2B5EF4-FFF2-40B4-BE49-F238E27FC236}">
                <a16:creationId xmlns:a16="http://schemas.microsoft.com/office/drawing/2014/main" id="{8A83FAE5-3B63-4ED2-97B7-8FE90725AB19}"/>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AC193C0C-503F-441B-B627-5EF4220892BD}"/>
              </a:ext>
            </a:extLst>
          </p:cNvPr>
          <p:cNvSpPr>
            <a:spLocks xmlns:a="http://schemas.openxmlformats.org/drawingml/2006/main" noGrp="1"/>
          </p:cNvSpPr>
          <p:nvPr/>
        </p:nvSpPr>
        <p:spPr>
          <a:xfrm xmlns:a="http://schemas.openxmlformats.org/drawingml/2006/main">
            <a:off x="819150" y="17145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OWNED</a:t>
            </a:r>
          </a:p>
        </p:txBody>
      </p:sp>
      <p:sp>
        <p:nvSpPr>
          <p:cNvPr id="5" name="">
            <a:extLst xmlns:a="http://schemas.openxmlformats.org/drawingml/2006/main">
              <a:ext uri="{FF2B5EF4-FFF2-40B4-BE49-F238E27FC236}">
                <a16:creationId xmlns:a16="http://schemas.microsoft.com/office/drawing/2014/main" id="{0A465E15-73D9-40C4-98E6-D5020C210AF8}"/>
              </a:ext>
            </a:extLst>
          </p:cNvPr>
          <p:cNvSpPr>
            <a:spLocks xmlns:a="http://schemas.openxmlformats.org/drawingml/2006/main" noGrp="1"/>
          </p:cNvSpPr>
          <p:nvPr/>
        </p:nvSpPr>
        <p:spPr>
          <a:xfrm xmlns:a="http://schemas.openxmlformats.org/drawingml/2006/main">
            <a:off x="3105150" y="16764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15121B"/>
                </a:solidFill>
                <a:latin typeface="Helvetica"/>
                <a:ea typeface="Helvetica"/>
                <a:cs typeface="Helvetica"/>
              </a:defRPr>
            </a:defPPr>
            <a:lvl1pPr algn="l">
              <a:defRPr sz="1425" b="1" i="0">
                <a:solidFill>
                  <a:srgbClr val="15121B"/>
                </a:solidFill>
                <a:latin typeface="Helvetica"/>
                <a:ea typeface="Helvetica"/>
                <a:cs typeface="Helvetica"/>
              </a:defRPr>
            </a:lvl1pPr>
            <a:lvl2pPr algn="l">
              <a:defRPr sz="1425" b="1" i="0">
                <a:solidFill>
                  <a:srgbClr val="15121B"/>
                </a:solidFill>
                <a:latin typeface="Helvetica"/>
                <a:ea typeface="Helvetica"/>
                <a:cs typeface="Helvetica"/>
              </a:defRPr>
            </a:lvl2pPr>
            <a:lvl3pPr algn="l">
              <a:defRPr sz="1425" b="1" i="0">
                <a:solidFill>
                  <a:srgbClr val="15121B"/>
                </a:solidFill>
                <a:latin typeface="Helvetica"/>
                <a:ea typeface="Helvetica"/>
                <a:cs typeface="Helvetica"/>
              </a:defRPr>
            </a:lvl3pPr>
            <a:lvl4pPr algn="l">
              <a:defRPr sz="1425" b="1" i="0">
                <a:solidFill>
                  <a:srgbClr val="15121B"/>
                </a:solidFill>
                <a:latin typeface="Helvetica"/>
                <a:ea typeface="Helvetica"/>
                <a:cs typeface="Helvetica"/>
              </a:defRPr>
            </a:lvl4pPr>
            <a:lvl5pPr algn="l">
              <a:defRPr sz="1425" b="1" i="0">
                <a:solidFill>
                  <a:srgbClr val="15121B"/>
                </a:solidFill>
                <a:latin typeface="Helvetica"/>
                <a:ea typeface="Helvetica"/>
                <a:cs typeface="Helvetica"/>
              </a:defRPr>
            </a:lvl5pPr>
            <a:lvl6pPr algn="l">
              <a:defRPr sz="1425" b="1" i="0">
                <a:solidFill>
                  <a:srgbClr val="15121B"/>
                </a:solidFill>
                <a:latin typeface="Helvetica"/>
                <a:ea typeface="Helvetica"/>
                <a:cs typeface="Helvetica"/>
              </a:defRPr>
            </a:lvl6pPr>
            <a:lvl7pPr algn="l">
              <a:defRPr sz="1425" b="1" i="0">
                <a:solidFill>
                  <a:srgbClr val="15121B"/>
                </a:solidFill>
                <a:latin typeface="Helvetica"/>
                <a:ea typeface="Helvetica"/>
                <a:cs typeface="Helvetica"/>
              </a:defRPr>
            </a:lvl7pPr>
            <a:lvl8pPr algn="l">
              <a:defRPr sz="1425" b="1" i="0">
                <a:solidFill>
                  <a:srgbClr val="15121B"/>
                </a:solidFill>
                <a:latin typeface="Helvetica"/>
                <a:ea typeface="Helvetica"/>
                <a:cs typeface="Helvetica"/>
              </a:defRPr>
            </a:lvl8pPr>
            <a:lvl9pPr algn="l">
              <a:defRPr sz="1425" b="1" i="0">
                <a:solidFill>
                  <a:srgbClr val="15121B"/>
                </a:solidFill>
                <a:latin typeface="Helvetica"/>
                <a:ea typeface="Helvetica"/>
                <a:cs typeface="Helvetica"/>
              </a:defRPr>
            </a:lvl9pPr>
          </a:lstStyle>
          <a:p xmlns:a="http://schemas.openxmlformats.org/drawingml/2006/main">
            <a:pPr algn="l">
              <a:defRPr sz="1425" b="1" i="0">
                <a:solidFill>
                  <a:srgbClr val="15121B"/>
                </a:solidFill>
                <a:latin typeface="Helvetica"/>
                <a:ea typeface="Helvetica"/>
                <a:cs typeface="Helvetica"/>
              </a:defRPr>
            </a:pPr>
            <a:r>
              <a:rPr sz="1425" b="1" i="0">
                <a:solidFill>
                  <a:srgbClr val="15121B"/>
                </a:solidFill>
                <a:latin typeface="Helvetica"/>
                <a:ea typeface="Helvetica"/>
                <a:cs typeface="Helvetica"/>
              </a:rPr>
              <a:t>Explain</a:t>
            </a:r>
          </a:p>
        </p:txBody>
      </p:sp>
      <p:sp>
        <p:nvSpPr>
          <p:cNvPr id="6" name="">
            <a:extLst xmlns:a="http://schemas.openxmlformats.org/drawingml/2006/main">
              <a:ext uri="{FF2B5EF4-FFF2-40B4-BE49-F238E27FC236}">
                <a16:creationId xmlns:a16="http://schemas.microsoft.com/office/drawing/2014/main" id="{FA64C92F-AADB-43D6-BC2D-7A2DA9F448EE}"/>
              </a:ext>
            </a:extLst>
          </p:cNvPr>
          <p:cNvSpPr>
            <a:spLocks xmlns:a="http://schemas.openxmlformats.org/drawingml/2006/main" noGrp="1"/>
          </p:cNvSpPr>
          <p:nvPr/>
        </p:nvSpPr>
        <p:spPr>
          <a:xfrm xmlns:a="http://schemas.openxmlformats.org/drawingml/2006/main">
            <a:off x="8953500" y="17145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Deep</a:t>
            </a:r>
          </a:p>
        </p:txBody>
      </p:sp>
      <p:sp>
        <p:nvSpPr>
          <p:cNvPr id="7" name="">
            <a:extLst xmlns:a="http://schemas.openxmlformats.org/drawingml/2006/main">
              <a:ext uri="{FF2B5EF4-FFF2-40B4-BE49-F238E27FC236}">
                <a16:creationId xmlns:a16="http://schemas.microsoft.com/office/drawing/2014/main" id="{9EDBC517-C289-4A0F-9D54-9AA07514D935}"/>
              </a:ext>
            </a:extLst>
          </p:cNvPr>
          <p:cNvSpPr>
            <a:spLocks xmlns:a="http://schemas.openxmlformats.org/drawingml/2006/main" noGrp="1"/>
          </p:cNvSpPr>
          <p:nvPr/>
        </p:nvSpPr>
        <p:spPr>
          <a:xfrm xmlns:a="http://schemas.openxmlformats.org/drawingml/2006/main">
            <a:off x="647700" y="2114550"/>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8" name="">
            <a:extLst xmlns:a="http://schemas.openxmlformats.org/drawingml/2006/main">
              <a:ext uri="{FF2B5EF4-FFF2-40B4-BE49-F238E27FC236}">
                <a16:creationId xmlns:a16="http://schemas.microsoft.com/office/drawing/2014/main" id="{207E2FBF-E829-40AF-92AA-2723C7B41C81}"/>
              </a:ext>
            </a:extLst>
          </p:cNvPr>
          <p:cNvSpPr>
            <a:spLocks xmlns:a="http://schemas.openxmlformats.org/drawingml/2006/main" noGrp="1"/>
          </p:cNvSpPr>
          <p:nvPr/>
        </p:nvSpPr>
        <p:spPr>
          <a:xfrm xmlns:a="http://schemas.openxmlformats.org/drawingml/2006/main">
            <a:off x="819150" y="23622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CRM</a:t>
            </a:r>
          </a:p>
        </p:txBody>
      </p:sp>
      <p:sp>
        <p:nvSpPr>
          <p:cNvPr id="9" name="">
            <a:extLst xmlns:a="http://schemas.openxmlformats.org/drawingml/2006/main">
              <a:ext uri="{FF2B5EF4-FFF2-40B4-BE49-F238E27FC236}">
                <a16:creationId xmlns:a16="http://schemas.microsoft.com/office/drawing/2014/main" id="{5556F720-9591-403A-B8F6-DD6C8ECCE908}"/>
              </a:ext>
            </a:extLst>
          </p:cNvPr>
          <p:cNvSpPr>
            <a:spLocks xmlns:a="http://schemas.openxmlformats.org/drawingml/2006/main" noGrp="1"/>
          </p:cNvSpPr>
          <p:nvPr/>
        </p:nvSpPr>
        <p:spPr>
          <a:xfrm xmlns:a="http://schemas.openxmlformats.org/drawingml/2006/main">
            <a:off x="3105150" y="23241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15121B"/>
                </a:solidFill>
                <a:latin typeface="Helvetica"/>
                <a:ea typeface="Helvetica"/>
                <a:cs typeface="Helvetica"/>
              </a:defRPr>
            </a:defPPr>
            <a:lvl1pPr algn="l">
              <a:defRPr sz="1425" b="1" i="0">
                <a:solidFill>
                  <a:srgbClr val="15121B"/>
                </a:solidFill>
                <a:latin typeface="Helvetica"/>
                <a:ea typeface="Helvetica"/>
                <a:cs typeface="Helvetica"/>
              </a:defRPr>
            </a:lvl1pPr>
            <a:lvl2pPr algn="l">
              <a:defRPr sz="1425" b="1" i="0">
                <a:solidFill>
                  <a:srgbClr val="15121B"/>
                </a:solidFill>
                <a:latin typeface="Helvetica"/>
                <a:ea typeface="Helvetica"/>
                <a:cs typeface="Helvetica"/>
              </a:defRPr>
            </a:lvl2pPr>
            <a:lvl3pPr algn="l">
              <a:defRPr sz="1425" b="1" i="0">
                <a:solidFill>
                  <a:srgbClr val="15121B"/>
                </a:solidFill>
                <a:latin typeface="Helvetica"/>
                <a:ea typeface="Helvetica"/>
                <a:cs typeface="Helvetica"/>
              </a:defRPr>
            </a:lvl3pPr>
            <a:lvl4pPr algn="l">
              <a:defRPr sz="1425" b="1" i="0">
                <a:solidFill>
                  <a:srgbClr val="15121B"/>
                </a:solidFill>
                <a:latin typeface="Helvetica"/>
                <a:ea typeface="Helvetica"/>
                <a:cs typeface="Helvetica"/>
              </a:defRPr>
            </a:lvl4pPr>
            <a:lvl5pPr algn="l">
              <a:defRPr sz="1425" b="1" i="0">
                <a:solidFill>
                  <a:srgbClr val="15121B"/>
                </a:solidFill>
                <a:latin typeface="Helvetica"/>
                <a:ea typeface="Helvetica"/>
                <a:cs typeface="Helvetica"/>
              </a:defRPr>
            </a:lvl5pPr>
            <a:lvl6pPr algn="l">
              <a:defRPr sz="1425" b="1" i="0">
                <a:solidFill>
                  <a:srgbClr val="15121B"/>
                </a:solidFill>
                <a:latin typeface="Helvetica"/>
                <a:ea typeface="Helvetica"/>
                <a:cs typeface="Helvetica"/>
              </a:defRPr>
            </a:lvl6pPr>
            <a:lvl7pPr algn="l">
              <a:defRPr sz="1425" b="1" i="0">
                <a:solidFill>
                  <a:srgbClr val="15121B"/>
                </a:solidFill>
                <a:latin typeface="Helvetica"/>
                <a:ea typeface="Helvetica"/>
                <a:cs typeface="Helvetica"/>
              </a:defRPr>
            </a:lvl7pPr>
            <a:lvl8pPr algn="l">
              <a:defRPr sz="1425" b="1" i="0">
                <a:solidFill>
                  <a:srgbClr val="15121B"/>
                </a:solidFill>
                <a:latin typeface="Helvetica"/>
                <a:ea typeface="Helvetica"/>
                <a:cs typeface="Helvetica"/>
              </a:defRPr>
            </a:lvl8pPr>
            <a:lvl9pPr algn="l">
              <a:defRPr sz="1425" b="1" i="0">
                <a:solidFill>
                  <a:srgbClr val="15121B"/>
                </a:solidFill>
                <a:latin typeface="Helvetica"/>
                <a:ea typeface="Helvetica"/>
                <a:cs typeface="Helvetica"/>
              </a:defRPr>
            </a:lvl9pPr>
          </a:lstStyle>
          <a:p xmlns:a="http://schemas.openxmlformats.org/drawingml/2006/main">
            <a:pPr algn="l">
              <a:defRPr sz="1425" b="1" i="0">
                <a:solidFill>
                  <a:srgbClr val="15121B"/>
                </a:solidFill>
                <a:latin typeface="Helvetica"/>
                <a:ea typeface="Helvetica"/>
                <a:cs typeface="Helvetica"/>
              </a:defRPr>
            </a:pPr>
            <a:r>
              <a:rPr sz="1425" b="1" i="0">
                <a:solidFill>
                  <a:srgbClr val="15121B"/>
                </a:solidFill>
                <a:latin typeface="Helvetica"/>
                <a:ea typeface="Helvetica"/>
                <a:cs typeface="Helvetica"/>
              </a:rPr>
              <a:t>Reassure</a:t>
            </a:r>
          </a:p>
        </p:txBody>
      </p:sp>
      <p:sp>
        <p:nvSpPr>
          <p:cNvPr id="10" name="">
            <a:extLst xmlns:a="http://schemas.openxmlformats.org/drawingml/2006/main">
              <a:ext uri="{FF2B5EF4-FFF2-40B4-BE49-F238E27FC236}">
                <a16:creationId xmlns:a16="http://schemas.microsoft.com/office/drawing/2014/main" id="{15A1FF62-1BC3-4862-8056-26CE73343C8A}"/>
              </a:ext>
            </a:extLst>
          </p:cNvPr>
          <p:cNvSpPr>
            <a:spLocks xmlns:a="http://schemas.openxmlformats.org/drawingml/2006/main" noGrp="1"/>
          </p:cNvSpPr>
          <p:nvPr/>
        </p:nvSpPr>
        <p:spPr>
          <a:xfrm xmlns:a="http://schemas.openxmlformats.org/drawingml/2006/main">
            <a:off x="8953500" y="23622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First party</a:t>
            </a:r>
          </a:p>
        </p:txBody>
      </p:sp>
      <p:sp>
        <p:nvSpPr>
          <p:cNvPr id="11" name="">
            <a:extLst xmlns:a="http://schemas.openxmlformats.org/drawingml/2006/main">
              <a:ext uri="{FF2B5EF4-FFF2-40B4-BE49-F238E27FC236}">
                <a16:creationId xmlns:a16="http://schemas.microsoft.com/office/drawing/2014/main" id="{800CC325-DEAB-4FFF-8359-0AFB9BAB9519}"/>
              </a:ext>
            </a:extLst>
          </p:cNvPr>
          <p:cNvSpPr>
            <a:spLocks xmlns:a="http://schemas.openxmlformats.org/drawingml/2006/main" noGrp="1"/>
          </p:cNvSpPr>
          <p:nvPr/>
        </p:nvSpPr>
        <p:spPr>
          <a:xfrm xmlns:a="http://schemas.openxmlformats.org/drawingml/2006/main">
            <a:off x="647700" y="2762250"/>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12" name="">
            <a:extLst xmlns:a="http://schemas.openxmlformats.org/drawingml/2006/main">
              <a:ext uri="{FF2B5EF4-FFF2-40B4-BE49-F238E27FC236}">
                <a16:creationId xmlns:a16="http://schemas.microsoft.com/office/drawing/2014/main" id="{A92E9C09-B47F-47A8-B5BE-F7CC24A7AC5D}"/>
              </a:ext>
            </a:extLst>
          </p:cNvPr>
          <p:cNvSpPr>
            <a:spLocks xmlns:a="http://schemas.openxmlformats.org/drawingml/2006/main" noGrp="1"/>
          </p:cNvSpPr>
          <p:nvPr/>
        </p:nvSpPr>
        <p:spPr>
          <a:xfrm xmlns:a="http://schemas.openxmlformats.org/drawingml/2006/main">
            <a:off x="647700" y="2933700"/>
            <a:ext cx="10896600" cy="552450"/>
          </a:xfrm>
          <a:prstGeom xmlns:a="http://schemas.openxmlformats.org/drawingml/2006/main" prst="roundRect">
            <a:avLst>
              <a:gd name="adj" fmla="val 13793"/>
            </a:avLst>
          </a:prstGeom>
          <a:solidFill xmlns:a="http://schemas.openxmlformats.org/drawingml/2006/main">
            <a:srgbClr val="F8D8D2"/>
          </a:solidFill>
          <a:ln xmlns:a="http://schemas.openxmlformats.org/drawingml/2006/main" w="0">
            <a:solidFill>
              <a:srgbClr val="F8D8D2"/>
            </a:solidFill>
          </a:ln>
        </p:spPr>
      </p:sp>
      <p:sp>
        <p:nvSpPr>
          <p:cNvPr id="13" name="">
            <a:extLst xmlns:a="http://schemas.openxmlformats.org/drawingml/2006/main">
              <a:ext uri="{FF2B5EF4-FFF2-40B4-BE49-F238E27FC236}">
                <a16:creationId xmlns:a16="http://schemas.microsoft.com/office/drawing/2014/main" id="{ED535C47-680D-42A3-912A-E61EF37F786E}"/>
              </a:ext>
            </a:extLst>
          </p:cNvPr>
          <p:cNvSpPr>
            <a:spLocks xmlns:a="http://schemas.openxmlformats.org/drawingml/2006/main" noGrp="1"/>
          </p:cNvSpPr>
          <p:nvPr/>
        </p:nvSpPr>
        <p:spPr>
          <a:xfrm xmlns:a="http://schemas.openxmlformats.org/drawingml/2006/main">
            <a:off x="819150" y="30099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RETAIL</a:t>
            </a:r>
          </a:p>
        </p:txBody>
      </p:sp>
      <p:sp>
        <p:nvSpPr>
          <p:cNvPr id="14" name="">
            <a:extLst xmlns:a="http://schemas.openxmlformats.org/drawingml/2006/main">
              <a:ext uri="{FF2B5EF4-FFF2-40B4-BE49-F238E27FC236}">
                <a16:creationId xmlns:a16="http://schemas.microsoft.com/office/drawing/2014/main" id="{58255034-1505-4666-9E67-186E41EF9654}"/>
              </a:ext>
            </a:extLst>
          </p:cNvPr>
          <p:cNvSpPr>
            <a:spLocks xmlns:a="http://schemas.openxmlformats.org/drawingml/2006/main" noGrp="1"/>
          </p:cNvSpPr>
          <p:nvPr/>
        </p:nvSpPr>
        <p:spPr>
          <a:xfrm xmlns:a="http://schemas.openxmlformats.org/drawingml/2006/main">
            <a:off x="3105150" y="29718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15121B"/>
                </a:solidFill>
                <a:latin typeface="Helvetica"/>
                <a:ea typeface="Helvetica"/>
                <a:cs typeface="Helvetica"/>
              </a:defRPr>
            </a:defPPr>
            <a:lvl1pPr algn="l">
              <a:defRPr sz="1425" b="1" i="0">
                <a:solidFill>
                  <a:srgbClr val="15121B"/>
                </a:solidFill>
                <a:latin typeface="Helvetica"/>
                <a:ea typeface="Helvetica"/>
                <a:cs typeface="Helvetica"/>
              </a:defRPr>
            </a:lvl1pPr>
            <a:lvl2pPr algn="l">
              <a:defRPr sz="1425" b="1" i="0">
                <a:solidFill>
                  <a:srgbClr val="15121B"/>
                </a:solidFill>
                <a:latin typeface="Helvetica"/>
                <a:ea typeface="Helvetica"/>
                <a:cs typeface="Helvetica"/>
              </a:defRPr>
            </a:lvl2pPr>
            <a:lvl3pPr algn="l">
              <a:defRPr sz="1425" b="1" i="0">
                <a:solidFill>
                  <a:srgbClr val="15121B"/>
                </a:solidFill>
                <a:latin typeface="Helvetica"/>
                <a:ea typeface="Helvetica"/>
                <a:cs typeface="Helvetica"/>
              </a:defRPr>
            </a:lvl3pPr>
            <a:lvl4pPr algn="l">
              <a:defRPr sz="1425" b="1" i="0">
                <a:solidFill>
                  <a:srgbClr val="15121B"/>
                </a:solidFill>
                <a:latin typeface="Helvetica"/>
                <a:ea typeface="Helvetica"/>
                <a:cs typeface="Helvetica"/>
              </a:defRPr>
            </a:lvl4pPr>
            <a:lvl5pPr algn="l">
              <a:defRPr sz="1425" b="1" i="0">
                <a:solidFill>
                  <a:srgbClr val="15121B"/>
                </a:solidFill>
                <a:latin typeface="Helvetica"/>
                <a:ea typeface="Helvetica"/>
                <a:cs typeface="Helvetica"/>
              </a:defRPr>
            </a:lvl5pPr>
            <a:lvl6pPr algn="l">
              <a:defRPr sz="1425" b="1" i="0">
                <a:solidFill>
                  <a:srgbClr val="15121B"/>
                </a:solidFill>
                <a:latin typeface="Helvetica"/>
                <a:ea typeface="Helvetica"/>
                <a:cs typeface="Helvetica"/>
              </a:defRPr>
            </a:lvl6pPr>
            <a:lvl7pPr algn="l">
              <a:defRPr sz="1425" b="1" i="0">
                <a:solidFill>
                  <a:srgbClr val="15121B"/>
                </a:solidFill>
                <a:latin typeface="Helvetica"/>
                <a:ea typeface="Helvetica"/>
                <a:cs typeface="Helvetica"/>
              </a:defRPr>
            </a:lvl7pPr>
            <a:lvl8pPr algn="l">
              <a:defRPr sz="1425" b="1" i="0">
                <a:solidFill>
                  <a:srgbClr val="15121B"/>
                </a:solidFill>
                <a:latin typeface="Helvetica"/>
                <a:ea typeface="Helvetica"/>
                <a:cs typeface="Helvetica"/>
              </a:defRPr>
            </a:lvl8pPr>
            <a:lvl9pPr algn="l">
              <a:defRPr sz="1425" b="1" i="0">
                <a:solidFill>
                  <a:srgbClr val="15121B"/>
                </a:solidFill>
                <a:latin typeface="Helvetica"/>
                <a:ea typeface="Helvetica"/>
                <a:cs typeface="Helvetica"/>
              </a:defRPr>
            </a:lvl9pPr>
          </a:lstStyle>
          <a:p xmlns:a="http://schemas.openxmlformats.org/drawingml/2006/main">
            <a:pPr algn="l">
              <a:defRPr sz="1425" b="1" i="0">
                <a:solidFill>
                  <a:srgbClr val="15121B"/>
                </a:solidFill>
                <a:latin typeface="Helvetica"/>
                <a:ea typeface="Helvetica"/>
                <a:cs typeface="Helvetica"/>
              </a:defRPr>
            </a:pPr>
            <a:r>
              <a:rPr sz="1425" b="1" i="0">
                <a:solidFill>
                  <a:srgbClr val="15121B"/>
                </a:solidFill>
                <a:latin typeface="Helvetica"/>
                <a:ea typeface="Helvetica"/>
                <a:cs typeface="Helvetica"/>
              </a:rPr>
              <a:t>Convert</a:t>
            </a:r>
          </a:p>
        </p:txBody>
      </p:sp>
      <p:sp>
        <p:nvSpPr>
          <p:cNvPr id="15" name="">
            <a:extLst xmlns:a="http://schemas.openxmlformats.org/drawingml/2006/main">
              <a:ext uri="{FF2B5EF4-FFF2-40B4-BE49-F238E27FC236}">
                <a16:creationId xmlns:a16="http://schemas.microsoft.com/office/drawing/2014/main" id="{7E2DEDBC-9EF9-47FB-82F0-16AA2A956955}"/>
              </a:ext>
            </a:extLst>
          </p:cNvPr>
          <p:cNvSpPr>
            <a:spLocks xmlns:a="http://schemas.openxmlformats.org/drawingml/2006/main" noGrp="1"/>
          </p:cNvSpPr>
          <p:nvPr/>
        </p:nvSpPr>
        <p:spPr>
          <a:xfrm xmlns:a="http://schemas.openxmlformats.org/drawingml/2006/main">
            <a:off x="8953500" y="30099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Immediate</a:t>
            </a:r>
          </a:p>
        </p:txBody>
      </p:sp>
      <p:sp>
        <p:nvSpPr>
          <p:cNvPr id="16" name="">
            <a:extLst xmlns:a="http://schemas.openxmlformats.org/drawingml/2006/main">
              <a:ext uri="{FF2B5EF4-FFF2-40B4-BE49-F238E27FC236}">
                <a16:creationId xmlns:a16="http://schemas.microsoft.com/office/drawing/2014/main" id="{6325F756-7232-4728-9036-3852B2A89F3A}"/>
              </a:ext>
            </a:extLst>
          </p:cNvPr>
          <p:cNvSpPr>
            <a:spLocks xmlns:a="http://schemas.openxmlformats.org/drawingml/2006/main" noGrp="1"/>
          </p:cNvSpPr>
          <p:nvPr/>
        </p:nvSpPr>
        <p:spPr>
          <a:xfrm xmlns:a="http://schemas.openxmlformats.org/drawingml/2006/main">
            <a:off x="647700" y="3409950"/>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17" name="">
            <a:extLst xmlns:a="http://schemas.openxmlformats.org/drawingml/2006/main">
              <a:ext uri="{FF2B5EF4-FFF2-40B4-BE49-F238E27FC236}">
                <a16:creationId xmlns:a16="http://schemas.microsoft.com/office/drawing/2014/main" id="{25A75D16-DA9D-44D0-A662-5B44782A413F}"/>
              </a:ext>
            </a:extLst>
          </p:cNvPr>
          <p:cNvSpPr>
            <a:spLocks xmlns:a="http://schemas.openxmlformats.org/drawingml/2006/main" noGrp="1"/>
          </p:cNvSpPr>
          <p:nvPr/>
        </p:nvSpPr>
        <p:spPr>
          <a:xfrm xmlns:a="http://schemas.openxmlformats.org/drawingml/2006/main">
            <a:off x="819150" y="36576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EARNED</a:t>
            </a:r>
          </a:p>
        </p:txBody>
      </p:sp>
      <p:sp>
        <p:nvSpPr>
          <p:cNvPr id="18" name="">
            <a:extLst xmlns:a="http://schemas.openxmlformats.org/drawingml/2006/main">
              <a:ext uri="{FF2B5EF4-FFF2-40B4-BE49-F238E27FC236}">
                <a16:creationId xmlns:a16="http://schemas.microsoft.com/office/drawing/2014/main" id="{6FB99FAC-2BF6-4A9C-8EE2-6A693A3C877B}"/>
              </a:ext>
            </a:extLst>
          </p:cNvPr>
          <p:cNvSpPr>
            <a:spLocks xmlns:a="http://schemas.openxmlformats.org/drawingml/2006/main" noGrp="1"/>
          </p:cNvSpPr>
          <p:nvPr/>
        </p:nvSpPr>
        <p:spPr>
          <a:xfrm xmlns:a="http://schemas.openxmlformats.org/drawingml/2006/main">
            <a:off x="3105150" y="36195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15121B"/>
                </a:solidFill>
                <a:latin typeface="Helvetica"/>
                <a:ea typeface="Helvetica"/>
                <a:cs typeface="Helvetica"/>
              </a:defRPr>
            </a:defPPr>
            <a:lvl1pPr algn="l">
              <a:defRPr sz="1425" b="1" i="0">
                <a:solidFill>
                  <a:srgbClr val="15121B"/>
                </a:solidFill>
                <a:latin typeface="Helvetica"/>
                <a:ea typeface="Helvetica"/>
                <a:cs typeface="Helvetica"/>
              </a:defRPr>
            </a:lvl1pPr>
            <a:lvl2pPr algn="l">
              <a:defRPr sz="1425" b="1" i="0">
                <a:solidFill>
                  <a:srgbClr val="15121B"/>
                </a:solidFill>
                <a:latin typeface="Helvetica"/>
                <a:ea typeface="Helvetica"/>
                <a:cs typeface="Helvetica"/>
              </a:defRPr>
            </a:lvl2pPr>
            <a:lvl3pPr algn="l">
              <a:defRPr sz="1425" b="1" i="0">
                <a:solidFill>
                  <a:srgbClr val="15121B"/>
                </a:solidFill>
                <a:latin typeface="Helvetica"/>
                <a:ea typeface="Helvetica"/>
                <a:cs typeface="Helvetica"/>
              </a:defRPr>
            </a:lvl3pPr>
            <a:lvl4pPr algn="l">
              <a:defRPr sz="1425" b="1" i="0">
                <a:solidFill>
                  <a:srgbClr val="15121B"/>
                </a:solidFill>
                <a:latin typeface="Helvetica"/>
                <a:ea typeface="Helvetica"/>
                <a:cs typeface="Helvetica"/>
              </a:defRPr>
            </a:lvl4pPr>
            <a:lvl5pPr algn="l">
              <a:defRPr sz="1425" b="1" i="0">
                <a:solidFill>
                  <a:srgbClr val="15121B"/>
                </a:solidFill>
                <a:latin typeface="Helvetica"/>
                <a:ea typeface="Helvetica"/>
                <a:cs typeface="Helvetica"/>
              </a:defRPr>
            </a:lvl5pPr>
            <a:lvl6pPr algn="l">
              <a:defRPr sz="1425" b="1" i="0">
                <a:solidFill>
                  <a:srgbClr val="15121B"/>
                </a:solidFill>
                <a:latin typeface="Helvetica"/>
                <a:ea typeface="Helvetica"/>
                <a:cs typeface="Helvetica"/>
              </a:defRPr>
            </a:lvl6pPr>
            <a:lvl7pPr algn="l">
              <a:defRPr sz="1425" b="1" i="0">
                <a:solidFill>
                  <a:srgbClr val="15121B"/>
                </a:solidFill>
                <a:latin typeface="Helvetica"/>
                <a:ea typeface="Helvetica"/>
                <a:cs typeface="Helvetica"/>
              </a:defRPr>
            </a:lvl7pPr>
            <a:lvl8pPr algn="l">
              <a:defRPr sz="1425" b="1" i="0">
                <a:solidFill>
                  <a:srgbClr val="15121B"/>
                </a:solidFill>
                <a:latin typeface="Helvetica"/>
                <a:ea typeface="Helvetica"/>
                <a:cs typeface="Helvetica"/>
              </a:defRPr>
            </a:lvl8pPr>
            <a:lvl9pPr algn="l">
              <a:defRPr sz="1425" b="1" i="0">
                <a:solidFill>
                  <a:srgbClr val="15121B"/>
                </a:solidFill>
                <a:latin typeface="Helvetica"/>
                <a:ea typeface="Helvetica"/>
                <a:cs typeface="Helvetica"/>
              </a:defRPr>
            </a:lvl9pPr>
          </a:lstStyle>
          <a:p xmlns:a="http://schemas.openxmlformats.org/drawingml/2006/main">
            <a:pPr algn="l">
              <a:defRPr sz="1425" b="1" i="0">
                <a:solidFill>
                  <a:srgbClr val="15121B"/>
                </a:solidFill>
                <a:latin typeface="Helvetica"/>
                <a:ea typeface="Helvetica"/>
                <a:cs typeface="Helvetica"/>
              </a:defRPr>
            </a:pPr>
            <a:r>
              <a:rPr sz="1425" b="1" i="0">
                <a:solidFill>
                  <a:srgbClr val="15121B"/>
                </a:solidFill>
                <a:latin typeface="Helvetica"/>
                <a:ea typeface="Helvetica"/>
                <a:cs typeface="Helvetica"/>
              </a:rPr>
              <a:t>Validate</a:t>
            </a:r>
          </a:p>
        </p:txBody>
      </p:sp>
      <p:sp>
        <p:nvSpPr>
          <p:cNvPr id="19" name="">
            <a:extLst xmlns:a="http://schemas.openxmlformats.org/drawingml/2006/main">
              <a:ext uri="{FF2B5EF4-FFF2-40B4-BE49-F238E27FC236}">
                <a16:creationId xmlns:a16="http://schemas.microsoft.com/office/drawing/2014/main" id="{177681F8-01FE-4032-BEE4-0F2DAA178B5A}"/>
              </a:ext>
            </a:extLst>
          </p:cNvPr>
          <p:cNvSpPr>
            <a:spLocks xmlns:a="http://schemas.openxmlformats.org/drawingml/2006/main" noGrp="1"/>
          </p:cNvSpPr>
          <p:nvPr/>
        </p:nvSpPr>
        <p:spPr>
          <a:xfrm xmlns:a="http://schemas.openxmlformats.org/drawingml/2006/main">
            <a:off x="8953500" y="36576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Citable</a:t>
            </a:r>
          </a:p>
        </p:txBody>
      </p:sp>
      <p:sp>
        <p:nvSpPr>
          <p:cNvPr id="20" name="">
            <a:extLst xmlns:a="http://schemas.openxmlformats.org/drawingml/2006/main">
              <a:ext uri="{FF2B5EF4-FFF2-40B4-BE49-F238E27FC236}">
                <a16:creationId xmlns:a16="http://schemas.microsoft.com/office/drawing/2014/main" id="{79846020-5E15-4B1D-ACF5-1E1FBB2DD1B3}"/>
              </a:ext>
            </a:extLst>
          </p:cNvPr>
          <p:cNvSpPr>
            <a:spLocks xmlns:a="http://schemas.openxmlformats.org/drawingml/2006/main" noGrp="1"/>
          </p:cNvSpPr>
          <p:nvPr/>
        </p:nvSpPr>
        <p:spPr>
          <a:xfrm xmlns:a="http://schemas.openxmlformats.org/drawingml/2006/main">
            <a:off x="647700" y="4057650"/>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21" name="">
            <a:extLst xmlns:a="http://schemas.openxmlformats.org/drawingml/2006/main">
              <a:ext uri="{FF2B5EF4-FFF2-40B4-BE49-F238E27FC236}">
                <a16:creationId xmlns:a16="http://schemas.microsoft.com/office/drawing/2014/main" id="{182F7CAD-D56F-4B73-8AC0-F7B51852DC92}"/>
              </a:ext>
            </a:extLst>
          </p:cNvPr>
          <p:cNvSpPr>
            <a:spLocks xmlns:a="http://schemas.openxmlformats.org/drawingml/2006/main" noGrp="1"/>
          </p:cNvSpPr>
          <p:nvPr/>
        </p:nvSpPr>
        <p:spPr>
          <a:xfrm xmlns:a="http://schemas.openxmlformats.org/drawingml/2006/main">
            <a:off x="819150" y="43053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756D7A"/>
                </a:solidFill>
                <a:latin typeface="Helvetica"/>
                <a:ea typeface="Helvetica"/>
                <a:cs typeface="Helvetica"/>
              </a:defRPr>
            </a:defPPr>
            <a:lvl1pPr algn="l">
              <a:defRPr sz="750" b="1" i="0">
                <a:solidFill>
                  <a:srgbClr val="756D7A"/>
                </a:solidFill>
                <a:latin typeface="Helvetica"/>
                <a:ea typeface="Helvetica"/>
                <a:cs typeface="Helvetica"/>
              </a:defRPr>
            </a:lvl1pPr>
            <a:lvl2pPr algn="l">
              <a:defRPr sz="750" b="1" i="0">
                <a:solidFill>
                  <a:srgbClr val="756D7A"/>
                </a:solidFill>
                <a:latin typeface="Helvetica"/>
                <a:ea typeface="Helvetica"/>
                <a:cs typeface="Helvetica"/>
              </a:defRPr>
            </a:lvl2pPr>
            <a:lvl3pPr algn="l">
              <a:defRPr sz="750" b="1" i="0">
                <a:solidFill>
                  <a:srgbClr val="756D7A"/>
                </a:solidFill>
                <a:latin typeface="Helvetica"/>
                <a:ea typeface="Helvetica"/>
                <a:cs typeface="Helvetica"/>
              </a:defRPr>
            </a:lvl3pPr>
            <a:lvl4pPr algn="l">
              <a:defRPr sz="750" b="1" i="0">
                <a:solidFill>
                  <a:srgbClr val="756D7A"/>
                </a:solidFill>
                <a:latin typeface="Helvetica"/>
                <a:ea typeface="Helvetica"/>
                <a:cs typeface="Helvetica"/>
              </a:defRPr>
            </a:lvl4pPr>
            <a:lvl5pPr algn="l">
              <a:defRPr sz="750" b="1" i="0">
                <a:solidFill>
                  <a:srgbClr val="756D7A"/>
                </a:solidFill>
                <a:latin typeface="Helvetica"/>
                <a:ea typeface="Helvetica"/>
                <a:cs typeface="Helvetica"/>
              </a:defRPr>
            </a:lvl5pPr>
            <a:lvl6pPr algn="l">
              <a:defRPr sz="750" b="1" i="0">
                <a:solidFill>
                  <a:srgbClr val="756D7A"/>
                </a:solidFill>
                <a:latin typeface="Helvetica"/>
                <a:ea typeface="Helvetica"/>
                <a:cs typeface="Helvetica"/>
              </a:defRPr>
            </a:lvl6pPr>
            <a:lvl7pPr algn="l">
              <a:defRPr sz="750" b="1" i="0">
                <a:solidFill>
                  <a:srgbClr val="756D7A"/>
                </a:solidFill>
                <a:latin typeface="Helvetica"/>
                <a:ea typeface="Helvetica"/>
                <a:cs typeface="Helvetica"/>
              </a:defRPr>
            </a:lvl7pPr>
            <a:lvl8pPr algn="l">
              <a:defRPr sz="750" b="1" i="0">
                <a:solidFill>
                  <a:srgbClr val="756D7A"/>
                </a:solidFill>
                <a:latin typeface="Helvetica"/>
                <a:ea typeface="Helvetica"/>
                <a:cs typeface="Helvetica"/>
              </a:defRPr>
            </a:lvl8pPr>
            <a:lvl9pPr algn="l">
              <a:defRPr sz="750" b="1" i="0">
                <a:solidFill>
                  <a:srgbClr val="756D7A"/>
                </a:solidFill>
                <a:latin typeface="Helvetica"/>
                <a:ea typeface="Helvetica"/>
                <a:cs typeface="Helvetica"/>
              </a:defRPr>
            </a:lvl9pPr>
          </a:lstStyle>
          <a:p xmlns:a="http://schemas.openxmlformats.org/drawingml/2006/main">
            <a:pPr algn="l">
              <a:defRPr sz="750" b="1" i="0">
                <a:solidFill>
                  <a:srgbClr val="756D7A"/>
                </a:solidFill>
                <a:latin typeface="Helvetica"/>
                <a:ea typeface="Helvetica"/>
                <a:cs typeface="Helvetica"/>
              </a:defRPr>
            </a:pPr>
            <a:r>
              <a:rPr sz="750" b="1" i="0">
                <a:solidFill>
                  <a:srgbClr val="756D7A"/>
                </a:solidFill>
                <a:latin typeface="Helvetica"/>
                <a:ea typeface="Helvetica"/>
                <a:cs typeface="Helvetica"/>
              </a:rPr>
              <a:t>PAID</a:t>
            </a:r>
          </a:p>
        </p:txBody>
      </p:sp>
      <p:sp>
        <p:nvSpPr>
          <p:cNvPr id="22" name="">
            <a:extLst xmlns:a="http://schemas.openxmlformats.org/drawingml/2006/main">
              <a:ext uri="{FF2B5EF4-FFF2-40B4-BE49-F238E27FC236}">
                <a16:creationId xmlns:a16="http://schemas.microsoft.com/office/drawing/2014/main" id="{8077D7ED-86BA-49B1-AB3B-A7788F5A8FC8}"/>
              </a:ext>
            </a:extLst>
          </p:cNvPr>
          <p:cNvSpPr>
            <a:spLocks xmlns:a="http://schemas.openxmlformats.org/drawingml/2006/main" noGrp="1"/>
          </p:cNvSpPr>
          <p:nvPr/>
        </p:nvSpPr>
        <p:spPr>
          <a:xfrm xmlns:a="http://schemas.openxmlformats.org/drawingml/2006/main">
            <a:off x="3105150" y="42672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15121B"/>
                </a:solidFill>
                <a:latin typeface="Helvetica"/>
                <a:ea typeface="Helvetica"/>
                <a:cs typeface="Helvetica"/>
              </a:defRPr>
            </a:defPPr>
            <a:lvl1pPr algn="l">
              <a:defRPr sz="1425" b="1" i="0">
                <a:solidFill>
                  <a:srgbClr val="15121B"/>
                </a:solidFill>
                <a:latin typeface="Helvetica"/>
                <a:ea typeface="Helvetica"/>
                <a:cs typeface="Helvetica"/>
              </a:defRPr>
            </a:lvl1pPr>
            <a:lvl2pPr algn="l">
              <a:defRPr sz="1425" b="1" i="0">
                <a:solidFill>
                  <a:srgbClr val="15121B"/>
                </a:solidFill>
                <a:latin typeface="Helvetica"/>
                <a:ea typeface="Helvetica"/>
                <a:cs typeface="Helvetica"/>
              </a:defRPr>
            </a:lvl2pPr>
            <a:lvl3pPr algn="l">
              <a:defRPr sz="1425" b="1" i="0">
                <a:solidFill>
                  <a:srgbClr val="15121B"/>
                </a:solidFill>
                <a:latin typeface="Helvetica"/>
                <a:ea typeface="Helvetica"/>
                <a:cs typeface="Helvetica"/>
              </a:defRPr>
            </a:lvl3pPr>
            <a:lvl4pPr algn="l">
              <a:defRPr sz="1425" b="1" i="0">
                <a:solidFill>
                  <a:srgbClr val="15121B"/>
                </a:solidFill>
                <a:latin typeface="Helvetica"/>
                <a:ea typeface="Helvetica"/>
                <a:cs typeface="Helvetica"/>
              </a:defRPr>
            </a:lvl4pPr>
            <a:lvl5pPr algn="l">
              <a:defRPr sz="1425" b="1" i="0">
                <a:solidFill>
                  <a:srgbClr val="15121B"/>
                </a:solidFill>
                <a:latin typeface="Helvetica"/>
                <a:ea typeface="Helvetica"/>
                <a:cs typeface="Helvetica"/>
              </a:defRPr>
            </a:lvl5pPr>
            <a:lvl6pPr algn="l">
              <a:defRPr sz="1425" b="1" i="0">
                <a:solidFill>
                  <a:srgbClr val="15121B"/>
                </a:solidFill>
                <a:latin typeface="Helvetica"/>
                <a:ea typeface="Helvetica"/>
                <a:cs typeface="Helvetica"/>
              </a:defRPr>
            </a:lvl6pPr>
            <a:lvl7pPr algn="l">
              <a:defRPr sz="1425" b="1" i="0">
                <a:solidFill>
                  <a:srgbClr val="15121B"/>
                </a:solidFill>
                <a:latin typeface="Helvetica"/>
                <a:ea typeface="Helvetica"/>
                <a:cs typeface="Helvetica"/>
              </a:defRPr>
            </a:lvl7pPr>
            <a:lvl8pPr algn="l">
              <a:defRPr sz="1425" b="1" i="0">
                <a:solidFill>
                  <a:srgbClr val="15121B"/>
                </a:solidFill>
                <a:latin typeface="Helvetica"/>
                <a:ea typeface="Helvetica"/>
                <a:cs typeface="Helvetica"/>
              </a:defRPr>
            </a:lvl8pPr>
            <a:lvl9pPr algn="l">
              <a:defRPr sz="1425" b="1" i="0">
                <a:solidFill>
                  <a:srgbClr val="15121B"/>
                </a:solidFill>
                <a:latin typeface="Helvetica"/>
                <a:ea typeface="Helvetica"/>
                <a:cs typeface="Helvetica"/>
              </a:defRPr>
            </a:lvl9pPr>
          </a:lstStyle>
          <a:p xmlns:a="http://schemas.openxmlformats.org/drawingml/2006/main">
            <a:pPr algn="l">
              <a:defRPr sz="1425" b="1" i="0">
                <a:solidFill>
                  <a:srgbClr val="15121B"/>
                </a:solidFill>
                <a:latin typeface="Helvetica"/>
                <a:ea typeface="Helvetica"/>
                <a:cs typeface="Helvetica"/>
              </a:defRPr>
            </a:pPr>
            <a:r>
              <a:rPr sz="1425" b="1" i="0">
                <a:solidFill>
                  <a:srgbClr val="15121B"/>
                </a:solidFill>
                <a:latin typeface="Helvetica"/>
                <a:ea typeface="Helvetica"/>
                <a:cs typeface="Helvetica"/>
              </a:rPr>
              <a:t>Reach</a:t>
            </a:r>
          </a:p>
        </p:txBody>
      </p:sp>
      <p:sp>
        <p:nvSpPr>
          <p:cNvPr id="23" name="">
            <a:extLst xmlns:a="http://schemas.openxmlformats.org/drawingml/2006/main">
              <a:ext uri="{FF2B5EF4-FFF2-40B4-BE49-F238E27FC236}">
                <a16:creationId xmlns:a16="http://schemas.microsoft.com/office/drawing/2014/main" id="{235784B8-C550-4F85-944B-A91E0E72B1BB}"/>
              </a:ext>
            </a:extLst>
          </p:cNvPr>
          <p:cNvSpPr>
            <a:spLocks xmlns:a="http://schemas.openxmlformats.org/drawingml/2006/main" noGrp="1"/>
          </p:cNvSpPr>
          <p:nvPr/>
        </p:nvSpPr>
        <p:spPr>
          <a:xfrm xmlns:a="http://schemas.openxmlformats.org/drawingml/2006/main">
            <a:off x="8953500" y="43053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Distinctive</a:t>
            </a:r>
          </a:p>
        </p:txBody>
      </p:sp>
      <p:sp>
        <p:nvSpPr>
          <p:cNvPr id="24" name="">
            <a:extLst xmlns:a="http://schemas.openxmlformats.org/drawingml/2006/main">
              <a:ext uri="{FF2B5EF4-FFF2-40B4-BE49-F238E27FC236}">
                <a16:creationId xmlns:a16="http://schemas.microsoft.com/office/drawing/2014/main" id="{54625B7A-9BBE-4C57-99AA-5AB756363507}"/>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25" name="">
            <a:extLst xmlns:a="http://schemas.openxmlformats.org/drawingml/2006/main">
              <a:ext uri="{FF2B5EF4-FFF2-40B4-BE49-F238E27FC236}">
                <a16:creationId xmlns:a16="http://schemas.microsoft.com/office/drawing/2014/main" id="{C3375BC8-5560-478A-A7D2-8EA52B676E83}"/>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Channels remain hypotheses until channel economics and conversion evidence are available.</a:t>
            </a:r>
          </a:p>
        </p:txBody>
      </p:sp>
      <p:sp>
        <p:nvSpPr>
          <p:cNvPr id="26" name="">
            <a:extLst xmlns:a="http://schemas.openxmlformats.org/drawingml/2006/main">
              <a:ext uri="{FF2B5EF4-FFF2-40B4-BE49-F238E27FC236}">
                <a16:creationId xmlns:a16="http://schemas.microsoft.com/office/drawing/2014/main" id="{A0710FC2-154C-4A16-88BC-0BA788B621B5}"/>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27" name="">
            <a:extLst xmlns:a="http://schemas.openxmlformats.org/drawingml/2006/main">
              <a:ext uri="{FF2B5EF4-FFF2-40B4-BE49-F238E27FC236}">
                <a16:creationId xmlns:a16="http://schemas.microsoft.com/office/drawing/2014/main" id="{7AD37D46-4746-4DC3-817F-E56FE6B8E821}"/>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8" name="">
            <a:extLst xmlns:a="http://schemas.openxmlformats.org/drawingml/2006/main">
              <a:ext uri="{FF2B5EF4-FFF2-40B4-BE49-F238E27FC236}">
                <a16:creationId xmlns:a16="http://schemas.microsoft.com/office/drawing/2014/main" id="{A6E5AAE4-DBDC-4424-A837-9B9F0449FD74}"/>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9" name="">
            <a:extLst xmlns:a="http://schemas.openxmlformats.org/drawingml/2006/main">
              <a:ext uri="{FF2B5EF4-FFF2-40B4-BE49-F238E27FC236}">
                <a16:creationId xmlns:a16="http://schemas.microsoft.com/office/drawing/2014/main" id="{CC22E61A-D200-4CB5-9798-156C5D26CCC1}"/>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25 / 30</a:t>
            </a:r>
          </a:p>
        </p:txBody>
      </p:sp>
    </p:spTree>
    <p:extLst>
      <p:ext uri="{BB962C8B-B14F-4D97-AF65-F5344CB8AC3E}">
        <p14:creationId xmlns:p14="http://schemas.microsoft.com/office/powerpoint/2010/main" val="601388751"/>
      </p:ext>
    </p:extLst>
  </p:cSld>
</p:sld>
</file>

<file path=ppt/slides/slide26.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F245E8E-F9AD-4F7E-8B6E-58930982B6E1}"/>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5 / THE GROWTH SYSTEM</a:t>
            </a:r>
          </a:p>
        </p:txBody>
      </p:sp>
      <p:sp>
        <p:nvSpPr>
          <p:cNvPr id="2" name="">
            <a:extLst xmlns:a="http://schemas.openxmlformats.org/drawingml/2006/main">
              <a:ext uri="{FF2B5EF4-FFF2-40B4-BE49-F238E27FC236}">
                <a16:creationId xmlns:a16="http://schemas.microsoft.com/office/drawing/2014/main" id="{60EF62D8-4102-4FF3-A3A9-3A8E44DAE509}"/>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Content / Campaign System</a:t>
            </a:r>
          </a:p>
        </p:txBody>
      </p:sp>
      <p:sp>
        <p:nvSpPr>
          <p:cNvPr id="3" name="">
            <a:extLst xmlns:a="http://schemas.openxmlformats.org/drawingml/2006/main">
              <a:ext uri="{FF2B5EF4-FFF2-40B4-BE49-F238E27FC236}">
                <a16:creationId xmlns:a16="http://schemas.microsoft.com/office/drawing/2014/main" id="{19D44C16-E8C0-48FF-89C9-093444FFFA90}"/>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6B7DB99E-BDE6-4221-ABA9-592681DEBF9A}"/>
              </a:ext>
            </a:extLst>
          </p:cNvPr>
          <p:cNvSpPr>
            <a:spLocks xmlns:a="http://schemas.openxmlformats.org/drawingml/2006/main" noGrp="1"/>
          </p:cNvSpPr>
          <p:nvPr/>
        </p:nvSpPr>
        <p:spPr>
          <a:xfrm xmlns:a="http://schemas.openxmlformats.org/drawingml/2006/main">
            <a:off x="742950" y="1809750"/>
            <a:ext cx="7810500" cy="552450"/>
          </a:xfrm>
          <a:prstGeom xmlns:a="http://schemas.openxmlformats.org/drawingml/2006/main" prst="roundRect">
            <a:avLst>
              <a:gd name="adj" fmla="val 13793"/>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3A84AF6D-D23B-4831-A168-9FD5DB42E09C}"/>
              </a:ext>
            </a:extLst>
          </p:cNvPr>
          <p:cNvSpPr>
            <a:spLocks xmlns:a="http://schemas.openxmlformats.org/drawingml/2006/main" noGrp="1"/>
          </p:cNvSpPr>
          <p:nvPr/>
        </p:nvSpPr>
        <p:spPr>
          <a:xfrm xmlns:a="http://schemas.openxmlformats.org/drawingml/2006/main">
            <a:off x="1000125" y="19812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FFFDFC"/>
                </a:solidFill>
                <a:latin typeface="Helvetica"/>
                <a:ea typeface="Helvetica"/>
                <a:cs typeface="Helvetica"/>
              </a:defRPr>
            </a:defPPr>
            <a:lvl1pPr algn="l">
              <a:defRPr sz="975" b="1" i="0">
                <a:solidFill>
                  <a:srgbClr val="FFFDFC"/>
                </a:solidFill>
                <a:latin typeface="Helvetica"/>
                <a:ea typeface="Helvetica"/>
                <a:cs typeface="Helvetica"/>
              </a:defRPr>
            </a:lvl1pPr>
            <a:lvl2pPr algn="l">
              <a:defRPr sz="975" b="1" i="0">
                <a:solidFill>
                  <a:srgbClr val="FFFDFC"/>
                </a:solidFill>
                <a:latin typeface="Helvetica"/>
                <a:ea typeface="Helvetica"/>
                <a:cs typeface="Helvetica"/>
              </a:defRPr>
            </a:lvl2pPr>
            <a:lvl3pPr algn="l">
              <a:defRPr sz="975" b="1" i="0">
                <a:solidFill>
                  <a:srgbClr val="FFFDFC"/>
                </a:solidFill>
                <a:latin typeface="Helvetica"/>
                <a:ea typeface="Helvetica"/>
                <a:cs typeface="Helvetica"/>
              </a:defRPr>
            </a:lvl3pPr>
            <a:lvl4pPr algn="l">
              <a:defRPr sz="975" b="1" i="0">
                <a:solidFill>
                  <a:srgbClr val="FFFDFC"/>
                </a:solidFill>
                <a:latin typeface="Helvetica"/>
                <a:ea typeface="Helvetica"/>
                <a:cs typeface="Helvetica"/>
              </a:defRPr>
            </a:lvl4pPr>
            <a:lvl5pPr algn="l">
              <a:defRPr sz="975" b="1" i="0">
                <a:solidFill>
                  <a:srgbClr val="FFFDFC"/>
                </a:solidFill>
                <a:latin typeface="Helvetica"/>
                <a:ea typeface="Helvetica"/>
                <a:cs typeface="Helvetica"/>
              </a:defRPr>
            </a:lvl5pPr>
            <a:lvl6pPr algn="l">
              <a:defRPr sz="975" b="1" i="0">
                <a:solidFill>
                  <a:srgbClr val="FFFDFC"/>
                </a:solidFill>
                <a:latin typeface="Helvetica"/>
                <a:ea typeface="Helvetica"/>
                <a:cs typeface="Helvetica"/>
              </a:defRPr>
            </a:lvl6pPr>
            <a:lvl7pPr algn="l">
              <a:defRPr sz="975" b="1" i="0">
                <a:solidFill>
                  <a:srgbClr val="FFFDFC"/>
                </a:solidFill>
                <a:latin typeface="Helvetica"/>
                <a:ea typeface="Helvetica"/>
                <a:cs typeface="Helvetica"/>
              </a:defRPr>
            </a:lvl7pPr>
            <a:lvl8pPr algn="l">
              <a:defRPr sz="975" b="1" i="0">
                <a:solidFill>
                  <a:srgbClr val="FFFDFC"/>
                </a:solidFill>
                <a:latin typeface="Helvetica"/>
                <a:ea typeface="Helvetica"/>
                <a:cs typeface="Helvetica"/>
              </a:defRPr>
            </a:lvl8pPr>
            <a:lvl9pPr algn="l">
              <a:defRPr sz="975" b="1" i="0">
                <a:solidFill>
                  <a:srgbClr val="FFFDFC"/>
                </a:solidFill>
                <a:latin typeface="Helvetica"/>
                <a:ea typeface="Helvetica"/>
                <a:cs typeface="Helvetica"/>
              </a:defRPr>
            </a:lvl9pPr>
          </a:lstStyle>
          <a:p xmlns:a="http://schemas.openxmlformats.org/drawingml/2006/main">
            <a:pPr algn="l">
              <a:defRPr sz="975" b="1" i="0">
                <a:solidFill>
                  <a:srgbClr val="FFFDFC"/>
                </a:solidFill>
                <a:latin typeface="Helvetica"/>
                <a:ea typeface="Helvetica"/>
                <a:cs typeface="Helvetica"/>
              </a:defRPr>
            </a:pPr>
            <a:r>
              <a:rPr sz="975" b="1" i="0">
                <a:solidFill>
                  <a:srgbClr val="FFFDFC"/>
                </a:solidFill>
                <a:latin typeface="Helvetica"/>
                <a:ea typeface="Helvetica"/>
                <a:cs typeface="Helvetica"/>
              </a:rPr>
              <a:t>RETAIL</a:t>
            </a:r>
          </a:p>
        </p:txBody>
      </p:sp>
      <p:sp>
        <p:nvSpPr>
          <p:cNvPr id="6" name="">
            <a:extLst xmlns:a="http://schemas.openxmlformats.org/drawingml/2006/main">
              <a:ext uri="{FF2B5EF4-FFF2-40B4-BE49-F238E27FC236}">
                <a16:creationId xmlns:a16="http://schemas.microsoft.com/office/drawing/2014/main" id="{15C7C27A-7F31-4FBB-B4D7-96D40FAAB2A3}"/>
              </a:ext>
            </a:extLst>
          </p:cNvPr>
          <p:cNvSpPr>
            <a:spLocks xmlns:a="http://schemas.openxmlformats.org/drawingml/2006/main" noGrp="1"/>
          </p:cNvSpPr>
          <p:nvPr/>
        </p:nvSpPr>
        <p:spPr>
          <a:xfrm xmlns:a="http://schemas.openxmlformats.org/drawingml/2006/main">
            <a:off x="1838325" y="2590800"/>
            <a:ext cx="6715125" cy="552450"/>
          </a:xfrm>
          <a:prstGeom xmlns:a="http://schemas.openxmlformats.org/drawingml/2006/main" prst="roundRect">
            <a:avLst>
              <a:gd name="adj" fmla="val 13793"/>
            </a:avLst>
          </a:prstGeom>
          <a:solidFill xmlns:a="http://schemas.openxmlformats.org/drawingml/2006/main">
            <a:srgbClr val="5A2E78"/>
          </a:solidFill>
          <a:ln xmlns:a="http://schemas.openxmlformats.org/drawingml/2006/main" w="0">
            <a:solidFill>
              <a:srgbClr val="5A2E78"/>
            </a:solidFill>
          </a:ln>
        </p:spPr>
      </p:sp>
      <p:sp>
        <p:nvSpPr>
          <p:cNvPr id="7" name="">
            <a:extLst xmlns:a="http://schemas.openxmlformats.org/drawingml/2006/main">
              <a:ext uri="{FF2B5EF4-FFF2-40B4-BE49-F238E27FC236}">
                <a16:creationId xmlns:a16="http://schemas.microsoft.com/office/drawing/2014/main" id="{0A8DC2FC-EBB2-49EE-BC30-9C4E30F1C2A7}"/>
              </a:ext>
            </a:extLst>
          </p:cNvPr>
          <p:cNvSpPr>
            <a:spLocks xmlns:a="http://schemas.openxmlformats.org/drawingml/2006/main" noGrp="1"/>
          </p:cNvSpPr>
          <p:nvPr/>
        </p:nvSpPr>
        <p:spPr>
          <a:xfrm xmlns:a="http://schemas.openxmlformats.org/drawingml/2006/main">
            <a:off x="2095500" y="27622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FFFDFC"/>
                </a:solidFill>
                <a:latin typeface="Helvetica"/>
                <a:ea typeface="Helvetica"/>
                <a:cs typeface="Helvetica"/>
              </a:defRPr>
            </a:defPPr>
            <a:lvl1pPr algn="l">
              <a:defRPr sz="975" b="1" i="0">
                <a:solidFill>
                  <a:srgbClr val="FFFDFC"/>
                </a:solidFill>
                <a:latin typeface="Helvetica"/>
                <a:ea typeface="Helvetica"/>
                <a:cs typeface="Helvetica"/>
              </a:defRPr>
            </a:lvl1pPr>
            <a:lvl2pPr algn="l">
              <a:defRPr sz="975" b="1" i="0">
                <a:solidFill>
                  <a:srgbClr val="FFFDFC"/>
                </a:solidFill>
                <a:latin typeface="Helvetica"/>
                <a:ea typeface="Helvetica"/>
                <a:cs typeface="Helvetica"/>
              </a:defRPr>
            </a:lvl2pPr>
            <a:lvl3pPr algn="l">
              <a:defRPr sz="975" b="1" i="0">
                <a:solidFill>
                  <a:srgbClr val="FFFDFC"/>
                </a:solidFill>
                <a:latin typeface="Helvetica"/>
                <a:ea typeface="Helvetica"/>
                <a:cs typeface="Helvetica"/>
              </a:defRPr>
            </a:lvl3pPr>
            <a:lvl4pPr algn="l">
              <a:defRPr sz="975" b="1" i="0">
                <a:solidFill>
                  <a:srgbClr val="FFFDFC"/>
                </a:solidFill>
                <a:latin typeface="Helvetica"/>
                <a:ea typeface="Helvetica"/>
                <a:cs typeface="Helvetica"/>
              </a:defRPr>
            </a:lvl4pPr>
            <a:lvl5pPr algn="l">
              <a:defRPr sz="975" b="1" i="0">
                <a:solidFill>
                  <a:srgbClr val="FFFDFC"/>
                </a:solidFill>
                <a:latin typeface="Helvetica"/>
                <a:ea typeface="Helvetica"/>
                <a:cs typeface="Helvetica"/>
              </a:defRPr>
            </a:lvl5pPr>
            <a:lvl6pPr algn="l">
              <a:defRPr sz="975" b="1" i="0">
                <a:solidFill>
                  <a:srgbClr val="FFFDFC"/>
                </a:solidFill>
                <a:latin typeface="Helvetica"/>
                <a:ea typeface="Helvetica"/>
                <a:cs typeface="Helvetica"/>
              </a:defRPr>
            </a:lvl6pPr>
            <a:lvl7pPr algn="l">
              <a:defRPr sz="975" b="1" i="0">
                <a:solidFill>
                  <a:srgbClr val="FFFDFC"/>
                </a:solidFill>
                <a:latin typeface="Helvetica"/>
                <a:ea typeface="Helvetica"/>
                <a:cs typeface="Helvetica"/>
              </a:defRPr>
            </a:lvl7pPr>
            <a:lvl8pPr algn="l">
              <a:defRPr sz="975" b="1" i="0">
                <a:solidFill>
                  <a:srgbClr val="FFFDFC"/>
                </a:solidFill>
                <a:latin typeface="Helvetica"/>
                <a:ea typeface="Helvetica"/>
                <a:cs typeface="Helvetica"/>
              </a:defRPr>
            </a:lvl8pPr>
            <a:lvl9pPr algn="l">
              <a:defRPr sz="975" b="1" i="0">
                <a:solidFill>
                  <a:srgbClr val="FFFDFC"/>
                </a:solidFill>
                <a:latin typeface="Helvetica"/>
                <a:ea typeface="Helvetica"/>
                <a:cs typeface="Helvetica"/>
              </a:defRPr>
            </a:lvl9pPr>
          </a:lstStyle>
          <a:p xmlns:a="http://schemas.openxmlformats.org/drawingml/2006/main">
            <a:pPr algn="l">
              <a:defRPr sz="975" b="1" i="0">
                <a:solidFill>
                  <a:srgbClr val="FFFDFC"/>
                </a:solidFill>
                <a:latin typeface="Helvetica"/>
                <a:ea typeface="Helvetica"/>
                <a:cs typeface="Helvetica"/>
              </a:defRPr>
            </a:pPr>
            <a:r>
              <a:rPr sz="975" b="1" i="0">
                <a:solidFill>
                  <a:srgbClr val="FFFDFC"/>
                </a:solidFill>
                <a:latin typeface="Helvetica"/>
                <a:ea typeface="Helvetica"/>
                <a:cs typeface="Helvetica"/>
              </a:rPr>
              <a:t>CRM</a:t>
            </a:r>
          </a:p>
        </p:txBody>
      </p:sp>
      <p:sp>
        <p:nvSpPr>
          <p:cNvPr id="8" name="">
            <a:extLst xmlns:a="http://schemas.openxmlformats.org/drawingml/2006/main">
              <a:ext uri="{FF2B5EF4-FFF2-40B4-BE49-F238E27FC236}">
                <a16:creationId xmlns:a16="http://schemas.microsoft.com/office/drawing/2014/main" id="{C02A8B04-ED20-4EC6-BFEE-706AAE93E5B4}"/>
              </a:ext>
            </a:extLst>
          </p:cNvPr>
          <p:cNvSpPr>
            <a:spLocks xmlns:a="http://schemas.openxmlformats.org/drawingml/2006/main" noGrp="1"/>
          </p:cNvSpPr>
          <p:nvPr/>
        </p:nvSpPr>
        <p:spPr>
          <a:xfrm xmlns:a="http://schemas.openxmlformats.org/drawingml/2006/main">
            <a:off x="2933700" y="3371850"/>
            <a:ext cx="5619750" cy="552450"/>
          </a:xfrm>
          <a:prstGeom xmlns:a="http://schemas.openxmlformats.org/drawingml/2006/main" prst="roundRect">
            <a:avLst>
              <a:gd name="adj" fmla="val 13793"/>
            </a:avLst>
          </a:prstGeom>
          <a:solidFill xmlns:a="http://schemas.openxmlformats.org/drawingml/2006/main">
            <a:srgbClr val="FF654F"/>
          </a:solidFill>
          <a:ln xmlns:a="http://schemas.openxmlformats.org/drawingml/2006/main" w="0">
            <a:solidFill>
              <a:srgbClr val="FF654F"/>
            </a:solidFill>
          </a:ln>
        </p:spPr>
      </p:sp>
      <p:sp>
        <p:nvSpPr>
          <p:cNvPr id="9" name="">
            <a:extLst xmlns:a="http://schemas.openxmlformats.org/drawingml/2006/main">
              <a:ext uri="{FF2B5EF4-FFF2-40B4-BE49-F238E27FC236}">
                <a16:creationId xmlns:a16="http://schemas.microsoft.com/office/drawing/2014/main" id="{CCD719D8-99A4-4B91-9CCA-BEE202666295}"/>
              </a:ext>
            </a:extLst>
          </p:cNvPr>
          <p:cNvSpPr>
            <a:spLocks xmlns:a="http://schemas.openxmlformats.org/drawingml/2006/main" noGrp="1"/>
          </p:cNvSpPr>
          <p:nvPr/>
        </p:nvSpPr>
        <p:spPr>
          <a:xfrm xmlns:a="http://schemas.openxmlformats.org/drawingml/2006/main">
            <a:off x="3190875" y="35433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FFFDFC"/>
                </a:solidFill>
                <a:latin typeface="Helvetica"/>
                <a:ea typeface="Helvetica"/>
                <a:cs typeface="Helvetica"/>
              </a:defRPr>
            </a:defPPr>
            <a:lvl1pPr algn="l">
              <a:defRPr sz="975" b="1" i="0">
                <a:solidFill>
                  <a:srgbClr val="FFFDFC"/>
                </a:solidFill>
                <a:latin typeface="Helvetica"/>
                <a:ea typeface="Helvetica"/>
                <a:cs typeface="Helvetica"/>
              </a:defRPr>
            </a:lvl1pPr>
            <a:lvl2pPr algn="l">
              <a:defRPr sz="975" b="1" i="0">
                <a:solidFill>
                  <a:srgbClr val="FFFDFC"/>
                </a:solidFill>
                <a:latin typeface="Helvetica"/>
                <a:ea typeface="Helvetica"/>
                <a:cs typeface="Helvetica"/>
              </a:defRPr>
            </a:lvl2pPr>
            <a:lvl3pPr algn="l">
              <a:defRPr sz="975" b="1" i="0">
                <a:solidFill>
                  <a:srgbClr val="FFFDFC"/>
                </a:solidFill>
                <a:latin typeface="Helvetica"/>
                <a:ea typeface="Helvetica"/>
                <a:cs typeface="Helvetica"/>
              </a:defRPr>
            </a:lvl3pPr>
            <a:lvl4pPr algn="l">
              <a:defRPr sz="975" b="1" i="0">
                <a:solidFill>
                  <a:srgbClr val="FFFDFC"/>
                </a:solidFill>
                <a:latin typeface="Helvetica"/>
                <a:ea typeface="Helvetica"/>
                <a:cs typeface="Helvetica"/>
              </a:defRPr>
            </a:lvl4pPr>
            <a:lvl5pPr algn="l">
              <a:defRPr sz="975" b="1" i="0">
                <a:solidFill>
                  <a:srgbClr val="FFFDFC"/>
                </a:solidFill>
                <a:latin typeface="Helvetica"/>
                <a:ea typeface="Helvetica"/>
                <a:cs typeface="Helvetica"/>
              </a:defRPr>
            </a:lvl5pPr>
            <a:lvl6pPr algn="l">
              <a:defRPr sz="975" b="1" i="0">
                <a:solidFill>
                  <a:srgbClr val="FFFDFC"/>
                </a:solidFill>
                <a:latin typeface="Helvetica"/>
                <a:ea typeface="Helvetica"/>
                <a:cs typeface="Helvetica"/>
              </a:defRPr>
            </a:lvl6pPr>
            <a:lvl7pPr algn="l">
              <a:defRPr sz="975" b="1" i="0">
                <a:solidFill>
                  <a:srgbClr val="FFFDFC"/>
                </a:solidFill>
                <a:latin typeface="Helvetica"/>
                <a:ea typeface="Helvetica"/>
                <a:cs typeface="Helvetica"/>
              </a:defRPr>
            </a:lvl7pPr>
            <a:lvl8pPr algn="l">
              <a:defRPr sz="975" b="1" i="0">
                <a:solidFill>
                  <a:srgbClr val="FFFDFC"/>
                </a:solidFill>
                <a:latin typeface="Helvetica"/>
                <a:ea typeface="Helvetica"/>
                <a:cs typeface="Helvetica"/>
              </a:defRPr>
            </a:lvl8pPr>
            <a:lvl9pPr algn="l">
              <a:defRPr sz="975" b="1" i="0">
                <a:solidFill>
                  <a:srgbClr val="FFFDFC"/>
                </a:solidFill>
                <a:latin typeface="Helvetica"/>
                <a:ea typeface="Helvetica"/>
                <a:cs typeface="Helvetica"/>
              </a:defRPr>
            </a:lvl9pPr>
          </a:lstStyle>
          <a:p xmlns:a="http://schemas.openxmlformats.org/drawingml/2006/main">
            <a:pPr algn="l">
              <a:defRPr sz="975" b="1" i="0">
                <a:solidFill>
                  <a:srgbClr val="FFFDFC"/>
                </a:solidFill>
                <a:latin typeface="Helvetica"/>
                <a:ea typeface="Helvetica"/>
                <a:cs typeface="Helvetica"/>
              </a:defRPr>
            </a:pPr>
            <a:r>
              <a:rPr sz="975" b="1" i="0">
                <a:solidFill>
                  <a:srgbClr val="FFFDFC"/>
                </a:solidFill>
                <a:latin typeface="Helvetica"/>
                <a:ea typeface="Helvetica"/>
                <a:cs typeface="Helvetica"/>
              </a:rPr>
              <a:t>EARNED</a:t>
            </a:r>
          </a:p>
        </p:txBody>
      </p:sp>
      <p:sp>
        <p:nvSpPr>
          <p:cNvPr id="10" name="">
            <a:extLst xmlns:a="http://schemas.openxmlformats.org/drawingml/2006/main">
              <a:ext uri="{FF2B5EF4-FFF2-40B4-BE49-F238E27FC236}">
                <a16:creationId xmlns:a16="http://schemas.microsoft.com/office/drawing/2014/main" id="{A4AF07C7-C3C8-4F2E-841D-AE20470F4410}"/>
              </a:ext>
            </a:extLst>
          </p:cNvPr>
          <p:cNvSpPr>
            <a:spLocks xmlns:a="http://schemas.openxmlformats.org/drawingml/2006/main" noGrp="1"/>
          </p:cNvSpPr>
          <p:nvPr/>
        </p:nvSpPr>
        <p:spPr>
          <a:xfrm xmlns:a="http://schemas.openxmlformats.org/drawingml/2006/main">
            <a:off x="4029075" y="4152900"/>
            <a:ext cx="4524375" cy="552450"/>
          </a:xfrm>
          <a:prstGeom xmlns:a="http://schemas.openxmlformats.org/drawingml/2006/main" prst="roundRect">
            <a:avLst>
              <a:gd name="adj" fmla="val 13793"/>
            </a:avLst>
          </a:prstGeom>
          <a:solidFill xmlns:a="http://schemas.openxmlformats.org/drawingml/2006/main">
            <a:srgbClr val="15121B"/>
          </a:solidFill>
          <a:ln xmlns:a="http://schemas.openxmlformats.org/drawingml/2006/main" w="0">
            <a:solidFill>
              <a:srgbClr val="15121B"/>
            </a:solidFill>
          </a:ln>
        </p:spPr>
      </p:sp>
      <p:sp>
        <p:nvSpPr>
          <p:cNvPr id="11" name="">
            <a:extLst xmlns:a="http://schemas.openxmlformats.org/drawingml/2006/main">
              <a:ext uri="{FF2B5EF4-FFF2-40B4-BE49-F238E27FC236}">
                <a16:creationId xmlns:a16="http://schemas.microsoft.com/office/drawing/2014/main" id="{17E5EF3A-4FFB-4F57-9BBC-6A8EBDA7B60E}"/>
              </a:ext>
            </a:extLst>
          </p:cNvPr>
          <p:cNvSpPr>
            <a:spLocks xmlns:a="http://schemas.openxmlformats.org/drawingml/2006/main" noGrp="1"/>
          </p:cNvSpPr>
          <p:nvPr/>
        </p:nvSpPr>
        <p:spPr>
          <a:xfrm xmlns:a="http://schemas.openxmlformats.org/drawingml/2006/main">
            <a:off x="4286250" y="43243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75" b="1" i="0">
                <a:solidFill>
                  <a:srgbClr val="FFFDFC"/>
                </a:solidFill>
                <a:latin typeface="Helvetica"/>
                <a:ea typeface="Helvetica"/>
                <a:cs typeface="Helvetica"/>
              </a:defRPr>
            </a:defPPr>
            <a:lvl1pPr algn="l">
              <a:defRPr sz="975" b="1" i="0">
                <a:solidFill>
                  <a:srgbClr val="FFFDFC"/>
                </a:solidFill>
                <a:latin typeface="Helvetica"/>
                <a:ea typeface="Helvetica"/>
                <a:cs typeface="Helvetica"/>
              </a:defRPr>
            </a:lvl1pPr>
            <a:lvl2pPr algn="l">
              <a:defRPr sz="975" b="1" i="0">
                <a:solidFill>
                  <a:srgbClr val="FFFDFC"/>
                </a:solidFill>
                <a:latin typeface="Helvetica"/>
                <a:ea typeface="Helvetica"/>
                <a:cs typeface="Helvetica"/>
              </a:defRPr>
            </a:lvl2pPr>
            <a:lvl3pPr algn="l">
              <a:defRPr sz="975" b="1" i="0">
                <a:solidFill>
                  <a:srgbClr val="FFFDFC"/>
                </a:solidFill>
                <a:latin typeface="Helvetica"/>
                <a:ea typeface="Helvetica"/>
                <a:cs typeface="Helvetica"/>
              </a:defRPr>
            </a:lvl3pPr>
            <a:lvl4pPr algn="l">
              <a:defRPr sz="975" b="1" i="0">
                <a:solidFill>
                  <a:srgbClr val="FFFDFC"/>
                </a:solidFill>
                <a:latin typeface="Helvetica"/>
                <a:ea typeface="Helvetica"/>
                <a:cs typeface="Helvetica"/>
              </a:defRPr>
            </a:lvl4pPr>
            <a:lvl5pPr algn="l">
              <a:defRPr sz="975" b="1" i="0">
                <a:solidFill>
                  <a:srgbClr val="FFFDFC"/>
                </a:solidFill>
                <a:latin typeface="Helvetica"/>
                <a:ea typeface="Helvetica"/>
                <a:cs typeface="Helvetica"/>
              </a:defRPr>
            </a:lvl5pPr>
            <a:lvl6pPr algn="l">
              <a:defRPr sz="975" b="1" i="0">
                <a:solidFill>
                  <a:srgbClr val="FFFDFC"/>
                </a:solidFill>
                <a:latin typeface="Helvetica"/>
                <a:ea typeface="Helvetica"/>
                <a:cs typeface="Helvetica"/>
              </a:defRPr>
            </a:lvl6pPr>
            <a:lvl7pPr algn="l">
              <a:defRPr sz="975" b="1" i="0">
                <a:solidFill>
                  <a:srgbClr val="FFFDFC"/>
                </a:solidFill>
                <a:latin typeface="Helvetica"/>
                <a:ea typeface="Helvetica"/>
                <a:cs typeface="Helvetica"/>
              </a:defRPr>
            </a:lvl7pPr>
            <a:lvl8pPr algn="l">
              <a:defRPr sz="975" b="1" i="0">
                <a:solidFill>
                  <a:srgbClr val="FFFDFC"/>
                </a:solidFill>
                <a:latin typeface="Helvetica"/>
                <a:ea typeface="Helvetica"/>
                <a:cs typeface="Helvetica"/>
              </a:defRPr>
            </a:lvl8pPr>
            <a:lvl9pPr algn="l">
              <a:defRPr sz="975" b="1" i="0">
                <a:solidFill>
                  <a:srgbClr val="FFFDFC"/>
                </a:solidFill>
                <a:latin typeface="Helvetica"/>
                <a:ea typeface="Helvetica"/>
                <a:cs typeface="Helvetica"/>
              </a:defRPr>
            </a:lvl9pPr>
          </a:lstStyle>
          <a:p xmlns:a="http://schemas.openxmlformats.org/drawingml/2006/main">
            <a:pPr algn="l">
              <a:defRPr sz="975" b="1" i="0">
                <a:solidFill>
                  <a:srgbClr val="FFFDFC"/>
                </a:solidFill>
                <a:latin typeface="Helvetica"/>
                <a:ea typeface="Helvetica"/>
                <a:cs typeface="Helvetica"/>
              </a:defRPr>
            </a:pPr>
            <a:r>
              <a:rPr sz="975" b="1" i="0">
                <a:solidFill>
                  <a:srgbClr val="FFFDFC"/>
                </a:solidFill>
                <a:latin typeface="Helvetica"/>
                <a:ea typeface="Helvetica"/>
                <a:cs typeface="Helvetica"/>
              </a:rPr>
              <a:t>PAID</a:t>
            </a:r>
          </a:p>
        </p:txBody>
      </p:sp>
      <p:sp>
        <p:nvSpPr>
          <p:cNvPr id="12" name="">
            <a:extLst xmlns:a="http://schemas.openxmlformats.org/drawingml/2006/main">
              <a:ext uri="{FF2B5EF4-FFF2-40B4-BE49-F238E27FC236}">
                <a16:creationId xmlns:a16="http://schemas.microsoft.com/office/drawing/2014/main" id="{B7DB94ED-AD24-4B91-8F84-D33376C0D476}"/>
              </a:ext>
            </a:extLst>
          </p:cNvPr>
          <p:cNvSpPr>
            <a:spLocks xmlns:a="http://schemas.openxmlformats.org/drawingml/2006/main" noGrp="1"/>
          </p:cNvSpPr>
          <p:nvPr/>
        </p:nvSpPr>
        <p:spPr>
          <a:xfrm xmlns:a="http://schemas.openxmlformats.org/drawingml/2006/main">
            <a:off x="8858250" y="2095500"/>
            <a:ext cx="228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1" i="0">
                <a:solidFill>
                  <a:srgbClr val="5A2E78"/>
                </a:solidFill>
                <a:latin typeface="Helvetica"/>
                <a:ea typeface="Helvetica"/>
                <a:cs typeface="Helvetica"/>
              </a:defRPr>
            </a:defPPr>
            <a:lvl1pPr algn="l">
              <a:defRPr sz="1575" b="1" i="0">
                <a:solidFill>
                  <a:srgbClr val="5A2E78"/>
                </a:solidFill>
                <a:latin typeface="Helvetica"/>
                <a:ea typeface="Helvetica"/>
                <a:cs typeface="Helvetica"/>
              </a:defRPr>
            </a:lvl1pPr>
            <a:lvl2pPr algn="l">
              <a:defRPr sz="1575" b="1" i="0">
                <a:solidFill>
                  <a:srgbClr val="5A2E78"/>
                </a:solidFill>
                <a:latin typeface="Helvetica"/>
                <a:ea typeface="Helvetica"/>
                <a:cs typeface="Helvetica"/>
              </a:defRPr>
            </a:lvl2pPr>
            <a:lvl3pPr algn="l">
              <a:defRPr sz="1575" b="1" i="0">
                <a:solidFill>
                  <a:srgbClr val="5A2E78"/>
                </a:solidFill>
                <a:latin typeface="Helvetica"/>
                <a:ea typeface="Helvetica"/>
                <a:cs typeface="Helvetica"/>
              </a:defRPr>
            </a:lvl3pPr>
            <a:lvl4pPr algn="l">
              <a:defRPr sz="1575" b="1" i="0">
                <a:solidFill>
                  <a:srgbClr val="5A2E78"/>
                </a:solidFill>
                <a:latin typeface="Helvetica"/>
                <a:ea typeface="Helvetica"/>
                <a:cs typeface="Helvetica"/>
              </a:defRPr>
            </a:lvl4pPr>
            <a:lvl5pPr algn="l">
              <a:defRPr sz="1575" b="1" i="0">
                <a:solidFill>
                  <a:srgbClr val="5A2E78"/>
                </a:solidFill>
                <a:latin typeface="Helvetica"/>
                <a:ea typeface="Helvetica"/>
                <a:cs typeface="Helvetica"/>
              </a:defRPr>
            </a:lvl5pPr>
            <a:lvl6pPr algn="l">
              <a:defRPr sz="1575" b="1" i="0">
                <a:solidFill>
                  <a:srgbClr val="5A2E78"/>
                </a:solidFill>
                <a:latin typeface="Helvetica"/>
                <a:ea typeface="Helvetica"/>
                <a:cs typeface="Helvetica"/>
              </a:defRPr>
            </a:lvl6pPr>
            <a:lvl7pPr algn="l">
              <a:defRPr sz="1575" b="1" i="0">
                <a:solidFill>
                  <a:srgbClr val="5A2E78"/>
                </a:solidFill>
                <a:latin typeface="Helvetica"/>
                <a:ea typeface="Helvetica"/>
                <a:cs typeface="Helvetica"/>
              </a:defRPr>
            </a:lvl7pPr>
            <a:lvl8pPr algn="l">
              <a:defRPr sz="1575" b="1" i="0">
                <a:solidFill>
                  <a:srgbClr val="5A2E78"/>
                </a:solidFill>
                <a:latin typeface="Helvetica"/>
                <a:ea typeface="Helvetica"/>
                <a:cs typeface="Helvetica"/>
              </a:defRPr>
            </a:lvl8pPr>
            <a:lvl9pPr algn="l">
              <a:defRPr sz="1575" b="1" i="0">
                <a:solidFill>
                  <a:srgbClr val="5A2E78"/>
                </a:solidFill>
                <a:latin typeface="Helvetica"/>
                <a:ea typeface="Helvetica"/>
                <a:cs typeface="Helvetica"/>
              </a:defRPr>
            </a:lvl9pPr>
          </a:lstStyle>
          <a:p xmlns:a="http://schemas.openxmlformats.org/drawingml/2006/main">
            <a:pPr algn="l">
              <a:defRPr sz="1575" b="1" i="0">
                <a:solidFill>
                  <a:srgbClr val="5A2E78"/>
                </a:solidFill>
                <a:latin typeface="Helvetica"/>
                <a:ea typeface="Helvetica"/>
                <a:cs typeface="Helvetica"/>
              </a:defRPr>
            </a:pPr>
            <a:r>
              <a:rPr sz="1575" b="1" i="0">
                <a:solidFill>
                  <a:srgbClr val="5A2E78"/>
                </a:solidFill>
                <a:latin typeface="Helvetica"/>
                <a:ea typeface="Helvetica"/>
                <a:cs typeface="Helvetica"/>
              </a:rPr>
              <a:t>Execution should test the proposition architecture, not multiply generic content.</a:t>
            </a:r>
          </a:p>
        </p:txBody>
      </p:sp>
      <p:sp>
        <p:nvSpPr>
          <p:cNvPr id="13" name="">
            <a:extLst xmlns:a="http://schemas.openxmlformats.org/drawingml/2006/main">
              <a:ext uri="{FF2B5EF4-FFF2-40B4-BE49-F238E27FC236}">
                <a16:creationId xmlns:a16="http://schemas.microsoft.com/office/drawing/2014/main" id="{4A7AE2F6-D283-4486-99BA-C88E090D0386}"/>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4" name="">
            <a:extLst xmlns:a="http://schemas.openxmlformats.org/drawingml/2006/main">
              <a:ext uri="{FF2B5EF4-FFF2-40B4-BE49-F238E27FC236}">
                <a16:creationId xmlns:a16="http://schemas.microsoft.com/office/drawing/2014/main" id="{5A26574C-4943-4458-BE2F-7759D60446D9}"/>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Execution should test the proposition architecture, not multiply generic content.</a:t>
            </a:r>
          </a:p>
        </p:txBody>
      </p:sp>
      <p:sp>
        <p:nvSpPr>
          <p:cNvPr id="15" name="">
            <a:extLst xmlns:a="http://schemas.openxmlformats.org/drawingml/2006/main">
              <a:ext uri="{FF2B5EF4-FFF2-40B4-BE49-F238E27FC236}">
                <a16:creationId xmlns:a16="http://schemas.microsoft.com/office/drawing/2014/main" id="{781575E0-8A66-4FC4-935B-87600CFF163F}"/>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16" name="">
            <a:extLst xmlns:a="http://schemas.openxmlformats.org/drawingml/2006/main">
              <a:ext uri="{FF2B5EF4-FFF2-40B4-BE49-F238E27FC236}">
                <a16:creationId xmlns:a16="http://schemas.microsoft.com/office/drawing/2014/main" id="{7D4CF668-74ED-441D-9C4D-065F9A5BD292}"/>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17" name="">
            <a:extLst xmlns:a="http://schemas.openxmlformats.org/drawingml/2006/main">
              <a:ext uri="{FF2B5EF4-FFF2-40B4-BE49-F238E27FC236}">
                <a16:creationId xmlns:a16="http://schemas.microsoft.com/office/drawing/2014/main" id="{CF5A83EE-9E46-439F-9202-397F4DE2F200}"/>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18" name="">
            <a:extLst xmlns:a="http://schemas.openxmlformats.org/drawingml/2006/main">
              <a:ext uri="{FF2B5EF4-FFF2-40B4-BE49-F238E27FC236}">
                <a16:creationId xmlns:a16="http://schemas.microsoft.com/office/drawing/2014/main" id="{82BDBE38-5B45-4C9D-AE25-F90E8FB8A1F0}"/>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26 / 30</a:t>
            </a:r>
          </a:p>
        </p:txBody>
      </p:sp>
    </p:spTree>
    <p:extLst>
      <p:ext uri="{BB962C8B-B14F-4D97-AF65-F5344CB8AC3E}">
        <p14:creationId xmlns:p14="http://schemas.microsoft.com/office/powerpoint/2010/main" val="680880600"/>
      </p:ext>
    </p:extLst>
  </p:cSld>
</p:sld>
</file>

<file path=ppt/slides/slide27.xml><?xml version="1.0" encoding="utf-8"?>
<p:sld xmlns:p="http://schemas.openxmlformats.org/presentationml/2006/main">
  <p:cSld>
    <p:bg>
      <p:bgPr>
        <a:solidFill xmlns:a="http://schemas.openxmlformats.org/drawingml/2006/main">
          <a:srgbClr val="15121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9804B78-0512-4104-9978-5AAF445F38B4}"/>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5 / THE GROWTH SYSTEM</a:t>
            </a:r>
          </a:p>
        </p:txBody>
      </p:sp>
      <p:sp>
        <p:nvSpPr>
          <p:cNvPr id="2" name="">
            <a:extLst xmlns:a="http://schemas.openxmlformats.org/drawingml/2006/main">
              <a:ext uri="{FF2B5EF4-FFF2-40B4-BE49-F238E27FC236}">
                <a16:creationId xmlns:a16="http://schemas.microsoft.com/office/drawing/2014/main" id="{19894E1A-EBD4-4AAC-90E2-BAC13EFA8C61}"/>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FFFDFC"/>
                </a:solidFill>
                <a:latin typeface="Helvetica"/>
                <a:ea typeface="Helvetica"/>
                <a:cs typeface="Helvetica"/>
              </a:defRPr>
            </a:defPPr>
            <a:lvl1pPr algn="l">
              <a:defRPr sz="2325" b="1" i="0">
                <a:solidFill>
                  <a:srgbClr val="FFFDFC"/>
                </a:solidFill>
                <a:latin typeface="Helvetica"/>
                <a:ea typeface="Helvetica"/>
                <a:cs typeface="Helvetica"/>
              </a:defRPr>
            </a:lvl1pPr>
            <a:lvl2pPr algn="l">
              <a:defRPr sz="2325" b="1" i="0">
                <a:solidFill>
                  <a:srgbClr val="FFFDFC"/>
                </a:solidFill>
                <a:latin typeface="Helvetica"/>
                <a:ea typeface="Helvetica"/>
                <a:cs typeface="Helvetica"/>
              </a:defRPr>
            </a:lvl2pPr>
            <a:lvl3pPr algn="l">
              <a:defRPr sz="2325" b="1" i="0">
                <a:solidFill>
                  <a:srgbClr val="FFFDFC"/>
                </a:solidFill>
                <a:latin typeface="Helvetica"/>
                <a:ea typeface="Helvetica"/>
                <a:cs typeface="Helvetica"/>
              </a:defRPr>
            </a:lvl3pPr>
            <a:lvl4pPr algn="l">
              <a:defRPr sz="2325" b="1" i="0">
                <a:solidFill>
                  <a:srgbClr val="FFFDFC"/>
                </a:solidFill>
                <a:latin typeface="Helvetica"/>
                <a:ea typeface="Helvetica"/>
                <a:cs typeface="Helvetica"/>
              </a:defRPr>
            </a:lvl4pPr>
            <a:lvl5pPr algn="l">
              <a:defRPr sz="2325" b="1" i="0">
                <a:solidFill>
                  <a:srgbClr val="FFFDFC"/>
                </a:solidFill>
                <a:latin typeface="Helvetica"/>
                <a:ea typeface="Helvetica"/>
                <a:cs typeface="Helvetica"/>
              </a:defRPr>
            </a:lvl5pPr>
            <a:lvl6pPr algn="l">
              <a:defRPr sz="2325" b="1" i="0">
                <a:solidFill>
                  <a:srgbClr val="FFFDFC"/>
                </a:solidFill>
                <a:latin typeface="Helvetica"/>
                <a:ea typeface="Helvetica"/>
                <a:cs typeface="Helvetica"/>
              </a:defRPr>
            </a:lvl6pPr>
            <a:lvl7pPr algn="l">
              <a:defRPr sz="2325" b="1" i="0">
                <a:solidFill>
                  <a:srgbClr val="FFFDFC"/>
                </a:solidFill>
                <a:latin typeface="Helvetica"/>
                <a:ea typeface="Helvetica"/>
                <a:cs typeface="Helvetica"/>
              </a:defRPr>
            </a:lvl7pPr>
            <a:lvl8pPr algn="l">
              <a:defRPr sz="2325" b="1" i="0">
                <a:solidFill>
                  <a:srgbClr val="FFFDFC"/>
                </a:solidFill>
                <a:latin typeface="Helvetica"/>
                <a:ea typeface="Helvetica"/>
                <a:cs typeface="Helvetica"/>
              </a:defRPr>
            </a:lvl8pPr>
            <a:lvl9pPr algn="l">
              <a:defRPr sz="2325" b="1" i="0">
                <a:solidFill>
                  <a:srgbClr val="FFFDFC"/>
                </a:solidFill>
                <a:latin typeface="Helvetica"/>
                <a:ea typeface="Helvetica"/>
                <a:cs typeface="Helvetica"/>
              </a:defRPr>
            </a:lvl9pPr>
          </a:lstStyle>
          <a:p xmlns:a="http://schemas.openxmlformats.org/drawingml/2006/main">
            <a:pPr algn="l">
              <a:defRPr sz="2325" b="1" i="0">
                <a:solidFill>
                  <a:srgbClr val="FFFDFC"/>
                </a:solidFill>
                <a:latin typeface="Helvetica"/>
                <a:ea typeface="Helvetica"/>
                <a:cs typeface="Helvetica"/>
              </a:defRPr>
            </a:pPr>
            <a:r>
              <a:rPr sz="2325" b="1" i="0">
                <a:solidFill>
                  <a:srgbClr val="FFFDFC"/>
                </a:solidFill>
                <a:latin typeface="Helvetica"/>
                <a:ea typeface="Helvetica"/>
                <a:cs typeface="Helvetica"/>
              </a:rPr>
              <a:t>Creative Direction / Next-Phase Hook</a:t>
            </a:r>
          </a:p>
        </p:txBody>
      </p:sp>
      <p:sp>
        <p:nvSpPr>
          <p:cNvPr id="3" name="">
            <a:extLst xmlns:a="http://schemas.openxmlformats.org/drawingml/2006/main">
              <a:ext uri="{FF2B5EF4-FFF2-40B4-BE49-F238E27FC236}">
                <a16:creationId xmlns:a16="http://schemas.microsoft.com/office/drawing/2014/main" id="{7C21BF0D-C300-497F-972B-FD996277D0B4}"/>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4" name="">
            <a:extLst xmlns:a="http://schemas.openxmlformats.org/drawingml/2006/main">
              <a:ext uri="{FF2B5EF4-FFF2-40B4-BE49-F238E27FC236}">
                <a16:creationId xmlns:a16="http://schemas.microsoft.com/office/drawing/2014/main" id="{BA5F9AFB-D44D-4152-A4E7-6723B6A738DA}"/>
              </a:ext>
            </a:extLst>
          </p:cNvPr>
          <p:cNvSpPr>
            <a:spLocks xmlns:a="http://schemas.openxmlformats.org/drawingml/2006/main" noGrp="1"/>
          </p:cNvSpPr>
          <p:nvPr/>
        </p:nvSpPr>
        <p:spPr>
          <a:xfrm xmlns:a="http://schemas.openxmlformats.org/drawingml/2006/main">
            <a:off x="704850" y="19526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550" b="1" i="0">
                <a:solidFill>
                  <a:srgbClr val="FFFDFC"/>
                </a:solidFill>
                <a:latin typeface="Helvetica"/>
                <a:ea typeface="Helvetica"/>
                <a:cs typeface="Helvetica"/>
              </a:defRPr>
            </a:defPPr>
            <a:lvl1pPr algn="l">
              <a:defRPr sz="2550" b="1" i="0">
                <a:solidFill>
                  <a:srgbClr val="FFFDFC"/>
                </a:solidFill>
                <a:latin typeface="Helvetica"/>
                <a:ea typeface="Helvetica"/>
                <a:cs typeface="Helvetica"/>
              </a:defRPr>
            </a:lvl1pPr>
            <a:lvl2pPr algn="l">
              <a:defRPr sz="2550" b="1" i="0">
                <a:solidFill>
                  <a:srgbClr val="FFFDFC"/>
                </a:solidFill>
                <a:latin typeface="Helvetica"/>
                <a:ea typeface="Helvetica"/>
                <a:cs typeface="Helvetica"/>
              </a:defRPr>
            </a:lvl2pPr>
            <a:lvl3pPr algn="l">
              <a:defRPr sz="2550" b="1" i="0">
                <a:solidFill>
                  <a:srgbClr val="FFFDFC"/>
                </a:solidFill>
                <a:latin typeface="Helvetica"/>
                <a:ea typeface="Helvetica"/>
                <a:cs typeface="Helvetica"/>
              </a:defRPr>
            </a:lvl3pPr>
            <a:lvl4pPr algn="l">
              <a:defRPr sz="2550" b="1" i="0">
                <a:solidFill>
                  <a:srgbClr val="FFFDFC"/>
                </a:solidFill>
                <a:latin typeface="Helvetica"/>
                <a:ea typeface="Helvetica"/>
                <a:cs typeface="Helvetica"/>
              </a:defRPr>
            </a:lvl4pPr>
            <a:lvl5pPr algn="l">
              <a:defRPr sz="2550" b="1" i="0">
                <a:solidFill>
                  <a:srgbClr val="FFFDFC"/>
                </a:solidFill>
                <a:latin typeface="Helvetica"/>
                <a:ea typeface="Helvetica"/>
                <a:cs typeface="Helvetica"/>
              </a:defRPr>
            </a:lvl5pPr>
            <a:lvl6pPr algn="l">
              <a:defRPr sz="2550" b="1" i="0">
                <a:solidFill>
                  <a:srgbClr val="FFFDFC"/>
                </a:solidFill>
                <a:latin typeface="Helvetica"/>
                <a:ea typeface="Helvetica"/>
                <a:cs typeface="Helvetica"/>
              </a:defRPr>
            </a:lvl6pPr>
            <a:lvl7pPr algn="l">
              <a:defRPr sz="2550" b="1" i="0">
                <a:solidFill>
                  <a:srgbClr val="FFFDFC"/>
                </a:solidFill>
                <a:latin typeface="Helvetica"/>
                <a:ea typeface="Helvetica"/>
                <a:cs typeface="Helvetica"/>
              </a:defRPr>
            </a:lvl7pPr>
            <a:lvl8pPr algn="l">
              <a:defRPr sz="2550" b="1" i="0">
                <a:solidFill>
                  <a:srgbClr val="FFFDFC"/>
                </a:solidFill>
                <a:latin typeface="Helvetica"/>
                <a:ea typeface="Helvetica"/>
                <a:cs typeface="Helvetica"/>
              </a:defRPr>
            </a:lvl8pPr>
            <a:lvl9pPr algn="l">
              <a:defRPr sz="2550" b="1" i="0">
                <a:solidFill>
                  <a:srgbClr val="FFFDFC"/>
                </a:solidFill>
                <a:latin typeface="Helvetica"/>
                <a:ea typeface="Helvetica"/>
                <a:cs typeface="Helvetica"/>
              </a:defRPr>
            </a:lvl9pPr>
          </a:lstStyle>
          <a:p xmlns:a="http://schemas.openxmlformats.org/drawingml/2006/main">
            <a:pPr algn="l">
              <a:defRPr sz="2550" b="1" i="0">
                <a:solidFill>
                  <a:srgbClr val="FFFDFC"/>
                </a:solidFill>
                <a:latin typeface="Helvetica"/>
                <a:ea typeface="Helvetica"/>
                <a:cs typeface="Helvetica"/>
              </a:defRPr>
            </a:pPr>
            <a:r>
              <a:rPr sz="2550" b="1" i="0">
                <a:solidFill>
                  <a:srgbClr val="FFFDFC"/>
                </a:solidFill>
                <a:latin typeface="Helvetica"/>
                <a:ea typeface="Helvetica"/>
                <a:cs typeface="Helvetica"/>
              </a:rPr>
              <a:t>DECIDE WITH EVIDENCE</a:t>
            </a:r>
          </a:p>
        </p:txBody>
      </p:sp>
      <p:sp>
        <p:nvSpPr>
          <p:cNvPr id="5" name="">
            <a:extLst xmlns:a="http://schemas.openxmlformats.org/drawingml/2006/main">
              <a:ext uri="{FF2B5EF4-FFF2-40B4-BE49-F238E27FC236}">
                <a16:creationId xmlns:a16="http://schemas.microsoft.com/office/drawing/2014/main" id="{6556651D-ABF3-4736-82D9-0D63C466C155}"/>
              </a:ext>
            </a:extLst>
          </p:cNvPr>
          <p:cNvSpPr>
            <a:spLocks xmlns:a="http://schemas.openxmlformats.org/drawingml/2006/main" noGrp="1"/>
          </p:cNvSpPr>
          <p:nvPr/>
        </p:nvSpPr>
        <p:spPr>
          <a:xfrm xmlns:a="http://schemas.openxmlformats.org/drawingml/2006/main">
            <a:off x="704850" y="26193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0" i="1">
                <a:solidFill>
                  <a:srgbClr val="C8B7E8"/>
                </a:solidFill>
                <a:latin typeface="Helvetica"/>
                <a:ea typeface="Helvetica"/>
                <a:cs typeface="Helvetica"/>
              </a:defRPr>
            </a:defPPr>
            <a:lvl1pPr algn="l">
              <a:defRPr sz="1500" b="0" i="1">
                <a:solidFill>
                  <a:srgbClr val="C8B7E8"/>
                </a:solidFill>
                <a:latin typeface="Helvetica"/>
                <a:ea typeface="Helvetica"/>
                <a:cs typeface="Helvetica"/>
              </a:defRPr>
            </a:lvl1pPr>
            <a:lvl2pPr algn="l">
              <a:defRPr sz="1500" b="0" i="1">
                <a:solidFill>
                  <a:srgbClr val="C8B7E8"/>
                </a:solidFill>
                <a:latin typeface="Helvetica"/>
                <a:ea typeface="Helvetica"/>
                <a:cs typeface="Helvetica"/>
              </a:defRPr>
            </a:lvl2pPr>
            <a:lvl3pPr algn="l">
              <a:defRPr sz="1500" b="0" i="1">
                <a:solidFill>
                  <a:srgbClr val="C8B7E8"/>
                </a:solidFill>
                <a:latin typeface="Helvetica"/>
                <a:ea typeface="Helvetica"/>
                <a:cs typeface="Helvetica"/>
              </a:defRPr>
            </a:lvl3pPr>
            <a:lvl4pPr algn="l">
              <a:defRPr sz="1500" b="0" i="1">
                <a:solidFill>
                  <a:srgbClr val="C8B7E8"/>
                </a:solidFill>
                <a:latin typeface="Helvetica"/>
                <a:ea typeface="Helvetica"/>
                <a:cs typeface="Helvetica"/>
              </a:defRPr>
            </a:lvl4pPr>
            <a:lvl5pPr algn="l">
              <a:defRPr sz="1500" b="0" i="1">
                <a:solidFill>
                  <a:srgbClr val="C8B7E8"/>
                </a:solidFill>
                <a:latin typeface="Helvetica"/>
                <a:ea typeface="Helvetica"/>
                <a:cs typeface="Helvetica"/>
              </a:defRPr>
            </a:lvl5pPr>
            <a:lvl6pPr algn="l">
              <a:defRPr sz="1500" b="0" i="1">
                <a:solidFill>
                  <a:srgbClr val="C8B7E8"/>
                </a:solidFill>
                <a:latin typeface="Helvetica"/>
                <a:ea typeface="Helvetica"/>
                <a:cs typeface="Helvetica"/>
              </a:defRPr>
            </a:lvl6pPr>
            <a:lvl7pPr algn="l">
              <a:defRPr sz="1500" b="0" i="1">
                <a:solidFill>
                  <a:srgbClr val="C8B7E8"/>
                </a:solidFill>
                <a:latin typeface="Helvetica"/>
                <a:ea typeface="Helvetica"/>
                <a:cs typeface="Helvetica"/>
              </a:defRPr>
            </a:lvl7pPr>
            <a:lvl8pPr algn="l">
              <a:defRPr sz="1500" b="0" i="1">
                <a:solidFill>
                  <a:srgbClr val="C8B7E8"/>
                </a:solidFill>
                <a:latin typeface="Helvetica"/>
                <a:ea typeface="Helvetica"/>
                <a:cs typeface="Helvetica"/>
              </a:defRPr>
            </a:lvl8pPr>
            <a:lvl9pPr algn="l">
              <a:defRPr sz="1500" b="0" i="1">
                <a:solidFill>
                  <a:srgbClr val="C8B7E8"/>
                </a:solidFill>
                <a:latin typeface="Helvetica"/>
                <a:ea typeface="Helvetica"/>
                <a:cs typeface="Helvetica"/>
              </a:defRPr>
            </a:lvl9pPr>
          </a:lstStyle>
          <a:p xmlns:a="http://schemas.openxmlformats.org/drawingml/2006/main">
            <a:pPr algn="l">
              <a:defRPr sz="1500" b="0" i="1">
                <a:solidFill>
                  <a:srgbClr val="C8B7E8"/>
                </a:solidFill>
                <a:latin typeface="Helvetica"/>
                <a:ea typeface="Helvetica"/>
                <a:cs typeface="Helvetica"/>
              </a:defRPr>
            </a:pPr>
            <a:r>
              <a:rPr sz="1500" b="0" i="1">
                <a:solidFill>
                  <a:srgbClr val="C8B7E8"/>
                </a:solidFill>
                <a:latin typeface="Helvetica"/>
                <a:ea typeface="Helvetica"/>
                <a:cs typeface="Helvetica"/>
              </a:rPr>
              <a:t>meets</a:t>
            </a:r>
          </a:p>
        </p:txBody>
      </p:sp>
      <p:sp>
        <p:nvSpPr>
          <p:cNvPr id="6" name="">
            <a:extLst xmlns:a="http://schemas.openxmlformats.org/drawingml/2006/main">
              <a:ext uri="{FF2B5EF4-FFF2-40B4-BE49-F238E27FC236}">
                <a16:creationId xmlns:a16="http://schemas.microsoft.com/office/drawing/2014/main" id="{C950D843-9A80-410A-B6BE-CDD6E233E466}"/>
              </a:ext>
            </a:extLst>
          </p:cNvPr>
          <p:cNvSpPr>
            <a:spLocks xmlns:a="http://schemas.openxmlformats.org/drawingml/2006/main" noGrp="1"/>
          </p:cNvSpPr>
          <p:nvPr/>
        </p:nvSpPr>
        <p:spPr>
          <a:xfrm xmlns:a="http://schemas.openxmlformats.org/drawingml/2006/main">
            <a:off x="704850" y="3095625"/>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550" b="1" i="0">
                <a:solidFill>
                  <a:srgbClr val="FF654F"/>
                </a:solidFill>
                <a:latin typeface="Helvetica"/>
                <a:ea typeface="Helvetica"/>
                <a:cs typeface="Helvetica"/>
              </a:defRPr>
            </a:defPPr>
            <a:lvl1pPr algn="l">
              <a:defRPr sz="2550" b="1" i="0">
                <a:solidFill>
                  <a:srgbClr val="FF654F"/>
                </a:solidFill>
                <a:latin typeface="Helvetica"/>
                <a:ea typeface="Helvetica"/>
                <a:cs typeface="Helvetica"/>
              </a:defRPr>
            </a:lvl1pPr>
            <a:lvl2pPr algn="l">
              <a:defRPr sz="2550" b="1" i="0">
                <a:solidFill>
                  <a:srgbClr val="FF654F"/>
                </a:solidFill>
                <a:latin typeface="Helvetica"/>
                <a:ea typeface="Helvetica"/>
                <a:cs typeface="Helvetica"/>
              </a:defRPr>
            </a:lvl2pPr>
            <a:lvl3pPr algn="l">
              <a:defRPr sz="2550" b="1" i="0">
                <a:solidFill>
                  <a:srgbClr val="FF654F"/>
                </a:solidFill>
                <a:latin typeface="Helvetica"/>
                <a:ea typeface="Helvetica"/>
                <a:cs typeface="Helvetica"/>
              </a:defRPr>
            </a:lvl3pPr>
            <a:lvl4pPr algn="l">
              <a:defRPr sz="2550" b="1" i="0">
                <a:solidFill>
                  <a:srgbClr val="FF654F"/>
                </a:solidFill>
                <a:latin typeface="Helvetica"/>
                <a:ea typeface="Helvetica"/>
                <a:cs typeface="Helvetica"/>
              </a:defRPr>
            </a:lvl4pPr>
            <a:lvl5pPr algn="l">
              <a:defRPr sz="2550" b="1" i="0">
                <a:solidFill>
                  <a:srgbClr val="FF654F"/>
                </a:solidFill>
                <a:latin typeface="Helvetica"/>
                <a:ea typeface="Helvetica"/>
                <a:cs typeface="Helvetica"/>
              </a:defRPr>
            </a:lvl5pPr>
            <a:lvl6pPr algn="l">
              <a:defRPr sz="2550" b="1" i="0">
                <a:solidFill>
                  <a:srgbClr val="FF654F"/>
                </a:solidFill>
                <a:latin typeface="Helvetica"/>
                <a:ea typeface="Helvetica"/>
                <a:cs typeface="Helvetica"/>
              </a:defRPr>
            </a:lvl6pPr>
            <a:lvl7pPr algn="l">
              <a:defRPr sz="2550" b="1" i="0">
                <a:solidFill>
                  <a:srgbClr val="FF654F"/>
                </a:solidFill>
                <a:latin typeface="Helvetica"/>
                <a:ea typeface="Helvetica"/>
                <a:cs typeface="Helvetica"/>
              </a:defRPr>
            </a:lvl7pPr>
            <a:lvl8pPr algn="l">
              <a:defRPr sz="2550" b="1" i="0">
                <a:solidFill>
                  <a:srgbClr val="FF654F"/>
                </a:solidFill>
                <a:latin typeface="Helvetica"/>
                <a:ea typeface="Helvetica"/>
                <a:cs typeface="Helvetica"/>
              </a:defRPr>
            </a:lvl8pPr>
            <a:lvl9pPr algn="l">
              <a:defRPr sz="2550" b="1" i="0">
                <a:solidFill>
                  <a:srgbClr val="FF654F"/>
                </a:solidFill>
                <a:latin typeface="Helvetica"/>
                <a:ea typeface="Helvetica"/>
                <a:cs typeface="Helvetica"/>
              </a:defRPr>
            </a:lvl9pPr>
          </a:lstStyle>
          <a:p xmlns:a="http://schemas.openxmlformats.org/drawingml/2006/main">
            <a:pPr algn="l">
              <a:defRPr sz="2550" b="1" i="0">
                <a:solidFill>
                  <a:srgbClr val="FF654F"/>
                </a:solidFill>
                <a:latin typeface="Helvetica"/>
                <a:ea typeface="Helvetica"/>
                <a:cs typeface="Helvetica"/>
              </a:defRPr>
            </a:pPr>
            <a:r>
              <a:rPr sz="2550" b="1" i="0">
                <a:solidFill>
                  <a:srgbClr val="FF654F"/>
                </a:solidFill>
                <a:latin typeface="Helvetica"/>
                <a:ea typeface="Helvetica"/>
                <a:cs typeface="Helvetica"/>
              </a:rPr>
              <a:t>then feed with confidence</a:t>
            </a:r>
          </a:p>
        </p:txBody>
      </p:sp>
      <p:sp>
        <p:nvSpPr>
          <p:cNvPr id="7" name="">
            <a:extLst xmlns:a="http://schemas.openxmlformats.org/drawingml/2006/main">
              <a:ext uri="{FF2B5EF4-FFF2-40B4-BE49-F238E27FC236}">
                <a16:creationId xmlns:a16="http://schemas.microsoft.com/office/drawing/2014/main" id="{EF35CF97-81A2-4C70-973A-FC22AB651370}"/>
              </a:ext>
            </a:extLst>
          </p:cNvPr>
          <p:cNvSpPr>
            <a:spLocks xmlns:a="http://schemas.openxmlformats.org/drawingml/2006/main" noGrp="1"/>
          </p:cNvSpPr>
          <p:nvPr/>
        </p:nvSpPr>
        <p:spPr>
          <a:xfrm xmlns:a="http://schemas.openxmlformats.org/drawingml/2006/main">
            <a:off x="6572250" y="1847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654F"/>
                </a:solidFill>
                <a:latin typeface="Helvetica"/>
                <a:ea typeface="Helvetica"/>
                <a:cs typeface="Helvetica"/>
              </a:defRPr>
            </a:defPPr>
            <a:lvl1pPr algn="l">
              <a:defRPr sz="825" b="1" i="0">
                <a:solidFill>
                  <a:srgbClr val="FF654F"/>
                </a:solidFill>
                <a:latin typeface="Helvetica"/>
                <a:ea typeface="Helvetica"/>
                <a:cs typeface="Helvetica"/>
              </a:defRPr>
            </a:lvl1pPr>
            <a:lvl2pPr algn="l">
              <a:defRPr sz="825" b="1" i="0">
                <a:solidFill>
                  <a:srgbClr val="FF654F"/>
                </a:solidFill>
                <a:latin typeface="Helvetica"/>
                <a:ea typeface="Helvetica"/>
                <a:cs typeface="Helvetica"/>
              </a:defRPr>
            </a:lvl2pPr>
            <a:lvl3pPr algn="l">
              <a:defRPr sz="825" b="1" i="0">
                <a:solidFill>
                  <a:srgbClr val="FF654F"/>
                </a:solidFill>
                <a:latin typeface="Helvetica"/>
                <a:ea typeface="Helvetica"/>
                <a:cs typeface="Helvetica"/>
              </a:defRPr>
            </a:lvl3pPr>
            <a:lvl4pPr algn="l">
              <a:defRPr sz="825" b="1" i="0">
                <a:solidFill>
                  <a:srgbClr val="FF654F"/>
                </a:solidFill>
                <a:latin typeface="Helvetica"/>
                <a:ea typeface="Helvetica"/>
                <a:cs typeface="Helvetica"/>
              </a:defRPr>
            </a:lvl4pPr>
            <a:lvl5pPr algn="l">
              <a:defRPr sz="825" b="1" i="0">
                <a:solidFill>
                  <a:srgbClr val="FF654F"/>
                </a:solidFill>
                <a:latin typeface="Helvetica"/>
                <a:ea typeface="Helvetica"/>
                <a:cs typeface="Helvetica"/>
              </a:defRPr>
            </a:lvl5pPr>
            <a:lvl6pPr algn="l">
              <a:defRPr sz="825" b="1" i="0">
                <a:solidFill>
                  <a:srgbClr val="FF654F"/>
                </a:solidFill>
                <a:latin typeface="Helvetica"/>
                <a:ea typeface="Helvetica"/>
                <a:cs typeface="Helvetica"/>
              </a:defRPr>
            </a:lvl6pPr>
            <a:lvl7pPr algn="l">
              <a:defRPr sz="825" b="1" i="0">
                <a:solidFill>
                  <a:srgbClr val="FF654F"/>
                </a:solidFill>
                <a:latin typeface="Helvetica"/>
                <a:ea typeface="Helvetica"/>
                <a:cs typeface="Helvetica"/>
              </a:defRPr>
            </a:lvl7pPr>
            <a:lvl8pPr algn="l">
              <a:defRPr sz="825" b="1" i="0">
                <a:solidFill>
                  <a:srgbClr val="FF654F"/>
                </a:solidFill>
                <a:latin typeface="Helvetica"/>
                <a:ea typeface="Helvetica"/>
                <a:cs typeface="Helvetica"/>
              </a:defRPr>
            </a:lvl8pPr>
            <a:lvl9pPr algn="l">
              <a:defRPr sz="825" b="1" i="0">
                <a:solidFill>
                  <a:srgbClr val="FF654F"/>
                </a:solidFill>
                <a:latin typeface="Helvetica"/>
                <a:ea typeface="Helvetica"/>
                <a:cs typeface="Helvetica"/>
              </a:defRPr>
            </a:lvl9pPr>
          </a:lstStyle>
          <a:p xmlns:a="http://schemas.openxmlformats.org/drawingml/2006/main">
            <a:pPr algn="l">
              <a:defRPr sz="825" b="1" i="0">
                <a:solidFill>
                  <a:srgbClr val="FF654F"/>
                </a:solidFill>
                <a:latin typeface="Helvetica"/>
                <a:ea typeface="Helvetica"/>
                <a:cs typeface="Helvetica"/>
              </a:defRPr>
            </a:pPr>
            <a:r>
              <a:rPr sz="825" b="1" i="0">
                <a:solidFill>
                  <a:srgbClr val="FF654F"/>
                </a:solidFill>
                <a:latin typeface="Helvetica"/>
                <a:ea typeface="Helvetica"/>
                <a:cs typeface="Helvetica"/>
              </a:rPr>
              <a:t>01</a:t>
            </a:r>
          </a:p>
        </p:txBody>
      </p:sp>
      <p:sp>
        <p:nvSpPr>
          <p:cNvPr id="8" name="">
            <a:extLst xmlns:a="http://schemas.openxmlformats.org/drawingml/2006/main">
              <a:ext uri="{FF2B5EF4-FFF2-40B4-BE49-F238E27FC236}">
                <a16:creationId xmlns:a16="http://schemas.microsoft.com/office/drawing/2014/main" id="{5864D7D7-6D33-40FF-B112-AAE108918442}"/>
              </a:ext>
            </a:extLst>
          </p:cNvPr>
          <p:cNvSpPr>
            <a:spLocks xmlns:a="http://schemas.openxmlformats.org/drawingml/2006/main" noGrp="1"/>
          </p:cNvSpPr>
          <p:nvPr/>
        </p:nvSpPr>
        <p:spPr>
          <a:xfrm xmlns:a="http://schemas.openxmlformats.org/drawingml/2006/main">
            <a:off x="7191375" y="184785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C8B7E8"/>
                </a:solidFill>
                <a:latin typeface="Helvetica"/>
                <a:ea typeface="Helvetica"/>
                <a:cs typeface="Helvetica"/>
              </a:defRPr>
            </a:defPPr>
            <a:lvl1pPr algn="l">
              <a:defRPr sz="750" b="1" i="0">
                <a:solidFill>
                  <a:srgbClr val="C8B7E8"/>
                </a:solidFill>
                <a:latin typeface="Helvetica"/>
                <a:ea typeface="Helvetica"/>
                <a:cs typeface="Helvetica"/>
              </a:defRPr>
            </a:lvl1pPr>
            <a:lvl2pPr algn="l">
              <a:defRPr sz="750" b="1" i="0">
                <a:solidFill>
                  <a:srgbClr val="C8B7E8"/>
                </a:solidFill>
                <a:latin typeface="Helvetica"/>
                <a:ea typeface="Helvetica"/>
                <a:cs typeface="Helvetica"/>
              </a:defRPr>
            </a:lvl2pPr>
            <a:lvl3pPr algn="l">
              <a:defRPr sz="750" b="1" i="0">
                <a:solidFill>
                  <a:srgbClr val="C8B7E8"/>
                </a:solidFill>
                <a:latin typeface="Helvetica"/>
                <a:ea typeface="Helvetica"/>
                <a:cs typeface="Helvetica"/>
              </a:defRPr>
            </a:lvl3pPr>
            <a:lvl4pPr algn="l">
              <a:defRPr sz="750" b="1" i="0">
                <a:solidFill>
                  <a:srgbClr val="C8B7E8"/>
                </a:solidFill>
                <a:latin typeface="Helvetica"/>
                <a:ea typeface="Helvetica"/>
                <a:cs typeface="Helvetica"/>
              </a:defRPr>
            </a:lvl4pPr>
            <a:lvl5pPr algn="l">
              <a:defRPr sz="750" b="1" i="0">
                <a:solidFill>
                  <a:srgbClr val="C8B7E8"/>
                </a:solidFill>
                <a:latin typeface="Helvetica"/>
                <a:ea typeface="Helvetica"/>
                <a:cs typeface="Helvetica"/>
              </a:defRPr>
            </a:lvl5pPr>
            <a:lvl6pPr algn="l">
              <a:defRPr sz="750" b="1" i="0">
                <a:solidFill>
                  <a:srgbClr val="C8B7E8"/>
                </a:solidFill>
                <a:latin typeface="Helvetica"/>
                <a:ea typeface="Helvetica"/>
                <a:cs typeface="Helvetica"/>
              </a:defRPr>
            </a:lvl6pPr>
            <a:lvl7pPr algn="l">
              <a:defRPr sz="750" b="1" i="0">
                <a:solidFill>
                  <a:srgbClr val="C8B7E8"/>
                </a:solidFill>
                <a:latin typeface="Helvetica"/>
                <a:ea typeface="Helvetica"/>
                <a:cs typeface="Helvetica"/>
              </a:defRPr>
            </a:lvl7pPr>
            <a:lvl8pPr algn="l">
              <a:defRPr sz="750" b="1" i="0">
                <a:solidFill>
                  <a:srgbClr val="C8B7E8"/>
                </a:solidFill>
                <a:latin typeface="Helvetica"/>
                <a:ea typeface="Helvetica"/>
                <a:cs typeface="Helvetica"/>
              </a:defRPr>
            </a:lvl8pPr>
            <a:lvl9pPr algn="l">
              <a:defRPr sz="750" b="1" i="0">
                <a:solidFill>
                  <a:srgbClr val="C8B7E8"/>
                </a:solidFill>
                <a:latin typeface="Helvetica"/>
                <a:ea typeface="Helvetica"/>
                <a:cs typeface="Helvetica"/>
              </a:defRPr>
            </a:lvl9pPr>
          </a:lstStyle>
          <a:p xmlns:a="http://schemas.openxmlformats.org/drawingml/2006/main">
            <a:pPr algn="l">
              <a:defRPr sz="750" b="1" i="0">
                <a:solidFill>
                  <a:srgbClr val="C8B7E8"/>
                </a:solidFill>
                <a:latin typeface="Helvetica"/>
                <a:ea typeface="Helvetica"/>
                <a:cs typeface="Helvetica"/>
              </a:defRPr>
            </a:pPr>
            <a:r>
              <a:rPr sz="750" b="1" i="0">
                <a:solidFill>
                  <a:srgbClr val="C8B7E8"/>
                </a:solidFill>
                <a:latin typeface="Helvetica"/>
                <a:ea typeface="Helvetica"/>
                <a:cs typeface="Helvetica"/>
              </a:rPr>
              <a:t>USEFUL</a:t>
            </a:r>
          </a:p>
        </p:txBody>
      </p:sp>
      <p:sp>
        <p:nvSpPr>
          <p:cNvPr id="9" name="">
            <a:extLst xmlns:a="http://schemas.openxmlformats.org/drawingml/2006/main">
              <a:ext uri="{FF2B5EF4-FFF2-40B4-BE49-F238E27FC236}">
                <a16:creationId xmlns:a16="http://schemas.microsoft.com/office/drawing/2014/main" id="{7DCDAD0B-587C-4459-BE6B-2AE26DB6F7F8}"/>
              </a:ext>
            </a:extLst>
          </p:cNvPr>
          <p:cNvSpPr>
            <a:spLocks xmlns:a="http://schemas.openxmlformats.org/drawingml/2006/main" noGrp="1"/>
          </p:cNvSpPr>
          <p:nvPr/>
        </p:nvSpPr>
        <p:spPr>
          <a:xfrm xmlns:a="http://schemas.openxmlformats.org/drawingml/2006/main">
            <a:off x="7191375" y="211455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FFFDFC"/>
                </a:solidFill>
                <a:latin typeface="Helvetica"/>
                <a:ea typeface="Helvetica"/>
                <a:cs typeface="Helvetica"/>
              </a:defRPr>
            </a:defPPr>
            <a:lvl1pPr algn="l">
              <a:defRPr sz="1425" b="1" i="0">
                <a:solidFill>
                  <a:srgbClr val="FFFDFC"/>
                </a:solidFill>
                <a:latin typeface="Helvetica"/>
                <a:ea typeface="Helvetica"/>
                <a:cs typeface="Helvetica"/>
              </a:defRPr>
            </a:lvl1pPr>
            <a:lvl2pPr algn="l">
              <a:defRPr sz="1425" b="1" i="0">
                <a:solidFill>
                  <a:srgbClr val="FFFDFC"/>
                </a:solidFill>
                <a:latin typeface="Helvetica"/>
                <a:ea typeface="Helvetica"/>
                <a:cs typeface="Helvetica"/>
              </a:defRPr>
            </a:lvl2pPr>
            <a:lvl3pPr algn="l">
              <a:defRPr sz="1425" b="1" i="0">
                <a:solidFill>
                  <a:srgbClr val="FFFDFC"/>
                </a:solidFill>
                <a:latin typeface="Helvetica"/>
                <a:ea typeface="Helvetica"/>
                <a:cs typeface="Helvetica"/>
              </a:defRPr>
            </a:lvl3pPr>
            <a:lvl4pPr algn="l">
              <a:defRPr sz="1425" b="1" i="0">
                <a:solidFill>
                  <a:srgbClr val="FFFDFC"/>
                </a:solidFill>
                <a:latin typeface="Helvetica"/>
                <a:ea typeface="Helvetica"/>
                <a:cs typeface="Helvetica"/>
              </a:defRPr>
            </a:lvl4pPr>
            <a:lvl5pPr algn="l">
              <a:defRPr sz="1425" b="1" i="0">
                <a:solidFill>
                  <a:srgbClr val="FFFDFC"/>
                </a:solidFill>
                <a:latin typeface="Helvetica"/>
                <a:ea typeface="Helvetica"/>
                <a:cs typeface="Helvetica"/>
              </a:defRPr>
            </a:lvl5pPr>
            <a:lvl6pPr algn="l">
              <a:defRPr sz="1425" b="1" i="0">
                <a:solidFill>
                  <a:srgbClr val="FFFDFC"/>
                </a:solidFill>
                <a:latin typeface="Helvetica"/>
                <a:ea typeface="Helvetica"/>
                <a:cs typeface="Helvetica"/>
              </a:defRPr>
            </a:lvl6pPr>
            <a:lvl7pPr algn="l">
              <a:defRPr sz="1425" b="1" i="0">
                <a:solidFill>
                  <a:srgbClr val="FFFDFC"/>
                </a:solidFill>
                <a:latin typeface="Helvetica"/>
                <a:ea typeface="Helvetica"/>
                <a:cs typeface="Helvetica"/>
              </a:defRPr>
            </a:lvl7pPr>
            <a:lvl8pPr algn="l">
              <a:defRPr sz="1425" b="1" i="0">
                <a:solidFill>
                  <a:srgbClr val="FFFDFC"/>
                </a:solidFill>
                <a:latin typeface="Helvetica"/>
                <a:ea typeface="Helvetica"/>
                <a:cs typeface="Helvetica"/>
              </a:defRPr>
            </a:lvl8pPr>
            <a:lvl9pPr algn="l">
              <a:defRPr sz="1425" b="1" i="0">
                <a:solidFill>
                  <a:srgbClr val="FFFDFC"/>
                </a:solidFill>
                <a:latin typeface="Helvetica"/>
                <a:ea typeface="Helvetica"/>
                <a:cs typeface="Helvetica"/>
              </a:defRPr>
            </a:lvl9pPr>
          </a:lstStyle>
          <a:p xmlns:a="http://schemas.openxmlformats.org/drawingml/2006/main">
            <a:pPr algn="l">
              <a:defRPr sz="1425" b="1" i="0">
                <a:solidFill>
                  <a:srgbClr val="FFFDFC"/>
                </a:solidFill>
                <a:latin typeface="Helvetica"/>
                <a:ea typeface="Helvetica"/>
                <a:cs typeface="Helvetica"/>
              </a:defRPr>
            </a:pPr>
            <a:r>
              <a:rPr sz="1425" b="1" i="0">
                <a:solidFill>
                  <a:srgbClr val="FFFDFC"/>
                </a:solidFill>
                <a:latin typeface="Helvetica"/>
                <a:ea typeface="Helvetica"/>
                <a:cs typeface="Helvetica"/>
              </a:rPr>
              <a:t>Answer a feeding decision</a:t>
            </a:r>
          </a:p>
        </p:txBody>
      </p:sp>
      <p:sp>
        <p:nvSpPr>
          <p:cNvPr id="10" name="">
            <a:extLst xmlns:a="http://schemas.openxmlformats.org/drawingml/2006/main">
              <a:ext uri="{FF2B5EF4-FFF2-40B4-BE49-F238E27FC236}">
                <a16:creationId xmlns:a16="http://schemas.microsoft.com/office/drawing/2014/main" id="{1ABD3110-CB14-483D-AA09-136F96913E56}"/>
              </a:ext>
            </a:extLst>
          </p:cNvPr>
          <p:cNvSpPr>
            <a:spLocks xmlns:a="http://schemas.openxmlformats.org/drawingml/2006/main" noGrp="1"/>
          </p:cNvSpPr>
          <p:nvPr/>
        </p:nvSpPr>
        <p:spPr>
          <a:xfrm xmlns:a="http://schemas.openxmlformats.org/drawingml/2006/main">
            <a:off x="6572250" y="28479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654F"/>
                </a:solidFill>
                <a:latin typeface="Helvetica"/>
                <a:ea typeface="Helvetica"/>
                <a:cs typeface="Helvetica"/>
              </a:defRPr>
            </a:defPPr>
            <a:lvl1pPr algn="l">
              <a:defRPr sz="825" b="1" i="0">
                <a:solidFill>
                  <a:srgbClr val="FF654F"/>
                </a:solidFill>
                <a:latin typeface="Helvetica"/>
                <a:ea typeface="Helvetica"/>
                <a:cs typeface="Helvetica"/>
              </a:defRPr>
            </a:lvl1pPr>
            <a:lvl2pPr algn="l">
              <a:defRPr sz="825" b="1" i="0">
                <a:solidFill>
                  <a:srgbClr val="FF654F"/>
                </a:solidFill>
                <a:latin typeface="Helvetica"/>
                <a:ea typeface="Helvetica"/>
                <a:cs typeface="Helvetica"/>
              </a:defRPr>
            </a:lvl2pPr>
            <a:lvl3pPr algn="l">
              <a:defRPr sz="825" b="1" i="0">
                <a:solidFill>
                  <a:srgbClr val="FF654F"/>
                </a:solidFill>
                <a:latin typeface="Helvetica"/>
                <a:ea typeface="Helvetica"/>
                <a:cs typeface="Helvetica"/>
              </a:defRPr>
            </a:lvl3pPr>
            <a:lvl4pPr algn="l">
              <a:defRPr sz="825" b="1" i="0">
                <a:solidFill>
                  <a:srgbClr val="FF654F"/>
                </a:solidFill>
                <a:latin typeface="Helvetica"/>
                <a:ea typeface="Helvetica"/>
                <a:cs typeface="Helvetica"/>
              </a:defRPr>
            </a:lvl4pPr>
            <a:lvl5pPr algn="l">
              <a:defRPr sz="825" b="1" i="0">
                <a:solidFill>
                  <a:srgbClr val="FF654F"/>
                </a:solidFill>
                <a:latin typeface="Helvetica"/>
                <a:ea typeface="Helvetica"/>
                <a:cs typeface="Helvetica"/>
              </a:defRPr>
            </a:lvl5pPr>
            <a:lvl6pPr algn="l">
              <a:defRPr sz="825" b="1" i="0">
                <a:solidFill>
                  <a:srgbClr val="FF654F"/>
                </a:solidFill>
                <a:latin typeface="Helvetica"/>
                <a:ea typeface="Helvetica"/>
                <a:cs typeface="Helvetica"/>
              </a:defRPr>
            </a:lvl6pPr>
            <a:lvl7pPr algn="l">
              <a:defRPr sz="825" b="1" i="0">
                <a:solidFill>
                  <a:srgbClr val="FF654F"/>
                </a:solidFill>
                <a:latin typeface="Helvetica"/>
                <a:ea typeface="Helvetica"/>
                <a:cs typeface="Helvetica"/>
              </a:defRPr>
            </a:lvl7pPr>
            <a:lvl8pPr algn="l">
              <a:defRPr sz="825" b="1" i="0">
                <a:solidFill>
                  <a:srgbClr val="FF654F"/>
                </a:solidFill>
                <a:latin typeface="Helvetica"/>
                <a:ea typeface="Helvetica"/>
                <a:cs typeface="Helvetica"/>
              </a:defRPr>
            </a:lvl8pPr>
            <a:lvl9pPr algn="l">
              <a:defRPr sz="825" b="1" i="0">
                <a:solidFill>
                  <a:srgbClr val="FF654F"/>
                </a:solidFill>
                <a:latin typeface="Helvetica"/>
                <a:ea typeface="Helvetica"/>
                <a:cs typeface="Helvetica"/>
              </a:defRPr>
            </a:lvl9pPr>
          </a:lstStyle>
          <a:p xmlns:a="http://schemas.openxmlformats.org/drawingml/2006/main">
            <a:pPr algn="l">
              <a:defRPr sz="825" b="1" i="0">
                <a:solidFill>
                  <a:srgbClr val="FF654F"/>
                </a:solidFill>
                <a:latin typeface="Helvetica"/>
                <a:ea typeface="Helvetica"/>
                <a:cs typeface="Helvetica"/>
              </a:defRPr>
            </a:pPr>
            <a:r>
              <a:rPr sz="825" b="1" i="0">
                <a:solidFill>
                  <a:srgbClr val="FF654F"/>
                </a:solidFill>
                <a:latin typeface="Helvetica"/>
                <a:ea typeface="Helvetica"/>
                <a:cs typeface="Helvetica"/>
              </a:rPr>
              <a:t>02</a:t>
            </a:r>
          </a:p>
        </p:txBody>
      </p:sp>
      <p:sp>
        <p:nvSpPr>
          <p:cNvPr id="11" name="">
            <a:extLst xmlns:a="http://schemas.openxmlformats.org/drawingml/2006/main">
              <a:ext uri="{FF2B5EF4-FFF2-40B4-BE49-F238E27FC236}">
                <a16:creationId xmlns:a16="http://schemas.microsoft.com/office/drawing/2014/main" id="{8BB02099-9EFF-4F12-A8A3-358078A2562D}"/>
              </a:ext>
            </a:extLst>
          </p:cNvPr>
          <p:cNvSpPr>
            <a:spLocks xmlns:a="http://schemas.openxmlformats.org/drawingml/2006/main" noGrp="1"/>
          </p:cNvSpPr>
          <p:nvPr/>
        </p:nvSpPr>
        <p:spPr>
          <a:xfrm xmlns:a="http://schemas.openxmlformats.org/drawingml/2006/main">
            <a:off x="7191375" y="2847975"/>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C8B7E8"/>
                </a:solidFill>
                <a:latin typeface="Helvetica"/>
                <a:ea typeface="Helvetica"/>
                <a:cs typeface="Helvetica"/>
              </a:defRPr>
            </a:defPPr>
            <a:lvl1pPr algn="l">
              <a:defRPr sz="750" b="1" i="0">
                <a:solidFill>
                  <a:srgbClr val="C8B7E8"/>
                </a:solidFill>
                <a:latin typeface="Helvetica"/>
                <a:ea typeface="Helvetica"/>
                <a:cs typeface="Helvetica"/>
              </a:defRPr>
            </a:lvl1pPr>
            <a:lvl2pPr algn="l">
              <a:defRPr sz="750" b="1" i="0">
                <a:solidFill>
                  <a:srgbClr val="C8B7E8"/>
                </a:solidFill>
                <a:latin typeface="Helvetica"/>
                <a:ea typeface="Helvetica"/>
                <a:cs typeface="Helvetica"/>
              </a:defRPr>
            </a:lvl2pPr>
            <a:lvl3pPr algn="l">
              <a:defRPr sz="750" b="1" i="0">
                <a:solidFill>
                  <a:srgbClr val="C8B7E8"/>
                </a:solidFill>
                <a:latin typeface="Helvetica"/>
                <a:ea typeface="Helvetica"/>
                <a:cs typeface="Helvetica"/>
              </a:defRPr>
            </a:lvl3pPr>
            <a:lvl4pPr algn="l">
              <a:defRPr sz="750" b="1" i="0">
                <a:solidFill>
                  <a:srgbClr val="C8B7E8"/>
                </a:solidFill>
                <a:latin typeface="Helvetica"/>
                <a:ea typeface="Helvetica"/>
                <a:cs typeface="Helvetica"/>
              </a:defRPr>
            </a:lvl4pPr>
            <a:lvl5pPr algn="l">
              <a:defRPr sz="750" b="1" i="0">
                <a:solidFill>
                  <a:srgbClr val="C8B7E8"/>
                </a:solidFill>
                <a:latin typeface="Helvetica"/>
                <a:ea typeface="Helvetica"/>
                <a:cs typeface="Helvetica"/>
              </a:defRPr>
            </a:lvl5pPr>
            <a:lvl6pPr algn="l">
              <a:defRPr sz="750" b="1" i="0">
                <a:solidFill>
                  <a:srgbClr val="C8B7E8"/>
                </a:solidFill>
                <a:latin typeface="Helvetica"/>
                <a:ea typeface="Helvetica"/>
                <a:cs typeface="Helvetica"/>
              </a:defRPr>
            </a:lvl6pPr>
            <a:lvl7pPr algn="l">
              <a:defRPr sz="750" b="1" i="0">
                <a:solidFill>
                  <a:srgbClr val="C8B7E8"/>
                </a:solidFill>
                <a:latin typeface="Helvetica"/>
                <a:ea typeface="Helvetica"/>
                <a:cs typeface="Helvetica"/>
              </a:defRPr>
            </a:lvl7pPr>
            <a:lvl8pPr algn="l">
              <a:defRPr sz="750" b="1" i="0">
                <a:solidFill>
                  <a:srgbClr val="C8B7E8"/>
                </a:solidFill>
                <a:latin typeface="Helvetica"/>
                <a:ea typeface="Helvetica"/>
                <a:cs typeface="Helvetica"/>
              </a:defRPr>
            </a:lvl8pPr>
            <a:lvl9pPr algn="l">
              <a:defRPr sz="750" b="1" i="0">
                <a:solidFill>
                  <a:srgbClr val="C8B7E8"/>
                </a:solidFill>
                <a:latin typeface="Helvetica"/>
                <a:ea typeface="Helvetica"/>
                <a:cs typeface="Helvetica"/>
              </a:defRPr>
            </a:lvl9pPr>
          </a:lstStyle>
          <a:p xmlns:a="http://schemas.openxmlformats.org/drawingml/2006/main">
            <a:pPr algn="l">
              <a:defRPr sz="750" b="1" i="0">
                <a:solidFill>
                  <a:srgbClr val="C8B7E8"/>
                </a:solidFill>
                <a:latin typeface="Helvetica"/>
                <a:ea typeface="Helvetica"/>
                <a:cs typeface="Helvetica"/>
              </a:defRPr>
            </a:pPr>
            <a:r>
              <a:rPr sz="750" b="1" i="0">
                <a:solidFill>
                  <a:srgbClr val="C8B7E8"/>
                </a:solidFill>
                <a:latin typeface="Helvetica"/>
                <a:ea typeface="Helvetica"/>
                <a:cs typeface="Helvetica"/>
              </a:rPr>
              <a:t>CAREFUL</a:t>
            </a:r>
          </a:p>
        </p:txBody>
      </p:sp>
      <p:sp>
        <p:nvSpPr>
          <p:cNvPr id="12" name="">
            <a:extLst xmlns:a="http://schemas.openxmlformats.org/drawingml/2006/main">
              <a:ext uri="{FF2B5EF4-FFF2-40B4-BE49-F238E27FC236}">
                <a16:creationId xmlns:a16="http://schemas.microsoft.com/office/drawing/2014/main" id="{D613FEE5-EE61-482B-BCF3-B38C0B11DD23}"/>
              </a:ext>
            </a:extLst>
          </p:cNvPr>
          <p:cNvSpPr>
            <a:spLocks xmlns:a="http://schemas.openxmlformats.org/drawingml/2006/main" noGrp="1"/>
          </p:cNvSpPr>
          <p:nvPr/>
        </p:nvSpPr>
        <p:spPr>
          <a:xfrm xmlns:a="http://schemas.openxmlformats.org/drawingml/2006/main">
            <a:off x="7191375" y="31146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FFFDFC"/>
                </a:solidFill>
                <a:latin typeface="Helvetica"/>
                <a:ea typeface="Helvetica"/>
                <a:cs typeface="Helvetica"/>
              </a:defRPr>
            </a:defPPr>
            <a:lvl1pPr algn="l">
              <a:defRPr sz="1425" b="1" i="0">
                <a:solidFill>
                  <a:srgbClr val="FFFDFC"/>
                </a:solidFill>
                <a:latin typeface="Helvetica"/>
                <a:ea typeface="Helvetica"/>
                <a:cs typeface="Helvetica"/>
              </a:defRPr>
            </a:lvl1pPr>
            <a:lvl2pPr algn="l">
              <a:defRPr sz="1425" b="1" i="0">
                <a:solidFill>
                  <a:srgbClr val="FFFDFC"/>
                </a:solidFill>
                <a:latin typeface="Helvetica"/>
                <a:ea typeface="Helvetica"/>
                <a:cs typeface="Helvetica"/>
              </a:defRPr>
            </a:lvl2pPr>
            <a:lvl3pPr algn="l">
              <a:defRPr sz="1425" b="1" i="0">
                <a:solidFill>
                  <a:srgbClr val="FFFDFC"/>
                </a:solidFill>
                <a:latin typeface="Helvetica"/>
                <a:ea typeface="Helvetica"/>
                <a:cs typeface="Helvetica"/>
              </a:defRPr>
            </a:lvl3pPr>
            <a:lvl4pPr algn="l">
              <a:defRPr sz="1425" b="1" i="0">
                <a:solidFill>
                  <a:srgbClr val="FFFDFC"/>
                </a:solidFill>
                <a:latin typeface="Helvetica"/>
                <a:ea typeface="Helvetica"/>
                <a:cs typeface="Helvetica"/>
              </a:defRPr>
            </a:lvl4pPr>
            <a:lvl5pPr algn="l">
              <a:defRPr sz="1425" b="1" i="0">
                <a:solidFill>
                  <a:srgbClr val="FFFDFC"/>
                </a:solidFill>
                <a:latin typeface="Helvetica"/>
                <a:ea typeface="Helvetica"/>
                <a:cs typeface="Helvetica"/>
              </a:defRPr>
            </a:lvl5pPr>
            <a:lvl6pPr algn="l">
              <a:defRPr sz="1425" b="1" i="0">
                <a:solidFill>
                  <a:srgbClr val="FFFDFC"/>
                </a:solidFill>
                <a:latin typeface="Helvetica"/>
                <a:ea typeface="Helvetica"/>
                <a:cs typeface="Helvetica"/>
              </a:defRPr>
            </a:lvl6pPr>
            <a:lvl7pPr algn="l">
              <a:defRPr sz="1425" b="1" i="0">
                <a:solidFill>
                  <a:srgbClr val="FFFDFC"/>
                </a:solidFill>
                <a:latin typeface="Helvetica"/>
                <a:ea typeface="Helvetica"/>
                <a:cs typeface="Helvetica"/>
              </a:defRPr>
            </a:lvl7pPr>
            <a:lvl8pPr algn="l">
              <a:defRPr sz="1425" b="1" i="0">
                <a:solidFill>
                  <a:srgbClr val="FFFDFC"/>
                </a:solidFill>
                <a:latin typeface="Helvetica"/>
                <a:ea typeface="Helvetica"/>
                <a:cs typeface="Helvetica"/>
              </a:defRPr>
            </a:lvl8pPr>
            <a:lvl9pPr algn="l">
              <a:defRPr sz="1425" b="1" i="0">
                <a:solidFill>
                  <a:srgbClr val="FFFDFC"/>
                </a:solidFill>
                <a:latin typeface="Helvetica"/>
                <a:ea typeface="Helvetica"/>
                <a:cs typeface="Helvetica"/>
              </a:defRPr>
            </a:lvl9pPr>
          </a:lstStyle>
          <a:p xmlns:a="http://schemas.openxmlformats.org/drawingml/2006/main">
            <a:pPr algn="l">
              <a:defRPr sz="1425" b="1" i="0">
                <a:solidFill>
                  <a:srgbClr val="FFFDFC"/>
                </a:solidFill>
                <a:latin typeface="Helvetica"/>
                <a:ea typeface="Helvetica"/>
                <a:cs typeface="Helvetica"/>
              </a:defRPr>
            </a:pPr>
            <a:r>
              <a:rPr sz="1425" b="1" i="0">
                <a:solidFill>
                  <a:srgbClr val="FFFDFC"/>
                </a:solidFill>
                <a:latin typeface="Helvetica"/>
                <a:ea typeface="Helvetica"/>
                <a:cs typeface="Helvetica"/>
              </a:rPr>
              <a:t>Separate evidence from claim</a:t>
            </a:r>
          </a:p>
        </p:txBody>
      </p:sp>
      <p:sp>
        <p:nvSpPr>
          <p:cNvPr id="13" name="">
            <a:extLst xmlns:a="http://schemas.openxmlformats.org/drawingml/2006/main">
              <a:ext uri="{FF2B5EF4-FFF2-40B4-BE49-F238E27FC236}">
                <a16:creationId xmlns:a16="http://schemas.microsoft.com/office/drawing/2014/main" id="{394C2AD3-DEF4-4FAC-94D8-DBFFA4837E5D}"/>
              </a:ext>
            </a:extLst>
          </p:cNvPr>
          <p:cNvSpPr>
            <a:spLocks xmlns:a="http://schemas.openxmlformats.org/drawingml/2006/main" noGrp="1"/>
          </p:cNvSpPr>
          <p:nvPr/>
        </p:nvSpPr>
        <p:spPr>
          <a:xfrm xmlns:a="http://schemas.openxmlformats.org/drawingml/2006/main">
            <a:off x="6572250" y="3848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654F"/>
                </a:solidFill>
                <a:latin typeface="Helvetica"/>
                <a:ea typeface="Helvetica"/>
                <a:cs typeface="Helvetica"/>
              </a:defRPr>
            </a:defPPr>
            <a:lvl1pPr algn="l">
              <a:defRPr sz="825" b="1" i="0">
                <a:solidFill>
                  <a:srgbClr val="FF654F"/>
                </a:solidFill>
                <a:latin typeface="Helvetica"/>
                <a:ea typeface="Helvetica"/>
                <a:cs typeface="Helvetica"/>
              </a:defRPr>
            </a:lvl1pPr>
            <a:lvl2pPr algn="l">
              <a:defRPr sz="825" b="1" i="0">
                <a:solidFill>
                  <a:srgbClr val="FF654F"/>
                </a:solidFill>
                <a:latin typeface="Helvetica"/>
                <a:ea typeface="Helvetica"/>
                <a:cs typeface="Helvetica"/>
              </a:defRPr>
            </a:lvl2pPr>
            <a:lvl3pPr algn="l">
              <a:defRPr sz="825" b="1" i="0">
                <a:solidFill>
                  <a:srgbClr val="FF654F"/>
                </a:solidFill>
                <a:latin typeface="Helvetica"/>
                <a:ea typeface="Helvetica"/>
                <a:cs typeface="Helvetica"/>
              </a:defRPr>
            </a:lvl3pPr>
            <a:lvl4pPr algn="l">
              <a:defRPr sz="825" b="1" i="0">
                <a:solidFill>
                  <a:srgbClr val="FF654F"/>
                </a:solidFill>
                <a:latin typeface="Helvetica"/>
                <a:ea typeface="Helvetica"/>
                <a:cs typeface="Helvetica"/>
              </a:defRPr>
            </a:lvl4pPr>
            <a:lvl5pPr algn="l">
              <a:defRPr sz="825" b="1" i="0">
                <a:solidFill>
                  <a:srgbClr val="FF654F"/>
                </a:solidFill>
                <a:latin typeface="Helvetica"/>
                <a:ea typeface="Helvetica"/>
                <a:cs typeface="Helvetica"/>
              </a:defRPr>
            </a:lvl5pPr>
            <a:lvl6pPr algn="l">
              <a:defRPr sz="825" b="1" i="0">
                <a:solidFill>
                  <a:srgbClr val="FF654F"/>
                </a:solidFill>
                <a:latin typeface="Helvetica"/>
                <a:ea typeface="Helvetica"/>
                <a:cs typeface="Helvetica"/>
              </a:defRPr>
            </a:lvl6pPr>
            <a:lvl7pPr algn="l">
              <a:defRPr sz="825" b="1" i="0">
                <a:solidFill>
                  <a:srgbClr val="FF654F"/>
                </a:solidFill>
                <a:latin typeface="Helvetica"/>
                <a:ea typeface="Helvetica"/>
                <a:cs typeface="Helvetica"/>
              </a:defRPr>
            </a:lvl7pPr>
            <a:lvl8pPr algn="l">
              <a:defRPr sz="825" b="1" i="0">
                <a:solidFill>
                  <a:srgbClr val="FF654F"/>
                </a:solidFill>
                <a:latin typeface="Helvetica"/>
                <a:ea typeface="Helvetica"/>
                <a:cs typeface="Helvetica"/>
              </a:defRPr>
            </a:lvl8pPr>
            <a:lvl9pPr algn="l">
              <a:defRPr sz="825" b="1" i="0">
                <a:solidFill>
                  <a:srgbClr val="FF654F"/>
                </a:solidFill>
                <a:latin typeface="Helvetica"/>
                <a:ea typeface="Helvetica"/>
                <a:cs typeface="Helvetica"/>
              </a:defRPr>
            </a:lvl9pPr>
          </a:lstStyle>
          <a:p xmlns:a="http://schemas.openxmlformats.org/drawingml/2006/main">
            <a:pPr algn="l">
              <a:defRPr sz="825" b="1" i="0">
                <a:solidFill>
                  <a:srgbClr val="FF654F"/>
                </a:solidFill>
                <a:latin typeface="Helvetica"/>
                <a:ea typeface="Helvetica"/>
                <a:cs typeface="Helvetica"/>
              </a:defRPr>
            </a:pPr>
            <a:r>
              <a:rPr sz="825" b="1" i="0">
                <a:solidFill>
                  <a:srgbClr val="FF654F"/>
                </a:solidFill>
                <a:latin typeface="Helvetica"/>
                <a:ea typeface="Helvetica"/>
                <a:cs typeface="Helvetica"/>
              </a:rPr>
              <a:t>03</a:t>
            </a:r>
          </a:p>
        </p:txBody>
      </p:sp>
      <p:sp>
        <p:nvSpPr>
          <p:cNvPr id="14" name="">
            <a:extLst xmlns:a="http://schemas.openxmlformats.org/drawingml/2006/main">
              <a:ext uri="{FF2B5EF4-FFF2-40B4-BE49-F238E27FC236}">
                <a16:creationId xmlns:a16="http://schemas.microsoft.com/office/drawing/2014/main" id="{391D4DDA-6565-4A64-9D55-285592A05959}"/>
              </a:ext>
            </a:extLst>
          </p:cNvPr>
          <p:cNvSpPr>
            <a:spLocks xmlns:a="http://schemas.openxmlformats.org/drawingml/2006/main" noGrp="1"/>
          </p:cNvSpPr>
          <p:nvPr/>
        </p:nvSpPr>
        <p:spPr>
          <a:xfrm xmlns:a="http://schemas.openxmlformats.org/drawingml/2006/main">
            <a:off x="7191375" y="38481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C8B7E8"/>
                </a:solidFill>
                <a:latin typeface="Helvetica"/>
                <a:ea typeface="Helvetica"/>
                <a:cs typeface="Helvetica"/>
              </a:defRPr>
            </a:defPPr>
            <a:lvl1pPr algn="l">
              <a:defRPr sz="750" b="1" i="0">
                <a:solidFill>
                  <a:srgbClr val="C8B7E8"/>
                </a:solidFill>
                <a:latin typeface="Helvetica"/>
                <a:ea typeface="Helvetica"/>
                <a:cs typeface="Helvetica"/>
              </a:defRPr>
            </a:lvl1pPr>
            <a:lvl2pPr algn="l">
              <a:defRPr sz="750" b="1" i="0">
                <a:solidFill>
                  <a:srgbClr val="C8B7E8"/>
                </a:solidFill>
                <a:latin typeface="Helvetica"/>
                <a:ea typeface="Helvetica"/>
                <a:cs typeface="Helvetica"/>
              </a:defRPr>
            </a:lvl2pPr>
            <a:lvl3pPr algn="l">
              <a:defRPr sz="750" b="1" i="0">
                <a:solidFill>
                  <a:srgbClr val="C8B7E8"/>
                </a:solidFill>
                <a:latin typeface="Helvetica"/>
                <a:ea typeface="Helvetica"/>
                <a:cs typeface="Helvetica"/>
              </a:defRPr>
            </a:lvl3pPr>
            <a:lvl4pPr algn="l">
              <a:defRPr sz="750" b="1" i="0">
                <a:solidFill>
                  <a:srgbClr val="C8B7E8"/>
                </a:solidFill>
                <a:latin typeface="Helvetica"/>
                <a:ea typeface="Helvetica"/>
                <a:cs typeface="Helvetica"/>
              </a:defRPr>
            </a:lvl4pPr>
            <a:lvl5pPr algn="l">
              <a:defRPr sz="750" b="1" i="0">
                <a:solidFill>
                  <a:srgbClr val="C8B7E8"/>
                </a:solidFill>
                <a:latin typeface="Helvetica"/>
                <a:ea typeface="Helvetica"/>
                <a:cs typeface="Helvetica"/>
              </a:defRPr>
            </a:lvl5pPr>
            <a:lvl6pPr algn="l">
              <a:defRPr sz="750" b="1" i="0">
                <a:solidFill>
                  <a:srgbClr val="C8B7E8"/>
                </a:solidFill>
                <a:latin typeface="Helvetica"/>
                <a:ea typeface="Helvetica"/>
                <a:cs typeface="Helvetica"/>
              </a:defRPr>
            </a:lvl6pPr>
            <a:lvl7pPr algn="l">
              <a:defRPr sz="750" b="1" i="0">
                <a:solidFill>
                  <a:srgbClr val="C8B7E8"/>
                </a:solidFill>
                <a:latin typeface="Helvetica"/>
                <a:ea typeface="Helvetica"/>
                <a:cs typeface="Helvetica"/>
              </a:defRPr>
            </a:lvl7pPr>
            <a:lvl8pPr algn="l">
              <a:defRPr sz="750" b="1" i="0">
                <a:solidFill>
                  <a:srgbClr val="C8B7E8"/>
                </a:solidFill>
                <a:latin typeface="Helvetica"/>
                <a:ea typeface="Helvetica"/>
                <a:cs typeface="Helvetica"/>
              </a:defRPr>
            </a:lvl8pPr>
            <a:lvl9pPr algn="l">
              <a:defRPr sz="750" b="1" i="0">
                <a:solidFill>
                  <a:srgbClr val="C8B7E8"/>
                </a:solidFill>
                <a:latin typeface="Helvetica"/>
                <a:ea typeface="Helvetica"/>
                <a:cs typeface="Helvetica"/>
              </a:defRPr>
            </a:lvl9pPr>
          </a:lstStyle>
          <a:p xmlns:a="http://schemas.openxmlformats.org/drawingml/2006/main">
            <a:pPr algn="l">
              <a:defRPr sz="750" b="1" i="0">
                <a:solidFill>
                  <a:srgbClr val="C8B7E8"/>
                </a:solidFill>
                <a:latin typeface="Helvetica"/>
                <a:ea typeface="Helvetica"/>
                <a:cs typeface="Helvetica"/>
              </a:defRPr>
            </a:pPr>
            <a:r>
              <a:rPr sz="750" b="1" i="0">
                <a:solidFill>
                  <a:srgbClr val="C8B7E8"/>
                </a:solidFill>
                <a:latin typeface="Helvetica"/>
                <a:ea typeface="Helvetica"/>
                <a:cs typeface="Helvetica"/>
              </a:rPr>
              <a:t>OBSERVABLE</a:t>
            </a:r>
          </a:p>
        </p:txBody>
      </p:sp>
      <p:sp>
        <p:nvSpPr>
          <p:cNvPr id="15" name="">
            <a:extLst xmlns:a="http://schemas.openxmlformats.org/drawingml/2006/main">
              <a:ext uri="{FF2B5EF4-FFF2-40B4-BE49-F238E27FC236}">
                <a16:creationId xmlns:a16="http://schemas.microsoft.com/office/drawing/2014/main" id="{29185C37-AA77-4366-AB56-6479B98DFE34}"/>
              </a:ext>
            </a:extLst>
          </p:cNvPr>
          <p:cNvSpPr>
            <a:spLocks xmlns:a="http://schemas.openxmlformats.org/drawingml/2006/main" noGrp="1"/>
          </p:cNvSpPr>
          <p:nvPr/>
        </p:nvSpPr>
        <p:spPr>
          <a:xfrm xmlns:a="http://schemas.openxmlformats.org/drawingml/2006/main">
            <a:off x="7191375" y="41148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FFFDFC"/>
                </a:solidFill>
                <a:latin typeface="Helvetica"/>
                <a:ea typeface="Helvetica"/>
                <a:cs typeface="Helvetica"/>
              </a:defRPr>
            </a:defPPr>
            <a:lvl1pPr algn="l">
              <a:defRPr sz="1425" b="1" i="0">
                <a:solidFill>
                  <a:srgbClr val="FFFDFC"/>
                </a:solidFill>
                <a:latin typeface="Helvetica"/>
                <a:ea typeface="Helvetica"/>
                <a:cs typeface="Helvetica"/>
              </a:defRPr>
            </a:lvl1pPr>
            <a:lvl2pPr algn="l">
              <a:defRPr sz="1425" b="1" i="0">
                <a:solidFill>
                  <a:srgbClr val="FFFDFC"/>
                </a:solidFill>
                <a:latin typeface="Helvetica"/>
                <a:ea typeface="Helvetica"/>
                <a:cs typeface="Helvetica"/>
              </a:defRPr>
            </a:lvl2pPr>
            <a:lvl3pPr algn="l">
              <a:defRPr sz="1425" b="1" i="0">
                <a:solidFill>
                  <a:srgbClr val="FFFDFC"/>
                </a:solidFill>
                <a:latin typeface="Helvetica"/>
                <a:ea typeface="Helvetica"/>
                <a:cs typeface="Helvetica"/>
              </a:defRPr>
            </a:lvl3pPr>
            <a:lvl4pPr algn="l">
              <a:defRPr sz="1425" b="1" i="0">
                <a:solidFill>
                  <a:srgbClr val="FFFDFC"/>
                </a:solidFill>
                <a:latin typeface="Helvetica"/>
                <a:ea typeface="Helvetica"/>
                <a:cs typeface="Helvetica"/>
              </a:defRPr>
            </a:lvl4pPr>
            <a:lvl5pPr algn="l">
              <a:defRPr sz="1425" b="1" i="0">
                <a:solidFill>
                  <a:srgbClr val="FFFDFC"/>
                </a:solidFill>
                <a:latin typeface="Helvetica"/>
                <a:ea typeface="Helvetica"/>
                <a:cs typeface="Helvetica"/>
              </a:defRPr>
            </a:lvl5pPr>
            <a:lvl6pPr algn="l">
              <a:defRPr sz="1425" b="1" i="0">
                <a:solidFill>
                  <a:srgbClr val="FFFDFC"/>
                </a:solidFill>
                <a:latin typeface="Helvetica"/>
                <a:ea typeface="Helvetica"/>
                <a:cs typeface="Helvetica"/>
              </a:defRPr>
            </a:lvl6pPr>
            <a:lvl7pPr algn="l">
              <a:defRPr sz="1425" b="1" i="0">
                <a:solidFill>
                  <a:srgbClr val="FFFDFC"/>
                </a:solidFill>
                <a:latin typeface="Helvetica"/>
                <a:ea typeface="Helvetica"/>
                <a:cs typeface="Helvetica"/>
              </a:defRPr>
            </a:lvl7pPr>
            <a:lvl8pPr algn="l">
              <a:defRPr sz="1425" b="1" i="0">
                <a:solidFill>
                  <a:srgbClr val="FFFDFC"/>
                </a:solidFill>
                <a:latin typeface="Helvetica"/>
                <a:ea typeface="Helvetica"/>
                <a:cs typeface="Helvetica"/>
              </a:defRPr>
            </a:lvl8pPr>
            <a:lvl9pPr algn="l">
              <a:defRPr sz="1425" b="1" i="0">
                <a:solidFill>
                  <a:srgbClr val="FFFDFC"/>
                </a:solidFill>
                <a:latin typeface="Helvetica"/>
                <a:ea typeface="Helvetica"/>
                <a:cs typeface="Helvetica"/>
              </a:defRPr>
            </a:lvl9pPr>
          </a:lstStyle>
          <a:p xmlns:a="http://schemas.openxmlformats.org/drawingml/2006/main">
            <a:pPr algn="l">
              <a:defRPr sz="1425" b="1" i="0">
                <a:solidFill>
                  <a:srgbClr val="FFFDFC"/>
                </a:solidFill>
                <a:latin typeface="Helvetica"/>
                <a:ea typeface="Helvetica"/>
                <a:cs typeface="Helvetica"/>
              </a:defRPr>
            </a:pPr>
            <a:r>
              <a:rPr sz="1425" b="1" i="0">
                <a:solidFill>
                  <a:srgbClr val="FFFDFC"/>
                </a:solidFill>
                <a:latin typeface="Helvetica"/>
                <a:ea typeface="Helvetica"/>
                <a:cs typeface="Helvetica"/>
              </a:rPr>
              <a:t>Show what progress means</a:t>
            </a:r>
          </a:p>
        </p:txBody>
      </p:sp>
      <p:sp>
        <p:nvSpPr>
          <p:cNvPr id="16" name="">
            <a:extLst xmlns:a="http://schemas.openxmlformats.org/drawingml/2006/main">
              <a:ext uri="{FF2B5EF4-FFF2-40B4-BE49-F238E27FC236}">
                <a16:creationId xmlns:a16="http://schemas.microsoft.com/office/drawing/2014/main" id="{CFBCE5FC-42A7-4ECA-8B2F-ABFCD840E284}"/>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505D0D1B-BB35-4387-8CEB-EFE33CC4D5BE}"/>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FFFDFC"/>
                </a:solidFill>
                <a:latin typeface="Helvetica"/>
                <a:ea typeface="Helvetica"/>
                <a:cs typeface="Helvetica"/>
              </a:defRPr>
            </a:defPPr>
            <a:lvl1pPr algn="l">
              <a:defRPr sz="1200" b="1" i="0">
                <a:solidFill>
                  <a:srgbClr val="FFFDFC"/>
                </a:solidFill>
                <a:latin typeface="Helvetica"/>
                <a:ea typeface="Helvetica"/>
                <a:cs typeface="Helvetica"/>
              </a:defRPr>
            </a:lvl1pPr>
            <a:lvl2pPr algn="l">
              <a:defRPr sz="1200" b="1" i="0">
                <a:solidFill>
                  <a:srgbClr val="FFFDFC"/>
                </a:solidFill>
                <a:latin typeface="Helvetica"/>
                <a:ea typeface="Helvetica"/>
                <a:cs typeface="Helvetica"/>
              </a:defRPr>
            </a:lvl2pPr>
            <a:lvl3pPr algn="l">
              <a:defRPr sz="1200" b="1" i="0">
                <a:solidFill>
                  <a:srgbClr val="FFFDFC"/>
                </a:solidFill>
                <a:latin typeface="Helvetica"/>
                <a:ea typeface="Helvetica"/>
                <a:cs typeface="Helvetica"/>
              </a:defRPr>
            </a:lvl3pPr>
            <a:lvl4pPr algn="l">
              <a:defRPr sz="1200" b="1" i="0">
                <a:solidFill>
                  <a:srgbClr val="FFFDFC"/>
                </a:solidFill>
                <a:latin typeface="Helvetica"/>
                <a:ea typeface="Helvetica"/>
                <a:cs typeface="Helvetica"/>
              </a:defRPr>
            </a:lvl4pPr>
            <a:lvl5pPr algn="l">
              <a:defRPr sz="1200" b="1" i="0">
                <a:solidFill>
                  <a:srgbClr val="FFFDFC"/>
                </a:solidFill>
                <a:latin typeface="Helvetica"/>
                <a:ea typeface="Helvetica"/>
                <a:cs typeface="Helvetica"/>
              </a:defRPr>
            </a:lvl5pPr>
            <a:lvl6pPr algn="l">
              <a:defRPr sz="1200" b="1" i="0">
                <a:solidFill>
                  <a:srgbClr val="FFFDFC"/>
                </a:solidFill>
                <a:latin typeface="Helvetica"/>
                <a:ea typeface="Helvetica"/>
                <a:cs typeface="Helvetica"/>
              </a:defRPr>
            </a:lvl6pPr>
            <a:lvl7pPr algn="l">
              <a:defRPr sz="1200" b="1" i="0">
                <a:solidFill>
                  <a:srgbClr val="FFFDFC"/>
                </a:solidFill>
                <a:latin typeface="Helvetica"/>
                <a:ea typeface="Helvetica"/>
                <a:cs typeface="Helvetica"/>
              </a:defRPr>
            </a:lvl7pPr>
            <a:lvl8pPr algn="l">
              <a:defRPr sz="1200" b="1" i="0">
                <a:solidFill>
                  <a:srgbClr val="FFFDFC"/>
                </a:solidFill>
                <a:latin typeface="Helvetica"/>
                <a:ea typeface="Helvetica"/>
                <a:cs typeface="Helvetica"/>
              </a:defRPr>
            </a:lvl8pPr>
            <a:lvl9pPr algn="l">
              <a:defRPr sz="1200" b="1" i="0">
                <a:solidFill>
                  <a:srgbClr val="FFFDFC"/>
                </a:solidFill>
                <a:latin typeface="Helvetica"/>
                <a:ea typeface="Helvetica"/>
                <a:cs typeface="Helvetica"/>
              </a:defRPr>
            </a:lvl9pPr>
          </a:lstStyle>
          <a:p xmlns:a="http://schemas.openxmlformats.org/drawingml/2006/main">
            <a:pPr algn="l">
              <a:defRPr sz="1200" b="1" i="0">
                <a:solidFill>
                  <a:srgbClr val="FFFDFC"/>
                </a:solidFill>
                <a:latin typeface="Helvetica"/>
                <a:ea typeface="Helvetica"/>
                <a:cs typeface="Helvetica"/>
              </a:defRPr>
            </a:pPr>
            <a:r>
              <a:rPr sz="1200" b="1" i="0">
                <a:solidFill>
                  <a:srgbClr val="FFFDFC"/>
                </a:solidFill>
                <a:latin typeface="Helvetica"/>
                <a:ea typeface="Helvetica"/>
                <a:cs typeface="Helvetica"/>
              </a:rPr>
              <a:t>Decision proof can make KatKin's scientific ambition commercially useful.</a:t>
            </a:r>
          </a:p>
        </p:txBody>
      </p:sp>
      <p:sp>
        <p:nvSpPr>
          <p:cNvPr id="18" name="">
            <a:extLst xmlns:a="http://schemas.openxmlformats.org/drawingml/2006/main">
              <a:ext uri="{FF2B5EF4-FFF2-40B4-BE49-F238E27FC236}">
                <a16:creationId xmlns:a16="http://schemas.microsoft.com/office/drawing/2014/main" id="{1CA1920C-AC6E-4B0D-BE58-370FC1DF216F}"/>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C8B7E8"/>
                </a:solidFill>
                <a:latin typeface="Helvetica"/>
                <a:ea typeface="Helvetica"/>
                <a:cs typeface="Helvetica"/>
              </a:defRPr>
            </a:defPPr>
            <a:lvl1pPr algn="l">
              <a:defRPr sz="825" b="1" i="0">
                <a:solidFill>
                  <a:srgbClr val="C8B7E8"/>
                </a:solidFill>
                <a:latin typeface="Helvetica"/>
                <a:ea typeface="Helvetica"/>
                <a:cs typeface="Helvetica"/>
              </a:defRPr>
            </a:lvl1pPr>
            <a:lvl2pPr algn="l">
              <a:defRPr sz="825" b="1" i="0">
                <a:solidFill>
                  <a:srgbClr val="C8B7E8"/>
                </a:solidFill>
                <a:latin typeface="Helvetica"/>
                <a:ea typeface="Helvetica"/>
                <a:cs typeface="Helvetica"/>
              </a:defRPr>
            </a:lvl2pPr>
            <a:lvl3pPr algn="l">
              <a:defRPr sz="825" b="1" i="0">
                <a:solidFill>
                  <a:srgbClr val="C8B7E8"/>
                </a:solidFill>
                <a:latin typeface="Helvetica"/>
                <a:ea typeface="Helvetica"/>
                <a:cs typeface="Helvetica"/>
              </a:defRPr>
            </a:lvl3pPr>
            <a:lvl4pPr algn="l">
              <a:defRPr sz="825" b="1" i="0">
                <a:solidFill>
                  <a:srgbClr val="C8B7E8"/>
                </a:solidFill>
                <a:latin typeface="Helvetica"/>
                <a:ea typeface="Helvetica"/>
                <a:cs typeface="Helvetica"/>
              </a:defRPr>
            </a:lvl4pPr>
            <a:lvl5pPr algn="l">
              <a:defRPr sz="825" b="1" i="0">
                <a:solidFill>
                  <a:srgbClr val="C8B7E8"/>
                </a:solidFill>
                <a:latin typeface="Helvetica"/>
                <a:ea typeface="Helvetica"/>
                <a:cs typeface="Helvetica"/>
              </a:defRPr>
            </a:lvl5pPr>
            <a:lvl6pPr algn="l">
              <a:defRPr sz="825" b="1" i="0">
                <a:solidFill>
                  <a:srgbClr val="C8B7E8"/>
                </a:solidFill>
                <a:latin typeface="Helvetica"/>
                <a:ea typeface="Helvetica"/>
                <a:cs typeface="Helvetica"/>
              </a:defRPr>
            </a:lvl6pPr>
            <a:lvl7pPr algn="l">
              <a:defRPr sz="825" b="1" i="0">
                <a:solidFill>
                  <a:srgbClr val="C8B7E8"/>
                </a:solidFill>
                <a:latin typeface="Helvetica"/>
                <a:ea typeface="Helvetica"/>
                <a:cs typeface="Helvetica"/>
              </a:defRPr>
            </a:lvl7pPr>
            <a:lvl8pPr algn="l">
              <a:defRPr sz="825" b="1" i="0">
                <a:solidFill>
                  <a:srgbClr val="C8B7E8"/>
                </a:solidFill>
                <a:latin typeface="Helvetica"/>
                <a:ea typeface="Helvetica"/>
                <a:cs typeface="Helvetica"/>
              </a:defRPr>
            </a:lvl8pPr>
            <a:lvl9pPr algn="l">
              <a:defRPr sz="825" b="1" i="0">
                <a:solidFill>
                  <a:srgbClr val="C8B7E8"/>
                </a:solidFill>
                <a:latin typeface="Helvetica"/>
                <a:ea typeface="Helvetica"/>
                <a:cs typeface="Helvetica"/>
              </a:defRPr>
            </a:lvl9pPr>
          </a:lstStyle>
          <a:p xmlns:a="http://schemas.openxmlformats.org/drawingml/2006/main">
            <a:pPr algn="l">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SOURCES: T1</a:t>
            </a:r>
          </a:p>
        </p:txBody>
      </p:sp>
      <p:sp>
        <p:nvSpPr>
          <p:cNvPr id="19" name="">
            <a:extLst xmlns:a="http://schemas.openxmlformats.org/drawingml/2006/main">
              <a:ext uri="{FF2B5EF4-FFF2-40B4-BE49-F238E27FC236}">
                <a16:creationId xmlns:a16="http://schemas.microsoft.com/office/drawing/2014/main" id="{F9086C55-47CA-40CF-A36B-CAD73B0DA52E}"/>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C8B7E8"/>
                </a:solidFill>
                <a:latin typeface="Helvetica"/>
                <a:ea typeface="Helvetica"/>
                <a:cs typeface="Helvetica"/>
              </a:defRPr>
            </a:defPPr>
            <a:lvl1pPr algn="r">
              <a:defRPr sz="825" b="1" i="0">
                <a:solidFill>
                  <a:srgbClr val="C8B7E8"/>
                </a:solidFill>
                <a:latin typeface="Helvetica"/>
                <a:ea typeface="Helvetica"/>
                <a:cs typeface="Helvetica"/>
              </a:defRPr>
            </a:lvl1pPr>
            <a:lvl2pPr algn="r">
              <a:defRPr sz="825" b="1" i="0">
                <a:solidFill>
                  <a:srgbClr val="C8B7E8"/>
                </a:solidFill>
                <a:latin typeface="Helvetica"/>
                <a:ea typeface="Helvetica"/>
                <a:cs typeface="Helvetica"/>
              </a:defRPr>
            </a:lvl2pPr>
            <a:lvl3pPr algn="r">
              <a:defRPr sz="825" b="1" i="0">
                <a:solidFill>
                  <a:srgbClr val="C8B7E8"/>
                </a:solidFill>
                <a:latin typeface="Helvetica"/>
                <a:ea typeface="Helvetica"/>
                <a:cs typeface="Helvetica"/>
              </a:defRPr>
            </a:lvl3pPr>
            <a:lvl4pPr algn="r">
              <a:defRPr sz="825" b="1" i="0">
                <a:solidFill>
                  <a:srgbClr val="C8B7E8"/>
                </a:solidFill>
                <a:latin typeface="Helvetica"/>
                <a:ea typeface="Helvetica"/>
                <a:cs typeface="Helvetica"/>
              </a:defRPr>
            </a:lvl4pPr>
            <a:lvl5pPr algn="r">
              <a:defRPr sz="825" b="1" i="0">
                <a:solidFill>
                  <a:srgbClr val="C8B7E8"/>
                </a:solidFill>
                <a:latin typeface="Helvetica"/>
                <a:ea typeface="Helvetica"/>
                <a:cs typeface="Helvetica"/>
              </a:defRPr>
            </a:lvl5pPr>
            <a:lvl6pPr algn="r">
              <a:defRPr sz="825" b="1" i="0">
                <a:solidFill>
                  <a:srgbClr val="C8B7E8"/>
                </a:solidFill>
                <a:latin typeface="Helvetica"/>
                <a:ea typeface="Helvetica"/>
                <a:cs typeface="Helvetica"/>
              </a:defRPr>
            </a:lvl6pPr>
            <a:lvl7pPr algn="r">
              <a:defRPr sz="825" b="1" i="0">
                <a:solidFill>
                  <a:srgbClr val="C8B7E8"/>
                </a:solidFill>
                <a:latin typeface="Helvetica"/>
                <a:ea typeface="Helvetica"/>
                <a:cs typeface="Helvetica"/>
              </a:defRPr>
            </a:lvl7pPr>
            <a:lvl8pPr algn="r">
              <a:defRPr sz="825" b="1" i="0">
                <a:solidFill>
                  <a:srgbClr val="C8B7E8"/>
                </a:solidFill>
                <a:latin typeface="Helvetica"/>
                <a:ea typeface="Helvetica"/>
                <a:cs typeface="Helvetica"/>
              </a:defRPr>
            </a:lvl8pPr>
            <a:lvl9pPr algn="r">
              <a:defRPr sz="825" b="1" i="0">
                <a:solidFill>
                  <a:srgbClr val="C8B7E8"/>
                </a:solidFill>
                <a:latin typeface="Helvetica"/>
                <a:ea typeface="Helvetica"/>
                <a:cs typeface="Helvetica"/>
              </a:defRPr>
            </a:lvl9pPr>
          </a:lstStyle>
          <a:p xmlns:a="http://schemas.openxmlformats.org/drawingml/2006/main">
            <a:pPr algn="r">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PROPOSED CREATIVE TERRITORY</a:t>
            </a:r>
          </a:p>
        </p:txBody>
      </p:sp>
      <p:sp>
        <p:nvSpPr>
          <p:cNvPr id="20" name="">
            <a:extLst xmlns:a="http://schemas.openxmlformats.org/drawingml/2006/main">
              <a:ext uri="{FF2B5EF4-FFF2-40B4-BE49-F238E27FC236}">
                <a16:creationId xmlns:a16="http://schemas.microsoft.com/office/drawing/2014/main" id="{234BBE83-8717-4F83-93CD-B1680DB5C465}"/>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C8B7E8"/>
                </a:solidFill>
                <a:latin typeface="Helvetica"/>
                <a:ea typeface="Helvetica"/>
                <a:cs typeface="Helvetica"/>
              </a:defRPr>
            </a:defPPr>
            <a:lvl1pPr algn="l">
              <a:defRPr sz="675" b="1" i="0">
                <a:solidFill>
                  <a:srgbClr val="C8B7E8"/>
                </a:solidFill>
                <a:latin typeface="Helvetica"/>
                <a:ea typeface="Helvetica"/>
                <a:cs typeface="Helvetica"/>
              </a:defRPr>
            </a:lvl1pPr>
            <a:lvl2pPr algn="l">
              <a:defRPr sz="675" b="1" i="0">
                <a:solidFill>
                  <a:srgbClr val="C8B7E8"/>
                </a:solidFill>
                <a:latin typeface="Helvetica"/>
                <a:ea typeface="Helvetica"/>
                <a:cs typeface="Helvetica"/>
              </a:defRPr>
            </a:lvl2pPr>
            <a:lvl3pPr algn="l">
              <a:defRPr sz="675" b="1" i="0">
                <a:solidFill>
                  <a:srgbClr val="C8B7E8"/>
                </a:solidFill>
                <a:latin typeface="Helvetica"/>
                <a:ea typeface="Helvetica"/>
                <a:cs typeface="Helvetica"/>
              </a:defRPr>
            </a:lvl3pPr>
            <a:lvl4pPr algn="l">
              <a:defRPr sz="675" b="1" i="0">
                <a:solidFill>
                  <a:srgbClr val="C8B7E8"/>
                </a:solidFill>
                <a:latin typeface="Helvetica"/>
                <a:ea typeface="Helvetica"/>
                <a:cs typeface="Helvetica"/>
              </a:defRPr>
            </a:lvl4pPr>
            <a:lvl5pPr algn="l">
              <a:defRPr sz="675" b="1" i="0">
                <a:solidFill>
                  <a:srgbClr val="C8B7E8"/>
                </a:solidFill>
                <a:latin typeface="Helvetica"/>
                <a:ea typeface="Helvetica"/>
                <a:cs typeface="Helvetica"/>
              </a:defRPr>
            </a:lvl5pPr>
            <a:lvl6pPr algn="l">
              <a:defRPr sz="675" b="1" i="0">
                <a:solidFill>
                  <a:srgbClr val="C8B7E8"/>
                </a:solidFill>
                <a:latin typeface="Helvetica"/>
                <a:ea typeface="Helvetica"/>
                <a:cs typeface="Helvetica"/>
              </a:defRPr>
            </a:lvl6pPr>
            <a:lvl7pPr algn="l">
              <a:defRPr sz="675" b="1" i="0">
                <a:solidFill>
                  <a:srgbClr val="C8B7E8"/>
                </a:solidFill>
                <a:latin typeface="Helvetica"/>
                <a:ea typeface="Helvetica"/>
                <a:cs typeface="Helvetica"/>
              </a:defRPr>
            </a:lvl7pPr>
            <a:lvl8pPr algn="l">
              <a:defRPr sz="675" b="1" i="0">
                <a:solidFill>
                  <a:srgbClr val="C8B7E8"/>
                </a:solidFill>
                <a:latin typeface="Helvetica"/>
                <a:ea typeface="Helvetica"/>
                <a:cs typeface="Helvetica"/>
              </a:defRPr>
            </a:lvl8pPr>
            <a:lvl9pPr algn="l">
              <a:defRPr sz="675" b="1" i="0">
                <a:solidFill>
                  <a:srgbClr val="C8B7E8"/>
                </a:solidFill>
                <a:latin typeface="Helvetica"/>
                <a:ea typeface="Helvetica"/>
                <a:cs typeface="Helvetica"/>
              </a:defRPr>
            </a:lvl9pPr>
          </a:lstStyle>
          <a:p xmlns:a="http://schemas.openxmlformats.org/drawingml/2006/main">
            <a:pPr algn="l">
              <a:defRPr sz="675" b="1" i="0">
                <a:solidFill>
                  <a:srgbClr val="C8B7E8"/>
                </a:solidFill>
                <a:latin typeface="Helvetica"/>
                <a:ea typeface="Helvetica"/>
                <a:cs typeface="Helvetica"/>
              </a:defRPr>
            </a:pPr>
            <a:r>
              <a:rPr sz="675" b="1" i="0">
                <a:solidFill>
                  <a:srgbClr val="C8B7E8"/>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8339B88C-F471-419D-B283-E40B12C71D21}"/>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C8B7E8"/>
                </a:solidFill>
                <a:latin typeface="Helvetica"/>
                <a:ea typeface="Helvetica"/>
                <a:cs typeface="Helvetica"/>
              </a:defRPr>
            </a:defPPr>
            <a:lvl1pPr algn="r">
              <a:defRPr sz="675" b="0" i="0">
                <a:solidFill>
                  <a:srgbClr val="C8B7E8"/>
                </a:solidFill>
                <a:latin typeface="Helvetica"/>
                <a:ea typeface="Helvetica"/>
                <a:cs typeface="Helvetica"/>
              </a:defRPr>
            </a:lvl1pPr>
            <a:lvl2pPr algn="r">
              <a:defRPr sz="675" b="0" i="0">
                <a:solidFill>
                  <a:srgbClr val="C8B7E8"/>
                </a:solidFill>
                <a:latin typeface="Helvetica"/>
                <a:ea typeface="Helvetica"/>
                <a:cs typeface="Helvetica"/>
              </a:defRPr>
            </a:lvl2pPr>
            <a:lvl3pPr algn="r">
              <a:defRPr sz="675" b="0" i="0">
                <a:solidFill>
                  <a:srgbClr val="C8B7E8"/>
                </a:solidFill>
                <a:latin typeface="Helvetica"/>
                <a:ea typeface="Helvetica"/>
                <a:cs typeface="Helvetica"/>
              </a:defRPr>
            </a:lvl3pPr>
            <a:lvl4pPr algn="r">
              <a:defRPr sz="675" b="0" i="0">
                <a:solidFill>
                  <a:srgbClr val="C8B7E8"/>
                </a:solidFill>
                <a:latin typeface="Helvetica"/>
                <a:ea typeface="Helvetica"/>
                <a:cs typeface="Helvetica"/>
              </a:defRPr>
            </a:lvl4pPr>
            <a:lvl5pPr algn="r">
              <a:defRPr sz="675" b="0" i="0">
                <a:solidFill>
                  <a:srgbClr val="C8B7E8"/>
                </a:solidFill>
                <a:latin typeface="Helvetica"/>
                <a:ea typeface="Helvetica"/>
                <a:cs typeface="Helvetica"/>
              </a:defRPr>
            </a:lvl5pPr>
            <a:lvl6pPr algn="r">
              <a:defRPr sz="675" b="0" i="0">
                <a:solidFill>
                  <a:srgbClr val="C8B7E8"/>
                </a:solidFill>
                <a:latin typeface="Helvetica"/>
                <a:ea typeface="Helvetica"/>
                <a:cs typeface="Helvetica"/>
              </a:defRPr>
            </a:lvl6pPr>
            <a:lvl7pPr algn="r">
              <a:defRPr sz="675" b="0" i="0">
                <a:solidFill>
                  <a:srgbClr val="C8B7E8"/>
                </a:solidFill>
                <a:latin typeface="Helvetica"/>
                <a:ea typeface="Helvetica"/>
                <a:cs typeface="Helvetica"/>
              </a:defRPr>
            </a:lvl7pPr>
            <a:lvl8pPr algn="r">
              <a:defRPr sz="675" b="0" i="0">
                <a:solidFill>
                  <a:srgbClr val="C8B7E8"/>
                </a:solidFill>
                <a:latin typeface="Helvetica"/>
                <a:ea typeface="Helvetica"/>
                <a:cs typeface="Helvetica"/>
              </a:defRPr>
            </a:lvl8pPr>
            <a:lvl9pPr algn="r">
              <a:defRPr sz="675" b="0" i="0">
                <a:solidFill>
                  <a:srgbClr val="C8B7E8"/>
                </a:solidFill>
                <a:latin typeface="Helvetica"/>
                <a:ea typeface="Helvetica"/>
                <a:cs typeface="Helvetica"/>
              </a:defRPr>
            </a:lvl9pPr>
          </a:lstStyle>
          <a:p xmlns:a="http://schemas.openxmlformats.org/drawingml/2006/main">
            <a:pPr algn="r">
              <a:defRPr sz="675" b="0" i="0">
                <a:solidFill>
                  <a:srgbClr val="C8B7E8"/>
                </a:solidFill>
                <a:latin typeface="Helvetica"/>
                <a:ea typeface="Helvetica"/>
                <a:cs typeface="Helvetica"/>
              </a:defRPr>
            </a:pPr>
            <a:r>
              <a:rPr sz="675" b="0" i="0">
                <a:solidFill>
                  <a:srgbClr val="C8B7E8"/>
                </a:solidFill>
                <a:latin typeface="Helvetica"/>
                <a:ea typeface="Helvetica"/>
                <a:cs typeface="Helvetica"/>
              </a:rPr>
              <a:t>27 / 30</a:t>
            </a:r>
          </a:p>
        </p:txBody>
      </p:sp>
    </p:spTree>
    <p:extLst>
      <p:ext uri="{BB962C8B-B14F-4D97-AF65-F5344CB8AC3E}">
        <p14:creationId xmlns:p14="http://schemas.microsoft.com/office/powerpoint/2010/main" val="520194088"/>
      </p:ext>
    </p:extLst>
  </p:cSld>
</p:sld>
</file>

<file path=ppt/slides/slide28.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870D1E3-D2A6-46D2-A0FA-1413CF5DBA1B}"/>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6 / IMPLEMENTATION + MEASUREMENT</a:t>
            </a:r>
          </a:p>
        </p:txBody>
      </p:sp>
      <p:sp>
        <p:nvSpPr>
          <p:cNvPr id="2" name="">
            <a:extLst xmlns:a="http://schemas.openxmlformats.org/drawingml/2006/main">
              <a:ext uri="{FF2B5EF4-FFF2-40B4-BE49-F238E27FC236}">
                <a16:creationId xmlns:a16="http://schemas.microsoft.com/office/drawing/2014/main" id="{C1FE4349-588A-4953-97C1-5FF4A393F179}"/>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Growth Priorities / 90-Day Activation Plan</a:t>
            </a:r>
          </a:p>
        </p:txBody>
      </p:sp>
      <p:sp>
        <p:nvSpPr>
          <p:cNvPr id="3" name="">
            <a:extLst xmlns:a="http://schemas.openxmlformats.org/drawingml/2006/main">
              <a:ext uri="{FF2B5EF4-FFF2-40B4-BE49-F238E27FC236}">
                <a16:creationId xmlns:a16="http://schemas.microsoft.com/office/drawing/2014/main" id="{7F00483F-A6F7-415F-AC2E-05AB3B4D703E}"/>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A124441E-EB70-4A22-9B63-F43A0FA8FA4C}"/>
              </a:ext>
            </a:extLst>
          </p:cNvPr>
          <p:cNvSpPr>
            <a:spLocks xmlns:a="http://schemas.openxmlformats.org/drawingml/2006/main" noGrp="1"/>
          </p:cNvSpPr>
          <p:nvPr/>
        </p:nvSpPr>
        <p:spPr>
          <a:xfrm xmlns:a="http://schemas.openxmlformats.org/drawingml/2006/main">
            <a:off x="685800" y="1857375"/>
            <a:ext cx="3238500" cy="3000375"/>
          </a:xfrm>
          <a:prstGeom xmlns:a="http://schemas.openxmlformats.org/drawingml/2006/main" prst="roundRect">
            <a:avLst>
              <a:gd name="adj" fmla="val 2540"/>
            </a:avLst>
          </a:prstGeom>
          <a:solidFill xmlns:a="http://schemas.openxmlformats.org/drawingml/2006/main">
            <a:srgbClr val="261A31"/>
          </a:solidFill>
          <a:ln xmlns:a="http://schemas.openxmlformats.org/drawingml/2006/main" w="0">
            <a:solidFill>
              <a:srgbClr val="261A31"/>
            </a:solidFill>
          </a:ln>
        </p:spPr>
      </p:sp>
      <p:sp>
        <p:nvSpPr>
          <p:cNvPr id="5" name="">
            <a:extLst xmlns:a="http://schemas.openxmlformats.org/drawingml/2006/main">
              <a:ext uri="{FF2B5EF4-FFF2-40B4-BE49-F238E27FC236}">
                <a16:creationId xmlns:a16="http://schemas.microsoft.com/office/drawing/2014/main" id="{D98FA820-A3A0-4A38-9F70-35553096FA30}"/>
              </a:ext>
            </a:extLst>
          </p:cNvPr>
          <p:cNvSpPr>
            <a:spLocks xmlns:a="http://schemas.openxmlformats.org/drawingml/2006/main" noGrp="1"/>
          </p:cNvSpPr>
          <p:nvPr/>
        </p:nvSpPr>
        <p:spPr>
          <a:xfrm xmlns:a="http://schemas.openxmlformats.org/drawingml/2006/main">
            <a:off x="914400" y="2133600"/>
            <a:ext cx="2781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PHASE 1</a:t>
            </a:r>
          </a:p>
        </p:txBody>
      </p:sp>
      <p:sp>
        <p:nvSpPr>
          <p:cNvPr id="6" name="">
            <a:extLst xmlns:a="http://schemas.openxmlformats.org/drawingml/2006/main">
              <a:ext uri="{FF2B5EF4-FFF2-40B4-BE49-F238E27FC236}">
                <a16:creationId xmlns:a16="http://schemas.microsoft.com/office/drawing/2014/main" id="{40FB5FAF-512D-4F23-B5C5-508D899C036D}"/>
              </a:ext>
            </a:extLst>
          </p:cNvPr>
          <p:cNvSpPr>
            <a:spLocks xmlns:a="http://schemas.openxmlformats.org/drawingml/2006/main" noGrp="1"/>
          </p:cNvSpPr>
          <p:nvPr/>
        </p:nvSpPr>
        <p:spPr>
          <a:xfrm xmlns:a="http://schemas.openxmlformats.org/drawingml/2006/main">
            <a:off x="914400" y="2647950"/>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FFFDFC"/>
                </a:solidFill>
                <a:latin typeface="Helvetica"/>
                <a:ea typeface="Helvetica"/>
                <a:cs typeface="Helvetica"/>
              </a:defRPr>
            </a:defPPr>
            <a:lvl1pPr algn="l">
              <a:defRPr sz="2025" b="1" i="0">
                <a:solidFill>
                  <a:srgbClr val="FFFDFC"/>
                </a:solidFill>
                <a:latin typeface="Helvetica"/>
                <a:ea typeface="Helvetica"/>
                <a:cs typeface="Helvetica"/>
              </a:defRPr>
            </a:lvl1pPr>
            <a:lvl2pPr algn="l">
              <a:defRPr sz="2025" b="1" i="0">
                <a:solidFill>
                  <a:srgbClr val="FFFDFC"/>
                </a:solidFill>
                <a:latin typeface="Helvetica"/>
                <a:ea typeface="Helvetica"/>
                <a:cs typeface="Helvetica"/>
              </a:defRPr>
            </a:lvl2pPr>
            <a:lvl3pPr algn="l">
              <a:defRPr sz="2025" b="1" i="0">
                <a:solidFill>
                  <a:srgbClr val="FFFDFC"/>
                </a:solidFill>
                <a:latin typeface="Helvetica"/>
                <a:ea typeface="Helvetica"/>
                <a:cs typeface="Helvetica"/>
              </a:defRPr>
            </a:lvl3pPr>
            <a:lvl4pPr algn="l">
              <a:defRPr sz="2025" b="1" i="0">
                <a:solidFill>
                  <a:srgbClr val="FFFDFC"/>
                </a:solidFill>
                <a:latin typeface="Helvetica"/>
                <a:ea typeface="Helvetica"/>
                <a:cs typeface="Helvetica"/>
              </a:defRPr>
            </a:lvl4pPr>
            <a:lvl5pPr algn="l">
              <a:defRPr sz="2025" b="1" i="0">
                <a:solidFill>
                  <a:srgbClr val="FFFDFC"/>
                </a:solidFill>
                <a:latin typeface="Helvetica"/>
                <a:ea typeface="Helvetica"/>
                <a:cs typeface="Helvetica"/>
              </a:defRPr>
            </a:lvl5pPr>
            <a:lvl6pPr algn="l">
              <a:defRPr sz="2025" b="1" i="0">
                <a:solidFill>
                  <a:srgbClr val="FFFDFC"/>
                </a:solidFill>
                <a:latin typeface="Helvetica"/>
                <a:ea typeface="Helvetica"/>
                <a:cs typeface="Helvetica"/>
              </a:defRPr>
            </a:lvl6pPr>
            <a:lvl7pPr algn="l">
              <a:defRPr sz="2025" b="1" i="0">
                <a:solidFill>
                  <a:srgbClr val="FFFDFC"/>
                </a:solidFill>
                <a:latin typeface="Helvetica"/>
                <a:ea typeface="Helvetica"/>
                <a:cs typeface="Helvetica"/>
              </a:defRPr>
            </a:lvl7pPr>
            <a:lvl8pPr algn="l">
              <a:defRPr sz="2025" b="1" i="0">
                <a:solidFill>
                  <a:srgbClr val="FFFDFC"/>
                </a:solidFill>
                <a:latin typeface="Helvetica"/>
                <a:ea typeface="Helvetica"/>
                <a:cs typeface="Helvetica"/>
              </a:defRPr>
            </a:lvl8pPr>
            <a:lvl9pPr algn="l">
              <a:defRPr sz="2025" b="1" i="0">
                <a:solidFill>
                  <a:srgbClr val="FFFDFC"/>
                </a:solidFill>
                <a:latin typeface="Helvetica"/>
                <a:ea typeface="Helvetica"/>
                <a:cs typeface="Helvetica"/>
              </a:defRPr>
            </a:lvl9pPr>
          </a:lstStyle>
          <a:p xmlns:a="http://schemas.openxmlformats.org/drawingml/2006/main">
            <a:pPr algn="l">
              <a:defRPr sz="2025" b="1" i="0">
                <a:solidFill>
                  <a:srgbClr val="FFFDFC"/>
                </a:solidFill>
                <a:latin typeface="Helvetica"/>
                <a:ea typeface="Helvetica"/>
                <a:cs typeface="Helvetica"/>
              </a:defRPr>
            </a:pPr>
            <a:r>
              <a:rPr sz="2025" b="1" i="0">
                <a:solidFill>
                  <a:srgbClr val="FFFDFC"/>
                </a:solidFill>
                <a:latin typeface="Helvetica"/>
                <a:ea typeface="Helvetica"/>
                <a:cs typeface="Helvetica"/>
              </a:rPr>
              <a:t>Frame</a:t>
            </a:r>
          </a:p>
        </p:txBody>
      </p:sp>
      <p:sp>
        <p:nvSpPr>
          <p:cNvPr id="7" name="">
            <a:extLst xmlns:a="http://schemas.openxmlformats.org/drawingml/2006/main">
              <a:ext uri="{FF2B5EF4-FFF2-40B4-BE49-F238E27FC236}">
                <a16:creationId xmlns:a16="http://schemas.microsoft.com/office/drawing/2014/main" id="{7453305C-F454-4D5B-8E34-356B471EDF80}"/>
              </a:ext>
            </a:extLst>
          </p:cNvPr>
          <p:cNvSpPr>
            <a:spLocks xmlns:a="http://schemas.openxmlformats.org/drawingml/2006/main" noGrp="1"/>
          </p:cNvSpPr>
          <p:nvPr/>
        </p:nvSpPr>
        <p:spPr>
          <a:xfrm xmlns:a="http://schemas.openxmlformats.org/drawingml/2006/main">
            <a:off x="914400" y="3352800"/>
            <a:ext cx="2781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0" i="0">
                <a:solidFill>
                  <a:srgbClr val="FFFDFC"/>
                </a:solidFill>
                <a:latin typeface="Helvetica"/>
                <a:ea typeface="Helvetica"/>
                <a:cs typeface="Helvetica"/>
              </a:defRPr>
            </a:defPPr>
            <a:lvl1pPr algn="l">
              <a:defRPr sz="1350" b="0" i="0">
                <a:solidFill>
                  <a:srgbClr val="FFFDFC"/>
                </a:solidFill>
                <a:latin typeface="Helvetica"/>
                <a:ea typeface="Helvetica"/>
                <a:cs typeface="Helvetica"/>
              </a:defRPr>
            </a:lvl1pPr>
            <a:lvl2pPr algn="l">
              <a:defRPr sz="1350" b="0" i="0">
                <a:solidFill>
                  <a:srgbClr val="FFFDFC"/>
                </a:solidFill>
                <a:latin typeface="Helvetica"/>
                <a:ea typeface="Helvetica"/>
                <a:cs typeface="Helvetica"/>
              </a:defRPr>
            </a:lvl2pPr>
            <a:lvl3pPr algn="l">
              <a:defRPr sz="1350" b="0" i="0">
                <a:solidFill>
                  <a:srgbClr val="FFFDFC"/>
                </a:solidFill>
                <a:latin typeface="Helvetica"/>
                <a:ea typeface="Helvetica"/>
                <a:cs typeface="Helvetica"/>
              </a:defRPr>
            </a:lvl3pPr>
            <a:lvl4pPr algn="l">
              <a:defRPr sz="1350" b="0" i="0">
                <a:solidFill>
                  <a:srgbClr val="FFFDFC"/>
                </a:solidFill>
                <a:latin typeface="Helvetica"/>
                <a:ea typeface="Helvetica"/>
                <a:cs typeface="Helvetica"/>
              </a:defRPr>
            </a:lvl4pPr>
            <a:lvl5pPr algn="l">
              <a:defRPr sz="1350" b="0" i="0">
                <a:solidFill>
                  <a:srgbClr val="FFFDFC"/>
                </a:solidFill>
                <a:latin typeface="Helvetica"/>
                <a:ea typeface="Helvetica"/>
                <a:cs typeface="Helvetica"/>
              </a:defRPr>
            </a:lvl5pPr>
            <a:lvl6pPr algn="l">
              <a:defRPr sz="1350" b="0" i="0">
                <a:solidFill>
                  <a:srgbClr val="FFFDFC"/>
                </a:solidFill>
                <a:latin typeface="Helvetica"/>
                <a:ea typeface="Helvetica"/>
                <a:cs typeface="Helvetica"/>
              </a:defRPr>
            </a:lvl6pPr>
            <a:lvl7pPr algn="l">
              <a:defRPr sz="1350" b="0" i="0">
                <a:solidFill>
                  <a:srgbClr val="FFFDFC"/>
                </a:solidFill>
                <a:latin typeface="Helvetica"/>
                <a:ea typeface="Helvetica"/>
                <a:cs typeface="Helvetica"/>
              </a:defRPr>
            </a:lvl7pPr>
            <a:lvl8pPr algn="l">
              <a:defRPr sz="1350" b="0" i="0">
                <a:solidFill>
                  <a:srgbClr val="FFFDFC"/>
                </a:solidFill>
                <a:latin typeface="Helvetica"/>
                <a:ea typeface="Helvetica"/>
                <a:cs typeface="Helvetica"/>
              </a:defRPr>
            </a:lvl8pPr>
            <a:lvl9pPr algn="l">
              <a:defRPr sz="1350" b="0" i="0">
                <a:solidFill>
                  <a:srgbClr val="FFFDFC"/>
                </a:solidFill>
                <a:latin typeface="Helvetica"/>
                <a:ea typeface="Helvetica"/>
                <a:cs typeface="Helvetica"/>
              </a:defRPr>
            </a:lvl9pPr>
          </a:lstStyle>
          <a:p xmlns:a="http://schemas.openxmlformats.org/drawingml/2006/main">
            <a:pPr algn="l">
              <a:defRPr sz="1350" b="0" i="0">
                <a:solidFill>
                  <a:srgbClr val="FFFDFC"/>
                </a:solidFill>
                <a:latin typeface="Helvetica"/>
                <a:ea typeface="Helvetica"/>
                <a:cs typeface="Helvetica"/>
              </a:defRPr>
            </a:pPr>
            <a:r>
              <a:rPr sz="1350" b="0" i="0">
                <a:solidFill>
                  <a:srgbClr val="FFFDFC"/>
                </a:solidFill>
                <a:latin typeface="Helvetica"/>
                <a:ea typeface="Helvetica"/>
                <a:cs typeface="Helvetica"/>
              </a:rPr>
              <a:t>Align on the bounded choice</a:t>
            </a:r>
          </a:p>
        </p:txBody>
      </p:sp>
      <p:sp>
        <p:nvSpPr>
          <p:cNvPr id="8" name="">
            <a:extLst xmlns:a="http://schemas.openxmlformats.org/drawingml/2006/main">
              <a:ext uri="{FF2B5EF4-FFF2-40B4-BE49-F238E27FC236}">
                <a16:creationId xmlns:a16="http://schemas.microsoft.com/office/drawing/2014/main" id="{4A5E753C-5327-4D98-B49A-F1452A69FAB5}"/>
              </a:ext>
            </a:extLst>
          </p:cNvPr>
          <p:cNvSpPr>
            <a:spLocks xmlns:a="http://schemas.openxmlformats.org/drawingml/2006/main" noGrp="1"/>
          </p:cNvSpPr>
          <p:nvPr/>
        </p:nvSpPr>
        <p:spPr>
          <a:xfrm xmlns:a="http://schemas.openxmlformats.org/drawingml/2006/main">
            <a:off x="4362450" y="1857375"/>
            <a:ext cx="3238500" cy="3000375"/>
          </a:xfrm>
          <a:prstGeom xmlns:a="http://schemas.openxmlformats.org/drawingml/2006/main" prst="roundRect">
            <a:avLst>
              <a:gd name="adj" fmla="val 2540"/>
            </a:avLst>
          </a:prstGeom>
          <a:solidFill xmlns:a="http://schemas.openxmlformats.org/drawingml/2006/main">
            <a:srgbClr val="5A2E78"/>
          </a:solidFill>
          <a:ln xmlns:a="http://schemas.openxmlformats.org/drawingml/2006/main" w="0">
            <a:solidFill>
              <a:srgbClr val="5A2E78"/>
            </a:solidFill>
          </a:ln>
        </p:spPr>
      </p:sp>
      <p:sp>
        <p:nvSpPr>
          <p:cNvPr id="9" name="">
            <a:extLst xmlns:a="http://schemas.openxmlformats.org/drawingml/2006/main">
              <a:ext uri="{FF2B5EF4-FFF2-40B4-BE49-F238E27FC236}">
                <a16:creationId xmlns:a16="http://schemas.microsoft.com/office/drawing/2014/main" id="{BAE6C939-F163-40C1-9BD5-CD18DCC3E0ED}"/>
              </a:ext>
            </a:extLst>
          </p:cNvPr>
          <p:cNvSpPr>
            <a:spLocks xmlns:a="http://schemas.openxmlformats.org/drawingml/2006/main" noGrp="1"/>
          </p:cNvSpPr>
          <p:nvPr/>
        </p:nvSpPr>
        <p:spPr>
          <a:xfrm xmlns:a="http://schemas.openxmlformats.org/drawingml/2006/main">
            <a:off x="4591050" y="2133600"/>
            <a:ext cx="2781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PHASE 2</a:t>
            </a:r>
          </a:p>
        </p:txBody>
      </p:sp>
      <p:sp>
        <p:nvSpPr>
          <p:cNvPr id="10" name="">
            <a:extLst xmlns:a="http://schemas.openxmlformats.org/drawingml/2006/main">
              <a:ext uri="{FF2B5EF4-FFF2-40B4-BE49-F238E27FC236}">
                <a16:creationId xmlns:a16="http://schemas.microsoft.com/office/drawing/2014/main" id="{C0535112-6470-44A5-9CA3-82767F45537C}"/>
              </a:ext>
            </a:extLst>
          </p:cNvPr>
          <p:cNvSpPr>
            <a:spLocks xmlns:a="http://schemas.openxmlformats.org/drawingml/2006/main" noGrp="1"/>
          </p:cNvSpPr>
          <p:nvPr/>
        </p:nvSpPr>
        <p:spPr>
          <a:xfrm xmlns:a="http://schemas.openxmlformats.org/drawingml/2006/main">
            <a:off x="4591050" y="2647950"/>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FFFDFC"/>
                </a:solidFill>
                <a:latin typeface="Helvetica"/>
                <a:ea typeface="Helvetica"/>
                <a:cs typeface="Helvetica"/>
              </a:defRPr>
            </a:defPPr>
            <a:lvl1pPr algn="l">
              <a:defRPr sz="2025" b="1" i="0">
                <a:solidFill>
                  <a:srgbClr val="FFFDFC"/>
                </a:solidFill>
                <a:latin typeface="Helvetica"/>
                <a:ea typeface="Helvetica"/>
                <a:cs typeface="Helvetica"/>
              </a:defRPr>
            </a:lvl1pPr>
            <a:lvl2pPr algn="l">
              <a:defRPr sz="2025" b="1" i="0">
                <a:solidFill>
                  <a:srgbClr val="FFFDFC"/>
                </a:solidFill>
                <a:latin typeface="Helvetica"/>
                <a:ea typeface="Helvetica"/>
                <a:cs typeface="Helvetica"/>
              </a:defRPr>
            </a:lvl2pPr>
            <a:lvl3pPr algn="l">
              <a:defRPr sz="2025" b="1" i="0">
                <a:solidFill>
                  <a:srgbClr val="FFFDFC"/>
                </a:solidFill>
                <a:latin typeface="Helvetica"/>
                <a:ea typeface="Helvetica"/>
                <a:cs typeface="Helvetica"/>
              </a:defRPr>
            </a:lvl3pPr>
            <a:lvl4pPr algn="l">
              <a:defRPr sz="2025" b="1" i="0">
                <a:solidFill>
                  <a:srgbClr val="FFFDFC"/>
                </a:solidFill>
                <a:latin typeface="Helvetica"/>
                <a:ea typeface="Helvetica"/>
                <a:cs typeface="Helvetica"/>
              </a:defRPr>
            </a:lvl4pPr>
            <a:lvl5pPr algn="l">
              <a:defRPr sz="2025" b="1" i="0">
                <a:solidFill>
                  <a:srgbClr val="FFFDFC"/>
                </a:solidFill>
                <a:latin typeface="Helvetica"/>
                <a:ea typeface="Helvetica"/>
                <a:cs typeface="Helvetica"/>
              </a:defRPr>
            </a:lvl5pPr>
            <a:lvl6pPr algn="l">
              <a:defRPr sz="2025" b="1" i="0">
                <a:solidFill>
                  <a:srgbClr val="FFFDFC"/>
                </a:solidFill>
                <a:latin typeface="Helvetica"/>
                <a:ea typeface="Helvetica"/>
                <a:cs typeface="Helvetica"/>
              </a:defRPr>
            </a:lvl6pPr>
            <a:lvl7pPr algn="l">
              <a:defRPr sz="2025" b="1" i="0">
                <a:solidFill>
                  <a:srgbClr val="FFFDFC"/>
                </a:solidFill>
                <a:latin typeface="Helvetica"/>
                <a:ea typeface="Helvetica"/>
                <a:cs typeface="Helvetica"/>
              </a:defRPr>
            </a:lvl7pPr>
            <a:lvl8pPr algn="l">
              <a:defRPr sz="2025" b="1" i="0">
                <a:solidFill>
                  <a:srgbClr val="FFFDFC"/>
                </a:solidFill>
                <a:latin typeface="Helvetica"/>
                <a:ea typeface="Helvetica"/>
                <a:cs typeface="Helvetica"/>
              </a:defRPr>
            </a:lvl8pPr>
            <a:lvl9pPr algn="l">
              <a:defRPr sz="2025" b="1" i="0">
                <a:solidFill>
                  <a:srgbClr val="FFFDFC"/>
                </a:solidFill>
                <a:latin typeface="Helvetica"/>
                <a:ea typeface="Helvetica"/>
                <a:cs typeface="Helvetica"/>
              </a:defRPr>
            </a:lvl9pPr>
          </a:lstStyle>
          <a:p xmlns:a="http://schemas.openxmlformats.org/drawingml/2006/main">
            <a:pPr algn="l">
              <a:defRPr sz="2025" b="1" i="0">
                <a:solidFill>
                  <a:srgbClr val="FFFDFC"/>
                </a:solidFill>
                <a:latin typeface="Helvetica"/>
                <a:ea typeface="Helvetica"/>
                <a:cs typeface="Helvetica"/>
              </a:defRPr>
            </a:pPr>
            <a:r>
              <a:rPr sz="2025" b="1" i="0">
                <a:solidFill>
                  <a:srgbClr val="FFFDFC"/>
                </a:solidFill>
                <a:latin typeface="Helvetica"/>
                <a:ea typeface="Helvetica"/>
                <a:cs typeface="Helvetica"/>
              </a:rPr>
              <a:t>Prove</a:t>
            </a:r>
          </a:p>
        </p:txBody>
      </p:sp>
      <p:sp>
        <p:nvSpPr>
          <p:cNvPr id="11" name="">
            <a:extLst xmlns:a="http://schemas.openxmlformats.org/drawingml/2006/main">
              <a:ext uri="{FF2B5EF4-FFF2-40B4-BE49-F238E27FC236}">
                <a16:creationId xmlns:a16="http://schemas.microsoft.com/office/drawing/2014/main" id="{BDE9D6F0-2E5B-4E0B-BD90-BA119FF89E24}"/>
              </a:ext>
            </a:extLst>
          </p:cNvPr>
          <p:cNvSpPr>
            <a:spLocks xmlns:a="http://schemas.openxmlformats.org/drawingml/2006/main" noGrp="1"/>
          </p:cNvSpPr>
          <p:nvPr/>
        </p:nvSpPr>
        <p:spPr>
          <a:xfrm xmlns:a="http://schemas.openxmlformats.org/drawingml/2006/main">
            <a:off x="4591050" y="3352800"/>
            <a:ext cx="2781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0" i="0">
                <a:solidFill>
                  <a:srgbClr val="FFFDFC"/>
                </a:solidFill>
                <a:latin typeface="Helvetica"/>
                <a:ea typeface="Helvetica"/>
                <a:cs typeface="Helvetica"/>
              </a:defRPr>
            </a:defPPr>
            <a:lvl1pPr algn="l">
              <a:defRPr sz="1350" b="0" i="0">
                <a:solidFill>
                  <a:srgbClr val="FFFDFC"/>
                </a:solidFill>
                <a:latin typeface="Helvetica"/>
                <a:ea typeface="Helvetica"/>
                <a:cs typeface="Helvetica"/>
              </a:defRPr>
            </a:lvl1pPr>
            <a:lvl2pPr algn="l">
              <a:defRPr sz="1350" b="0" i="0">
                <a:solidFill>
                  <a:srgbClr val="FFFDFC"/>
                </a:solidFill>
                <a:latin typeface="Helvetica"/>
                <a:ea typeface="Helvetica"/>
                <a:cs typeface="Helvetica"/>
              </a:defRPr>
            </a:lvl2pPr>
            <a:lvl3pPr algn="l">
              <a:defRPr sz="1350" b="0" i="0">
                <a:solidFill>
                  <a:srgbClr val="FFFDFC"/>
                </a:solidFill>
                <a:latin typeface="Helvetica"/>
                <a:ea typeface="Helvetica"/>
                <a:cs typeface="Helvetica"/>
              </a:defRPr>
            </a:lvl3pPr>
            <a:lvl4pPr algn="l">
              <a:defRPr sz="1350" b="0" i="0">
                <a:solidFill>
                  <a:srgbClr val="FFFDFC"/>
                </a:solidFill>
                <a:latin typeface="Helvetica"/>
                <a:ea typeface="Helvetica"/>
                <a:cs typeface="Helvetica"/>
              </a:defRPr>
            </a:lvl4pPr>
            <a:lvl5pPr algn="l">
              <a:defRPr sz="1350" b="0" i="0">
                <a:solidFill>
                  <a:srgbClr val="FFFDFC"/>
                </a:solidFill>
                <a:latin typeface="Helvetica"/>
                <a:ea typeface="Helvetica"/>
                <a:cs typeface="Helvetica"/>
              </a:defRPr>
            </a:lvl5pPr>
            <a:lvl6pPr algn="l">
              <a:defRPr sz="1350" b="0" i="0">
                <a:solidFill>
                  <a:srgbClr val="FFFDFC"/>
                </a:solidFill>
                <a:latin typeface="Helvetica"/>
                <a:ea typeface="Helvetica"/>
                <a:cs typeface="Helvetica"/>
              </a:defRPr>
            </a:lvl6pPr>
            <a:lvl7pPr algn="l">
              <a:defRPr sz="1350" b="0" i="0">
                <a:solidFill>
                  <a:srgbClr val="FFFDFC"/>
                </a:solidFill>
                <a:latin typeface="Helvetica"/>
                <a:ea typeface="Helvetica"/>
                <a:cs typeface="Helvetica"/>
              </a:defRPr>
            </a:lvl7pPr>
            <a:lvl8pPr algn="l">
              <a:defRPr sz="1350" b="0" i="0">
                <a:solidFill>
                  <a:srgbClr val="FFFDFC"/>
                </a:solidFill>
                <a:latin typeface="Helvetica"/>
                <a:ea typeface="Helvetica"/>
                <a:cs typeface="Helvetica"/>
              </a:defRPr>
            </a:lvl8pPr>
            <a:lvl9pPr algn="l">
              <a:defRPr sz="1350" b="0" i="0">
                <a:solidFill>
                  <a:srgbClr val="FFFDFC"/>
                </a:solidFill>
                <a:latin typeface="Helvetica"/>
                <a:ea typeface="Helvetica"/>
                <a:cs typeface="Helvetica"/>
              </a:defRPr>
            </a:lvl9pPr>
          </a:lstStyle>
          <a:p xmlns:a="http://schemas.openxmlformats.org/drawingml/2006/main">
            <a:pPr algn="l">
              <a:defRPr sz="1350" b="0" i="0">
                <a:solidFill>
                  <a:srgbClr val="FFFDFC"/>
                </a:solidFill>
                <a:latin typeface="Helvetica"/>
                <a:ea typeface="Helvetica"/>
                <a:cs typeface="Helvetica"/>
              </a:defRPr>
            </a:pPr>
            <a:r>
              <a:rPr sz="1350" b="0" i="0">
                <a:solidFill>
                  <a:srgbClr val="FFFDFC"/>
                </a:solidFill>
                <a:latin typeface="Helvetica"/>
                <a:ea typeface="Helvetica"/>
                <a:cs typeface="Helvetica"/>
              </a:rPr>
              <a:t>Test the leading signals</a:t>
            </a:r>
          </a:p>
        </p:txBody>
      </p:sp>
      <p:sp>
        <p:nvSpPr>
          <p:cNvPr id="12" name="">
            <a:extLst xmlns:a="http://schemas.openxmlformats.org/drawingml/2006/main">
              <a:ext uri="{FF2B5EF4-FFF2-40B4-BE49-F238E27FC236}">
                <a16:creationId xmlns:a16="http://schemas.microsoft.com/office/drawing/2014/main" id="{82D36072-9643-41C2-89F2-CE69CF8FD38F}"/>
              </a:ext>
            </a:extLst>
          </p:cNvPr>
          <p:cNvSpPr>
            <a:spLocks xmlns:a="http://schemas.openxmlformats.org/drawingml/2006/main" noGrp="1"/>
          </p:cNvSpPr>
          <p:nvPr/>
        </p:nvSpPr>
        <p:spPr>
          <a:xfrm xmlns:a="http://schemas.openxmlformats.org/drawingml/2006/main">
            <a:off x="8039100" y="1857375"/>
            <a:ext cx="3238500" cy="3000375"/>
          </a:xfrm>
          <a:prstGeom xmlns:a="http://schemas.openxmlformats.org/drawingml/2006/main" prst="roundRect">
            <a:avLst>
              <a:gd name="adj" fmla="val 2540"/>
            </a:avLst>
          </a:prstGeom>
          <a:solidFill xmlns:a="http://schemas.openxmlformats.org/drawingml/2006/main">
            <a:srgbClr val="FF654F"/>
          </a:solidFill>
          <a:ln xmlns:a="http://schemas.openxmlformats.org/drawingml/2006/main" w="0">
            <a:solidFill>
              <a:srgbClr val="FF654F"/>
            </a:solidFill>
          </a:ln>
        </p:spPr>
      </p:sp>
      <p:sp>
        <p:nvSpPr>
          <p:cNvPr id="13" name="">
            <a:extLst xmlns:a="http://schemas.openxmlformats.org/drawingml/2006/main">
              <a:ext uri="{FF2B5EF4-FFF2-40B4-BE49-F238E27FC236}">
                <a16:creationId xmlns:a16="http://schemas.microsoft.com/office/drawing/2014/main" id="{F83185A0-F369-4194-94EC-FB932A8AB4AA}"/>
              </a:ext>
            </a:extLst>
          </p:cNvPr>
          <p:cNvSpPr>
            <a:spLocks xmlns:a="http://schemas.openxmlformats.org/drawingml/2006/main" noGrp="1"/>
          </p:cNvSpPr>
          <p:nvPr/>
        </p:nvSpPr>
        <p:spPr>
          <a:xfrm xmlns:a="http://schemas.openxmlformats.org/drawingml/2006/main">
            <a:off x="8267700" y="2133600"/>
            <a:ext cx="2781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FDFC"/>
                </a:solidFill>
                <a:latin typeface="Helvetica"/>
                <a:ea typeface="Helvetica"/>
                <a:cs typeface="Helvetica"/>
              </a:defRPr>
            </a:defPPr>
            <a:lvl1pPr algn="l">
              <a:defRPr sz="750" b="1" i="0">
                <a:solidFill>
                  <a:srgbClr val="FFFDFC"/>
                </a:solidFill>
                <a:latin typeface="Helvetica"/>
                <a:ea typeface="Helvetica"/>
                <a:cs typeface="Helvetica"/>
              </a:defRPr>
            </a:lvl1pPr>
            <a:lvl2pPr algn="l">
              <a:defRPr sz="750" b="1" i="0">
                <a:solidFill>
                  <a:srgbClr val="FFFDFC"/>
                </a:solidFill>
                <a:latin typeface="Helvetica"/>
                <a:ea typeface="Helvetica"/>
                <a:cs typeface="Helvetica"/>
              </a:defRPr>
            </a:lvl2pPr>
            <a:lvl3pPr algn="l">
              <a:defRPr sz="750" b="1" i="0">
                <a:solidFill>
                  <a:srgbClr val="FFFDFC"/>
                </a:solidFill>
                <a:latin typeface="Helvetica"/>
                <a:ea typeface="Helvetica"/>
                <a:cs typeface="Helvetica"/>
              </a:defRPr>
            </a:lvl3pPr>
            <a:lvl4pPr algn="l">
              <a:defRPr sz="750" b="1" i="0">
                <a:solidFill>
                  <a:srgbClr val="FFFDFC"/>
                </a:solidFill>
                <a:latin typeface="Helvetica"/>
                <a:ea typeface="Helvetica"/>
                <a:cs typeface="Helvetica"/>
              </a:defRPr>
            </a:lvl4pPr>
            <a:lvl5pPr algn="l">
              <a:defRPr sz="750" b="1" i="0">
                <a:solidFill>
                  <a:srgbClr val="FFFDFC"/>
                </a:solidFill>
                <a:latin typeface="Helvetica"/>
                <a:ea typeface="Helvetica"/>
                <a:cs typeface="Helvetica"/>
              </a:defRPr>
            </a:lvl5pPr>
            <a:lvl6pPr algn="l">
              <a:defRPr sz="750" b="1" i="0">
                <a:solidFill>
                  <a:srgbClr val="FFFDFC"/>
                </a:solidFill>
                <a:latin typeface="Helvetica"/>
                <a:ea typeface="Helvetica"/>
                <a:cs typeface="Helvetica"/>
              </a:defRPr>
            </a:lvl6pPr>
            <a:lvl7pPr algn="l">
              <a:defRPr sz="750" b="1" i="0">
                <a:solidFill>
                  <a:srgbClr val="FFFDFC"/>
                </a:solidFill>
                <a:latin typeface="Helvetica"/>
                <a:ea typeface="Helvetica"/>
                <a:cs typeface="Helvetica"/>
              </a:defRPr>
            </a:lvl7pPr>
            <a:lvl8pPr algn="l">
              <a:defRPr sz="750" b="1" i="0">
                <a:solidFill>
                  <a:srgbClr val="FFFDFC"/>
                </a:solidFill>
                <a:latin typeface="Helvetica"/>
                <a:ea typeface="Helvetica"/>
                <a:cs typeface="Helvetica"/>
              </a:defRPr>
            </a:lvl8pPr>
            <a:lvl9pPr algn="l">
              <a:defRPr sz="750" b="1" i="0">
                <a:solidFill>
                  <a:srgbClr val="FFFDFC"/>
                </a:solidFill>
                <a:latin typeface="Helvetica"/>
                <a:ea typeface="Helvetica"/>
                <a:cs typeface="Helvetica"/>
              </a:defRPr>
            </a:lvl9pPr>
          </a:lstStyle>
          <a:p xmlns:a="http://schemas.openxmlformats.org/drawingml/2006/main">
            <a:pPr algn="l">
              <a:defRPr sz="750" b="1" i="0">
                <a:solidFill>
                  <a:srgbClr val="FFFDFC"/>
                </a:solidFill>
                <a:latin typeface="Helvetica"/>
                <a:ea typeface="Helvetica"/>
                <a:cs typeface="Helvetica"/>
              </a:defRPr>
            </a:pPr>
            <a:r>
              <a:rPr sz="750" b="1" i="0">
                <a:solidFill>
                  <a:srgbClr val="FFFDFC"/>
                </a:solidFill>
                <a:latin typeface="Helvetica"/>
                <a:ea typeface="Helvetica"/>
                <a:cs typeface="Helvetica"/>
              </a:rPr>
              <a:t>PHASE 3</a:t>
            </a:r>
          </a:p>
        </p:txBody>
      </p:sp>
      <p:sp>
        <p:nvSpPr>
          <p:cNvPr id="14" name="">
            <a:extLst xmlns:a="http://schemas.openxmlformats.org/drawingml/2006/main">
              <a:ext uri="{FF2B5EF4-FFF2-40B4-BE49-F238E27FC236}">
                <a16:creationId xmlns:a16="http://schemas.microsoft.com/office/drawing/2014/main" id="{5976875B-82CE-4223-A83A-8166E29FFA00}"/>
              </a:ext>
            </a:extLst>
          </p:cNvPr>
          <p:cNvSpPr>
            <a:spLocks xmlns:a="http://schemas.openxmlformats.org/drawingml/2006/main" noGrp="1"/>
          </p:cNvSpPr>
          <p:nvPr/>
        </p:nvSpPr>
        <p:spPr>
          <a:xfrm xmlns:a="http://schemas.openxmlformats.org/drawingml/2006/main">
            <a:off x="8267700" y="2647950"/>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i="0">
                <a:solidFill>
                  <a:srgbClr val="FFFDFC"/>
                </a:solidFill>
                <a:latin typeface="Helvetica"/>
                <a:ea typeface="Helvetica"/>
                <a:cs typeface="Helvetica"/>
              </a:defRPr>
            </a:defPPr>
            <a:lvl1pPr algn="l">
              <a:defRPr sz="2025" b="1" i="0">
                <a:solidFill>
                  <a:srgbClr val="FFFDFC"/>
                </a:solidFill>
                <a:latin typeface="Helvetica"/>
                <a:ea typeface="Helvetica"/>
                <a:cs typeface="Helvetica"/>
              </a:defRPr>
            </a:lvl1pPr>
            <a:lvl2pPr algn="l">
              <a:defRPr sz="2025" b="1" i="0">
                <a:solidFill>
                  <a:srgbClr val="FFFDFC"/>
                </a:solidFill>
                <a:latin typeface="Helvetica"/>
                <a:ea typeface="Helvetica"/>
                <a:cs typeface="Helvetica"/>
              </a:defRPr>
            </a:lvl2pPr>
            <a:lvl3pPr algn="l">
              <a:defRPr sz="2025" b="1" i="0">
                <a:solidFill>
                  <a:srgbClr val="FFFDFC"/>
                </a:solidFill>
                <a:latin typeface="Helvetica"/>
                <a:ea typeface="Helvetica"/>
                <a:cs typeface="Helvetica"/>
              </a:defRPr>
            </a:lvl3pPr>
            <a:lvl4pPr algn="l">
              <a:defRPr sz="2025" b="1" i="0">
                <a:solidFill>
                  <a:srgbClr val="FFFDFC"/>
                </a:solidFill>
                <a:latin typeface="Helvetica"/>
                <a:ea typeface="Helvetica"/>
                <a:cs typeface="Helvetica"/>
              </a:defRPr>
            </a:lvl4pPr>
            <a:lvl5pPr algn="l">
              <a:defRPr sz="2025" b="1" i="0">
                <a:solidFill>
                  <a:srgbClr val="FFFDFC"/>
                </a:solidFill>
                <a:latin typeface="Helvetica"/>
                <a:ea typeface="Helvetica"/>
                <a:cs typeface="Helvetica"/>
              </a:defRPr>
            </a:lvl5pPr>
            <a:lvl6pPr algn="l">
              <a:defRPr sz="2025" b="1" i="0">
                <a:solidFill>
                  <a:srgbClr val="FFFDFC"/>
                </a:solidFill>
                <a:latin typeface="Helvetica"/>
                <a:ea typeface="Helvetica"/>
                <a:cs typeface="Helvetica"/>
              </a:defRPr>
            </a:lvl6pPr>
            <a:lvl7pPr algn="l">
              <a:defRPr sz="2025" b="1" i="0">
                <a:solidFill>
                  <a:srgbClr val="FFFDFC"/>
                </a:solidFill>
                <a:latin typeface="Helvetica"/>
                <a:ea typeface="Helvetica"/>
                <a:cs typeface="Helvetica"/>
              </a:defRPr>
            </a:lvl7pPr>
            <a:lvl8pPr algn="l">
              <a:defRPr sz="2025" b="1" i="0">
                <a:solidFill>
                  <a:srgbClr val="FFFDFC"/>
                </a:solidFill>
                <a:latin typeface="Helvetica"/>
                <a:ea typeface="Helvetica"/>
                <a:cs typeface="Helvetica"/>
              </a:defRPr>
            </a:lvl8pPr>
            <a:lvl9pPr algn="l">
              <a:defRPr sz="2025" b="1" i="0">
                <a:solidFill>
                  <a:srgbClr val="FFFDFC"/>
                </a:solidFill>
                <a:latin typeface="Helvetica"/>
                <a:ea typeface="Helvetica"/>
                <a:cs typeface="Helvetica"/>
              </a:defRPr>
            </a:lvl9pPr>
          </a:lstStyle>
          <a:p xmlns:a="http://schemas.openxmlformats.org/drawingml/2006/main">
            <a:pPr algn="l">
              <a:defRPr sz="2025" b="1" i="0">
                <a:solidFill>
                  <a:srgbClr val="FFFDFC"/>
                </a:solidFill>
                <a:latin typeface="Helvetica"/>
                <a:ea typeface="Helvetica"/>
                <a:cs typeface="Helvetica"/>
              </a:defRPr>
            </a:pPr>
            <a:r>
              <a:rPr sz="2025" b="1" i="0">
                <a:solidFill>
                  <a:srgbClr val="FFFDFC"/>
                </a:solidFill>
                <a:latin typeface="Helvetica"/>
                <a:ea typeface="Helvetica"/>
                <a:cs typeface="Helvetica"/>
              </a:rPr>
              <a:t>Scale</a:t>
            </a:r>
          </a:p>
        </p:txBody>
      </p:sp>
      <p:sp>
        <p:nvSpPr>
          <p:cNvPr id="15" name="">
            <a:extLst xmlns:a="http://schemas.openxmlformats.org/drawingml/2006/main">
              <a:ext uri="{FF2B5EF4-FFF2-40B4-BE49-F238E27FC236}">
                <a16:creationId xmlns:a16="http://schemas.microsoft.com/office/drawing/2014/main" id="{CC363E93-97AB-48F0-8507-8FDDB195F666}"/>
              </a:ext>
            </a:extLst>
          </p:cNvPr>
          <p:cNvSpPr>
            <a:spLocks xmlns:a="http://schemas.openxmlformats.org/drawingml/2006/main" noGrp="1"/>
          </p:cNvSpPr>
          <p:nvPr/>
        </p:nvSpPr>
        <p:spPr>
          <a:xfrm xmlns:a="http://schemas.openxmlformats.org/drawingml/2006/main">
            <a:off x="8267700" y="3352800"/>
            <a:ext cx="2781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0" i="0">
                <a:solidFill>
                  <a:srgbClr val="FFFDFC"/>
                </a:solidFill>
                <a:latin typeface="Helvetica"/>
                <a:ea typeface="Helvetica"/>
                <a:cs typeface="Helvetica"/>
              </a:defRPr>
            </a:defPPr>
            <a:lvl1pPr algn="l">
              <a:defRPr sz="1350" b="0" i="0">
                <a:solidFill>
                  <a:srgbClr val="FFFDFC"/>
                </a:solidFill>
                <a:latin typeface="Helvetica"/>
                <a:ea typeface="Helvetica"/>
                <a:cs typeface="Helvetica"/>
              </a:defRPr>
            </a:lvl1pPr>
            <a:lvl2pPr algn="l">
              <a:defRPr sz="1350" b="0" i="0">
                <a:solidFill>
                  <a:srgbClr val="FFFDFC"/>
                </a:solidFill>
                <a:latin typeface="Helvetica"/>
                <a:ea typeface="Helvetica"/>
                <a:cs typeface="Helvetica"/>
              </a:defRPr>
            </a:lvl2pPr>
            <a:lvl3pPr algn="l">
              <a:defRPr sz="1350" b="0" i="0">
                <a:solidFill>
                  <a:srgbClr val="FFFDFC"/>
                </a:solidFill>
                <a:latin typeface="Helvetica"/>
                <a:ea typeface="Helvetica"/>
                <a:cs typeface="Helvetica"/>
              </a:defRPr>
            </a:lvl3pPr>
            <a:lvl4pPr algn="l">
              <a:defRPr sz="1350" b="0" i="0">
                <a:solidFill>
                  <a:srgbClr val="FFFDFC"/>
                </a:solidFill>
                <a:latin typeface="Helvetica"/>
                <a:ea typeface="Helvetica"/>
                <a:cs typeface="Helvetica"/>
              </a:defRPr>
            </a:lvl4pPr>
            <a:lvl5pPr algn="l">
              <a:defRPr sz="1350" b="0" i="0">
                <a:solidFill>
                  <a:srgbClr val="FFFDFC"/>
                </a:solidFill>
                <a:latin typeface="Helvetica"/>
                <a:ea typeface="Helvetica"/>
                <a:cs typeface="Helvetica"/>
              </a:defRPr>
            </a:lvl5pPr>
            <a:lvl6pPr algn="l">
              <a:defRPr sz="1350" b="0" i="0">
                <a:solidFill>
                  <a:srgbClr val="FFFDFC"/>
                </a:solidFill>
                <a:latin typeface="Helvetica"/>
                <a:ea typeface="Helvetica"/>
                <a:cs typeface="Helvetica"/>
              </a:defRPr>
            </a:lvl6pPr>
            <a:lvl7pPr algn="l">
              <a:defRPr sz="1350" b="0" i="0">
                <a:solidFill>
                  <a:srgbClr val="FFFDFC"/>
                </a:solidFill>
                <a:latin typeface="Helvetica"/>
                <a:ea typeface="Helvetica"/>
                <a:cs typeface="Helvetica"/>
              </a:defRPr>
            </a:lvl7pPr>
            <a:lvl8pPr algn="l">
              <a:defRPr sz="1350" b="0" i="0">
                <a:solidFill>
                  <a:srgbClr val="FFFDFC"/>
                </a:solidFill>
                <a:latin typeface="Helvetica"/>
                <a:ea typeface="Helvetica"/>
                <a:cs typeface="Helvetica"/>
              </a:defRPr>
            </a:lvl8pPr>
            <a:lvl9pPr algn="l">
              <a:defRPr sz="1350" b="0" i="0">
                <a:solidFill>
                  <a:srgbClr val="FFFDFC"/>
                </a:solidFill>
                <a:latin typeface="Helvetica"/>
                <a:ea typeface="Helvetica"/>
                <a:cs typeface="Helvetica"/>
              </a:defRPr>
            </a:lvl9pPr>
          </a:lstStyle>
          <a:p xmlns:a="http://schemas.openxmlformats.org/drawingml/2006/main">
            <a:pPr algn="l">
              <a:defRPr sz="1350" b="0" i="0">
                <a:solidFill>
                  <a:srgbClr val="FFFDFC"/>
                </a:solidFill>
                <a:latin typeface="Helvetica"/>
                <a:ea typeface="Helvetica"/>
                <a:cs typeface="Helvetica"/>
              </a:defRPr>
            </a:pPr>
            <a:r>
              <a:rPr sz="1350" b="0" i="0">
                <a:solidFill>
                  <a:srgbClr val="FFFDFC"/>
                </a:solidFill>
                <a:latin typeface="Helvetica"/>
                <a:ea typeface="Helvetica"/>
                <a:cs typeface="Helvetica"/>
              </a:rPr>
              <a:t>Invest after evidence moves</a:t>
            </a:r>
          </a:p>
        </p:txBody>
      </p:sp>
      <p:sp>
        <p:nvSpPr>
          <p:cNvPr id="16" name="">
            <a:extLst xmlns:a="http://schemas.openxmlformats.org/drawingml/2006/main">
              <a:ext uri="{FF2B5EF4-FFF2-40B4-BE49-F238E27FC236}">
                <a16:creationId xmlns:a16="http://schemas.microsoft.com/office/drawing/2014/main" id="{03575813-C86D-40E4-96AF-2BA8C45BA0E8}"/>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7" name="">
            <a:extLst xmlns:a="http://schemas.openxmlformats.org/drawingml/2006/main">
              <a:ext uri="{FF2B5EF4-FFF2-40B4-BE49-F238E27FC236}">
                <a16:creationId xmlns:a16="http://schemas.microsoft.com/office/drawing/2014/main" id="{96986097-B366-431D-9DDD-E9598B0AB726}"/>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Start with a capped, reversible test and a separate claims audit.</a:t>
            </a:r>
          </a:p>
        </p:txBody>
      </p:sp>
      <p:sp>
        <p:nvSpPr>
          <p:cNvPr id="18" name="">
            <a:extLst xmlns:a="http://schemas.openxmlformats.org/drawingml/2006/main">
              <a:ext uri="{FF2B5EF4-FFF2-40B4-BE49-F238E27FC236}">
                <a16:creationId xmlns:a16="http://schemas.microsoft.com/office/drawing/2014/main" id="{DEF10AF8-817C-4387-8286-8173709E183E}"/>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K2, K9</a:t>
            </a:r>
          </a:p>
        </p:txBody>
      </p:sp>
      <p:sp>
        <p:nvSpPr>
          <p:cNvPr id="19" name="">
            <a:extLst xmlns:a="http://schemas.openxmlformats.org/drawingml/2006/main">
              <a:ext uri="{FF2B5EF4-FFF2-40B4-BE49-F238E27FC236}">
                <a16:creationId xmlns:a16="http://schemas.microsoft.com/office/drawing/2014/main" id="{AF7DE4FD-4D2E-42E5-84EA-54D089765BEF}"/>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ASSUMPTION + VERIFIED EXTERNAL</a:t>
            </a:r>
          </a:p>
        </p:txBody>
      </p:sp>
      <p:sp>
        <p:nvSpPr>
          <p:cNvPr id="20" name="">
            <a:extLst xmlns:a="http://schemas.openxmlformats.org/drawingml/2006/main">
              <a:ext uri="{FF2B5EF4-FFF2-40B4-BE49-F238E27FC236}">
                <a16:creationId xmlns:a16="http://schemas.microsoft.com/office/drawing/2014/main" id="{02851763-CDE1-43D8-AFCF-3F7BBCB7ADD5}"/>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1" name="">
            <a:extLst xmlns:a="http://schemas.openxmlformats.org/drawingml/2006/main">
              <a:ext uri="{FF2B5EF4-FFF2-40B4-BE49-F238E27FC236}">
                <a16:creationId xmlns:a16="http://schemas.microsoft.com/office/drawing/2014/main" id="{434AED13-D6F6-44D3-947B-524CF14F52F7}"/>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28 / 30</a:t>
            </a:r>
          </a:p>
        </p:txBody>
      </p:sp>
    </p:spTree>
    <p:extLst>
      <p:ext uri="{BB962C8B-B14F-4D97-AF65-F5344CB8AC3E}">
        <p14:creationId xmlns:p14="http://schemas.microsoft.com/office/powerpoint/2010/main" val="1147540711"/>
      </p:ext>
    </p:extLst>
  </p:cSld>
</p:sld>
</file>

<file path=ppt/slides/slide29.xml><?xml version="1.0" encoding="utf-8"?>
<p:sld xmlns:p="http://schemas.openxmlformats.org/presentationml/2006/main">
  <p:cSld>
    <p:bg>
      <p:bgPr>
        <a:solidFill xmlns:a="http://schemas.openxmlformats.org/drawingml/2006/main">
          <a:srgbClr val="F6F0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B2E2AAC-E563-45DA-B669-0652A178693B}"/>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6 / IMPLEMENTATION + MEASUREMENT</a:t>
            </a:r>
          </a:p>
        </p:txBody>
      </p:sp>
      <p:sp>
        <p:nvSpPr>
          <p:cNvPr id="2" name="">
            <a:extLst xmlns:a="http://schemas.openxmlformats.org/drawingml/2006/main">
              <a:ext uri="{FF2B5EF4-FFF2-40B4-BE49-F238E27FC236}">
                <a16:creationId xmlns:a16="http://schemas.microsoft.com/office/drawing/2014/main" id="{4DA3656F-7F42-4F19-AC40-4D8570A87442}"/>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15121B"/>
                </a:solidFill>
                <a:latin typeface="Helvetica"/>
                <a:ea typeface="Helvetica"/>
                <a:cs typeface="Helvetica"/>
              </a:defRPr>
            </a:defPPr>
            <a:lvl1pPr algn="l">
              <a:defRPr sz="2325" b="1" i="0">
                <a:solidFill>
                  <a:srgbClr val="15121B"/>
                </a:solidFill>
                <a:latin typeface="Helvetica"/>
                <a:ea typeface="Helvetica"/>
                <a:cs typeface="Helvetica"/>
              </a:defRPr>
            </a:lvl1pPr>
            <a:lvl2pPr algn="l">
              <a:defRPr sz="2325" b="1" i="0">
                <a:solidFill>
                  <a:srgbClr val="15121B"/>
                </a:solidFill>
                <a:latin typeface="Helvetica"/>
                <a:ea typeface="Helvetica"/>
                <a:cs typeface="Helvetica"/>
              </a:defRPr>
            </a:lvl2pPr>
            <a:lvl3pPr algn="l">
              <a:defRPr sz="2325" b="1" i="0">
                <a:solidFill>
                  <a:srgbClr val="15121B"/>
                </a:solidFill>
                <a:latin typeface="Helvetica"/>
                <a:ea typeface="Helvetica"/>
                <a:cs typeface="Helvetica"/>
              </a:defRPr>
            </a:lvl3pPr>
            <a:lvl4pPr algn="l">
              <a:defRPr sz="2325" b="1" i="0">
                <a:solidFill>
                  <a:srgbClr val="15121B"/>
                </a:solidFill>
                <a:latin typeface="Helvetica"/>
                <a:ea typeface="Helvetica"/>
                <a:cs typeface="Helvetica"/>
              </a:defRPr>
            </a:lvl4pPr>
            <a:lvl5pPr algn="l">
              <a:defRPr sz="2325" b="1" i="0">
                <a:solidFill>
                  <a:srgbClr val="15121B"/>
                </a:solidFill>
                <a:latin typeface="Helvetica"/>
                <a:ea typeface="Helvetica"/>
                <a:cs typeface="Helvetica"/>
              </a:defRPr>
            </a:lvl5pPr>
            <a:lvl6pPr algn="l">
              <a:defRPr sz="2325" b="1" i="0">
                <a:solidFill>
                  <a:srgbClr val="15121B"/>
                </a:solidFill>
                <a:latin typeface="Helvetica"/>
                <a:ea typeface="Helvetica"/>
                <a:cs typeface="Helvetica"/>
              </a:defRPr>
            </a:lvl6pPr>
            <a:lvl7pPr algn="l">
              <a:defRPr sz="2325" b="1" i="0">
                <a:solidFill>
                  <a:srgbClr val="15121B"/>
                </a:solidFill>
                <a:latin typeface="Helvetica"/>
                <a:ea typeface="Helvetica"/>
                <a:cs typeface="Helvetica"/>
              </a:defRPr>
            </a:lvl7pPr>
            <a:lvl8pPr algn="l">
              <a:defRPr sz="2325" b="1" i="0">
                <a:solidFill>
                  <a:srgbClr val="15121B"/>
                </a:solidFill>
                <a:latin typeface="Helvetica"/>
                <a:ea typeface="Helvetica"/>
                <a:cs typeface="Helvetica"/>
              </a:defRPr>
            </a:lvl8pPr>
            <a:lvl9pPr algn="l">
              <a:defRPr sz="2325" b="1" i="0">
                <a:solidFill>
                  <a:srgbClr val="15121B"/>
                </a:solidFill>
                <a:latin typeface="Helvetica"/>
                <a:ea typeface="Helvetica"/>
                <a:cs typeface="Helvetica"/>
              </a:defRPr>
            </a:lvl9pPr>
          </a:lstStyle>
          <a:p xmlns:a="http://schemas.openxmlformats.org/drawingml/2006/main">
            <a:pPr algn="l">
              <a:defRPr sz="2325" b="1" i="0">
                <a:solidFill>
                  <a:srgbClr val="15121B"/>
                </a:solidFill>
                <a:latin typeface="Helvetica"/>
                <a:ea typeface="Helvetica"/>
                <a:cs typeface="Helvetica"/>
              </a:defRPr>
            </a:pPr>
            <a:r>
              <a:rPr sz="2325" b="1" i="0">
                <a:solidFill>
                  <a:srgbClr val="15121B"/>
                </a:solidFill>
                <a:latin typeface="Helvetica"/>
                <a:ea typeface="Helvetica"/>
                <a:cs typeface="Helvetica"/>
              </a:rPr>
              <a:t>Measurement Framework</a:t>
            </a:r>
          </a:p>
        </p:txBody>
      </p:sp>
      <p:sp>
        <p:nvSpPr>
          <p:cNvPr id="3" name="">
            <a:extLst xmlns:a="http://schemas.openxmlformats.org/drawingml/2006/main">
              <a:ext uri="{FF2B5EF4-FFF2-40B4-BE49-F238E27FC236}">
                <a16:creationId xmlns:a16="http://schemas.microsoft.com/office/drawing/2014/main" id="{5A3BF73C-7D5E-44A4-8401-52F88713AC62}"/>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4" name="">
            <a:extLst xmlns:a="http://schemas.openxmlformats.org/drawingml/2006/main">
              <a:ext uri="{FF2B5EF4-FFF2-40B4-BE49-F238E27FC236}">
                <a16:creationId xmlns:a16="http://schemas.microsoft.com/office/drawing/2014/main" id="{43F85F83-10BA-4B82-BA06-28EFE624C227}"/>
              </a:ext>
            </a:extLst>
          </p:cNvPr>
          <p:cNvSpPr>
            <a:spLocks xmlns:a="http://schemas.openxmlformats.org/drawingml/2006/main" noGrp="1"/>
          </p:cNvSpPr>
          <p:nvPr/>
        </p:nvSpPr>
        <p:spPr>
          <a:xfrm xmlns:a="http://schemas.openxmlformats.org/drawingml/2006/main">
            <a:off x="723900" y="1809750"/>
            <a:ext cx="3238500" cy="781050"/>
          </a:xfrm>
          <a:prstGeom xmlns:a="http://schemas.openxmlformats.org/drawingml/2006/main" prst="roundRect">
            <a:avLst>
              <a:gd name="adj" fmla="val 9756"/>
            </a:avLst>
          </a:prstGeom>
          <a:solidFill xmlns:a="http://schemas.openxmlformats.org/drawingml/2006/main">
            <a:srgbClr val="FF654F"/>
          </a:solidFill>
          <a:ln xmlns:a="http://schemas.openxmlformats.org/drawingml/2006/main" w="0">
            <a:solidFill>
              <a:srgbClr val="FF654F"/>
            </a:solidFill>
          </a:ln>
        </p:spPr>
      </p:sp>
      <p:sp>
        <p:nvSpPr>
          <p:cNvPr id="5" name="">
            <a:extLst xmlns:a="http://schemas.openxmlformats.org/drawingml/2006/main">
              <a:ext uri="{FF2B5EF4-FFF2-40B4-BE49-F238E27FC236}">
                <a16:creationId xmlns:a16="http://schemas.microsoft.com/office/drawing/2014/main" id="{8CFE8FF8-4AF9-4909-9A81-B36CE043943F}"/>
              </a:ext>
            </a:extLst>
          </p:cNvPr>
          <p:cNvSpPr>
            <a:spLocks xmlns:a="http://schemas.openxmlformats.org/drawingml/2006/main" noGrp="1"/>
          </p:cNvSpPr>
          <p:nvPr/>
        </p:nvSpPr>
        <p:spPr>
          <a:xfrm xmlns:a="http://schemas.openxmlformats.org/drawingml/2006/main">
            <a:off x="952500" y="2076450"/>
            <a:ext cx="2781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FDFC"/>
                </a:solidFill>
                <a:latin typeface="Helvetica"/>
                <a:ea typeface="Helvetica"/>
                <a:cs typeface="Helvetica"/>
              </a:defRPr>
            </a:defPPr>
            <a:lvl1pPr algn="l">
              <a:defRPr sz="825" b="1" i="0">
                <a:solidFill>
                  <a:srgbClr val="FFFDFC"/>
                </a:solidFill>
                <a:latin typeface="Helvetica"/>
                <a:ea typeface="Helvetica"/>
                <a:cs typeface="Helvetica"/>
              </a:defRPr>
            </a:lvl1pPr>
            <a:lvl2pPr algn="l">
              <a:defRPr sz="825" b="1" i="0">
                <a:solidFill>
                  <a:srgbClr val="FFFDFC"/>
                </a:solidFill>
                <a:latin typeface="Helvetica"/>
                <a:ea typeface="Helvetica"/>
                <a:cs typeface="Helvetica"/>
              </a:defRPr>
            </a:lvl2pPr>
            <a:lvl3pPr algn="l">
              <a:defRPr sz="825" b="1" i="0">
                <a:solidFill>
                  <a:srgbClr val="FFFDFC"/>
                </a:solidFill>
                <a:latin typeface="Helvetica"/>
                <a:ea typeface="Helvetica"/>
                <a:cs typeface="Helvetica"/>
              </a:defRPr>
            </a:lvl3pPr>
            <a:lvl4pPr algn="l">
              <a:defRPr sz="825" b="1" i="0">
                <a:solidFill>
                  <a:srgbClr val="FFFDFC"/>
                </a:solidFill>
                <a:latin typeface="Helvetica"/>
                <a:ea typeface="Helvetica"/>
                <a:cs typeface="Helvetica"/>
              </a:defRPr>
            </a:lvl4pPr>
            <a:lvl5pPr algn="l">
              <a:defRPr sz="825" b="1" i="0">
                <a:solidFill>
                  <a:srgbClr val="FFFDFC"/>
                </a:solidFill>
                <a:latin typeface="Helvetica"/>
                <a:ea typeface="Helvetica"/>
                <a:cs typeface="Helvetica"/>
              </a:defRPr>
            </a:lvl5pPr>
            <a:lvl6pPr algn="l">
              <a:defRPr sz="825" b="1" i="0">
                <a:solidFill>
                  <a:srgbClr val="FFFDFC"/>
                </a:solidFill>
                <a:latin typeface="Helvetica"/>
                <a:ea typeface="Helvetica"/>
                <a:cs typeface="Helvetica"/>
              </a:defRPr>
            </a:lvl6pPr>
            <a:lvl7pPr algn="l">
              <a:defRPr sz="825" b="1" i="0">
                <a:solidFill>
                  <a:srgbClr val="FFFDFC"/>
                </a:solidFill>
                <a:latin typeface="Helvetica"/>
                <a:ea typeface="Helvetica"/>
                <a:cs typeface="Helvetica"/>
              </a:defRPr>
            </a:lvl7pPr>
            <a:lvl8pPr algn="l">
              <a:defRPr sz="825" b="1" i="0">
                <a:solidFill>
                  <a:srgbClr val="FFFDFC"/>
                </a:solidFill>
                <a:latin typeface="Helvetica"/>
                <a:ea typeface="Helvetica"/>
                <a:cs typeface="Helvetica"/>
              </a:defRPr>
            </a:lvl8pPr>
            <a:lvl9pPr algn="l">
              <a:defRPr sz="825" b="1" i="0">
                <a:solidFill>
                  <a:srgbClr val="FFFDFC"/>
                </a:solidFill>
                <a:latin typeface="Helvetica"/>
                <a:ea typeface="Helvetica"/>
                <a:cs typeface="Helvetica"/>
              </a:defRPr>
            </a:lvl9pPr>
          </a:lstStyle>
          <a:p xmlns:a="http://schemas.openxmlformats.org/drawingml/2006/main">
            <a:pPr algn="l">
              <a:defRPr sz="825" b="1" i="0">
                <a:solidFill>
                  <a:srgbClr val="FFFDFC"/>
                </a:solidFill>
                <a:latin typeface="Helvetica"/>
                <a:ea typeface="Helvetica"/>
                <a:cs typeface="Helvetica"/>
              </a:defRPr>
            </a:pPr>
            <a:r>
              <a:rPr sz="825" b="1" i="0">
                <a:solidFill>
                  <a:srgbClr val="FFFDFC"/>
                </a:solidFill>
                <a:latin typeface="Helvetica"/>
                <a:ea typeface="Helvetica"/>
                <a:cs typeface="Helvetica"/>
              </a:rPr>
              <a:t>LEADING</a:t>
            </a:r>
          </a:p>
        </p:txBody>
      </p:sp>
      <p:sp>
        <p:nvSpPr>
          <p:cNvPr id="6" name="">
            <a:extLst xmlns:a="http://schemas.openxmlformats.org/drawingml/2006/main">
              <a:ext uri="{FF2B5EF4-FFF2-40B4-BE49-F238E27FC236}">
                <a16:creationId xmlns:a16="http://schemas.microsoft.com/office/drawing/2014/main" id="{02027742-B19A-4951-AEA8-A19647081C83}"/>
              </a:ext>
            </a:extLst>
          </p:cNvPr>
          <p:cNvSpPr>
            <a:spLocks xmlns:a="http://schemas.openxmlformats.org/drawingml/2006/main" noGrp="1"/>
          </p:cNvSpPr>
          <p:nvPr/>
        </p:nvSpPr>
        <p:spPr>
          <a:xfrm xmlns:a="http://schemas.openxmlformats.org/drawingml/2006/main">
            <a:off x="4476750" y="19431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Recognition and comprehension</a:t>
            </a:r>
          </a:p>
        </p:txBody>
      </p:sp>
      <p:sp>
        <p:nvSpPr>
          <p:cNvPr id="7" name="">
            <a:extLst xmlns:a="http://schemas.openxmlformats.org/drawingml/2006/main">
              <a:ext uri="{FF2B5EF4-FFF2-40B4-BE49-F238E27FC236}">
                <a16:creationId xmlns:a16="http://schemas.microsoft.com/office/drawing/2014/main" id="{FC0D7A9E-9944-48A8-B34C-06AF23CA5894}"/>
              </a:ext>
            </a:extLst>
          </p:cNvPr>
          <p:cNvSpPr>
            <a:spLocks xmlns:a="http://schemas.openxmlformats.org/drawingml/2006/main" noGrp="1"/>
          </p:cNvSpPr>
          <p:nvPr/>
        </p:nvSpPr>
        <p:spPr>
          <a:xfrm xmlns:a="http://schemas.openxmlformats.org/drawingml/2006/main">
            <a:off x="4476750" y="2686050"/>
            <a:ext cx="62865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8" name="">
            <a:extLst xmlns:a="http://schemas.openxmlformats.org/drawingml/2006/main">
              <a:ext uri="{FF2B5EF4-FFF2-40B4-BE49-F238E27FC236}">
                <a16:creationId xmlns:a16="http://schemas.microsoft.com/office/drawing/2014/main" id="{F8C9CC5D-F128-4CBF-98DE-665CDB696D64}"/>
              </a:ext>
            </a:extLst>
          </p:cNvPr>
          <p:cNvSpPr>
            <a:spLocks xmlns:a="http://schemas.openxmlformats.org/drawingml/2006/main" noGrp="1"/>
          </p:cNvSpPr>
          <p:nvPr/>
        </p:nvSpPr>
        <p:spPr>
          <a:xfrm xmlns:a="http://schemas.openxmlformats.org/drawingml/2006/main">
            <a:off x="723900" y="2876550"/>
            <a:ext cx="3238500" cy="781050"/>
          </a:xfrm>
          <a:prstGeom xmlns:a="http://schemas.openxmlformats.org/drawingml/2006/main" prst="roundRect">
            <a:avLst>
              <a:gd name="adj" fmla="val 9756"/>
            </a:avLst>
          </a:prstGeom>
          <a:solidFill xmlns:a="http://schemas.openxmlformats.org/drawingml/2006/main">
            <a:srgbClr val="261A31"/>
          </a:solidFill>
          <a:ln xmlns:a="http://schemas.openxmlformats.org/drawingml/2006/main" w="0">
            <a:solidFill>
              <a:srgbClr val="261A31"/>
            </a:solidFill>
          </a:ln>
        </p:spPr>
      </p:sp>
      <p:sp>
        <p:nvSpPr>
          <p:cNvPr id="9" name="">
            <a:extLst xmlns:a="http://schemas.openxmlformats.org/drawingml/2006/main">
              <a:ext uri="{FF2B5EF4-FFF2-40B4-BE49-F238E27FC236}">
                <a16:creationId xmlns:a16="http://schemas.microsoft.com/office/drawing/2014/main" id="{2FC06D80-E978-438E-BB1C-7881847730E2}"/>
              </a:ext>
            </a:extLst>
          </p:cNvPr>
          <p:cNvSpPr>
            <a:spLocks xmlns:a="http://schemas.openxmlformats.org/drawingml/2006/main" noGrp="1"/>
          </p:cNvSpPr>
          <p:nvPr/>
        </p:nvSpPr>
        <p:spPr>
          <a:xfrm xmlns:a="http://schemas.openxmlformats.org/drawingml/2006/main">
            <a:off x="952500" y="3143250"/>
            <a:ext cx="2781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FDFC"/>
                </a:solidFill>
                <a:latin typeface="Helvetica"/>
                <a:ea typeface="Helvetica"/>
                <a:cs typeface="Helvetica"/>
              </a:defRPr>
            </a:defPPr>
            <a:lvl1pPr algn="l">
              <a:defRPr sz="825" b="1" i="0">
                <a:solidFill>
                  <a:srgbClr val="FFFDFC"/>
                </a:solidFill>
                <a:latin typeface="Helvetica"/>
                <a:ea typeface="Helvetica"/>
                <a:cs typeface="Helvetica"/>
              </a:defRPr>
            </a:lvl1pPr>
            <a:lvl2pPr algn="l">
              <a:defRPr sz="825" b="1" i="0">
                <a:solidFill>
                  <a:srgbClr val="FFFDFC"/>
                </a:solidFill>
                <a:latin typeface="Helvetica"/>
                <a:ea typeface="Helvetica"/>
                <a:cs typeface="Helvetica"/>
              </a:defRPr>
            </a:lvl2pPr>
            <a:lvl3pPr algn="l">
              <a:defRPr sz="825" b="1" i="0">
                <a:solidFill>
                  <a:srgbClr val="FFFDFC"/>
                </a:solidFill>
                <a:latin typeface="Helvetica"/>
                <a:ea typeface="Helvetica"/>
                <a:cs typeface="Helvetica"/>
              </a:defRPr>
            </a:lvl3pPr>
            <a:lvl4pPr algn="l">
              <a:defRPr sz="825" b="1" i="0">
                <a:solidFill>
                  <a:srgbClr val="FFFDFC"/>
                </a:solidFill>
                <a:latin typeface="Helvetica"/>
                <a:ea typeface="Helvetica"/>
                <a:cs typeface="Helvetica"/>
              </a:defRPr>
            </a:lvl4pPr>
            <a:lvl5pPr algn="l">
              <a:defRPr sz="825" b="1" i="0">
                <a:solidFill>
                  <a:srgbClr val="FFFDFC"/>
                </a:solidFill>
                <a:latin typeface="Helvetica"/>
                <a:ea typeface="Helvetica"/>
                <a:cs typeface="Helvetica"/>
              </a:defRPr>
            </a:lvl5pPr>
            <a:lvl6pPr algn="l">
              <a:defRPr sz="825" b="1" i="0">
                <a:solidFill>
                  <a:srgbClr val="FFFDFC"/>
                </a:solidFill>
                <a:latin typeface="Helvetica"/>
                <a:ea typeface="Helvetica"/>
                <a:cs typeface="Helvetica"/>
              </a:defRPr>
            </a:lvl6pPr>
            <a:lvl7pPr algn="l">
              <a:defRPr sz="825" b="1" i="0">
                <a:solidFill>
                  <a:srgbClr val="FFFDFC"/>
                </a:solidFill>
                <a:latin typeface="Helvetica"/>
                <a:ea typeface="Helvetica"/>
                <a:cs typeface="Helvetica"/>
              </a:defRPr>
            </a:lvl7pPr>
            <a:lvl8pPr algn="l">
              <a:defRPr sz="825" b="1" i="0">
                <a:solidFill>
                  <a:srgbClr val="FFFDFC"/>
                </a:solidFill>
                <a:latin typeface="Helvetica"/>
                <a:ea typeface="Helvetica"/>
                <a:cs typeface="Helvetica"/>
              </a:defRPr>
            </a:lvl8pPr>
            <a:lvl9pPr algn="l">
              <a:defRPr sz="825" b="1" i="0">
                <a:solidFill>
                  <a:srgbClr val="FFFDFC"/>
                </a:solidFill>
                <a:latin typeface="Helvetica"/>
                <a:ea typeface="Helvetica"/>
                <a:cs typeface="Helvetica"/>
              </a:defRPr>
            </a:lvl9pPr>
          </a:lstStyle>
          <a:p xmlns:a="http://schemas.openxmlformats.org/drawingml/2006/main">
            <a:pPr algn="l">
              <a:defRPr sz="825" b="1" i="0">
                <a:solidFill>
                  <a:srgbClr val="FFFDFC"/>
                </a:solidFill>
                <a:latin typeface="Helvetica"/>
                <a:ea typeface="Helvetica"/>
                <a:cs typeface="Helvetica"/>
              </a:defRPr>
            </a:pPr>
            <a:r>
              <a:rPr sz="825" b="1" i="0">
                <a:solidFill>
                  <a:srgbClr val="FFFDFC"/>
                </a:solidFill>
                <a:latin typeface="Helvetica"/>
                <a:ea typeface="Helvetica"/>
                <a:cs typeface="Helvetica"/>
              </a:rPr>
              <a:t>LAGGING</a:t>
            </a:r>
          </a:p>
        </p:txBody>
      </p:sp>
      <p:sp>
        <p:nvSpPr>
          <p:cNvPr id="10" name="">
            <a:extLst xmlns:a="http://schemas.openxmlformats.org/drawingml/2006/main">
              <a:ext uri="{FF2B5EF4-FFF2-40B4-BE49-F238E27FC236}">
                <a16:creationId xmlns:a16="http://schemas.microsoft.com/office/drawing/2014/main" id="{4D45194D-556A-4553-8E04-76D9F78841ED}"/>
              </a:ext>
            </a:extLst>
          </p:cNvPr>
          <p:cNvSpPr>
            <a:spLocks xmlns:a="http://schemas.openxmlformats.org/drawingml/2006/main" noGrp="1"/>
          </p:cNvSpPr>
          <p:nvPr/>
        </p:nvSpPr>
        <p:spPr>
          <a:xfrm xmlns:a="http://schemas.openxmlformats.org/drawingml/2006/main">
            <a:off x="4476750" y="30099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Conversion and retention</a:t>
            </a:r>
          </a:p>
        </p:txBody>
      </p:sp>
      <p:sp>
        <p:nvSpPr>
          <p:cNvPr id="11" name="">
            <a:extLst xmlns:a="http://schemas.openxmlformats.org/drawingml/2006/main">
              <a:ext uri="{FF2B5EF4-FFF2-40B4-BE49-F238E27FC236}">
                <a16:creationId xmlns:a16="http://schemas.microsoft.com/office/drawing/2014/main" id="{0302D5A0-B8DA-4C6F-9B77-BD94D0067EDA}"/>
              </a:ext>
            </a:extLst>
          </p:cNvPr>
          <p:cNvSpPr>
            <a:spLocks xmlns:a="http://schemas.openxmlformats.org/drawingml/2006/main" noGrp="1"/>
          </p:cNvSpPr>
          <p:nvPr/>
        </p:nvSpPr>
        <p:spPr>
          <a:xfrm xmlns:a="http://schemas.openxmlformats.org/drawingml/2006/main">
            <a:off x="4476750" y="3752850"/>
            <a:ext cx="6286500" cy="19050"/>
          </a:xfrm>
          <a:prstGeom xmlns:a="http://schemas.openxmlformats.org/drawingml/2006/main" prst="rect">
            <a:avLst/>
          </a:prstGeom>
          <a:solidFill xmlns:a="http://schemas.openxmlformats.org/drawingml/2006/main">
            <a:srgbClr val="D9CFD5"/>
          </a:solidFill>
          <a:ln xmlns:a="http://schemas.openxmlformats.org/drawingml/2006/main" w="0">
            <a:solidFill>
              <a:srgbClr val="D9CFD5"/>
            </a:solidFill>
          </a:ln>
        </p:spPr>
      </p:sp>
      <p:sp>
        <p:nvSpPr>
          <p:cNvPr id="12" name="">
            <a:extLst xmlns:a="http://schemas.openxmlformats.org/drawingml/2006/main">
              <a:ext uri="{FF2B5EF4-FFF2-40B4-BE49-F238E27FC236}">
                <a16:creationId xmlns:a16="http://schemas.microsoft.com/office/drawing/2014/main" id="{9C62944C-0D9E-432E-8B94-2F36A93EC667}"/>
              </a:ext>
            </a:extLst>
          </p:cNvPr>
          <p:cNvSpPr>
            <a:spLocks xmlns:a="http://schemas.openxmlformats.org/drawingml/2006/main" noGrp="1"/>
          </p:cNvSpPr>
          <p:nvPr/>
        </p:nvSpPr>
        <p:spPr>
          <a:xfrm xmlns:a="http://schemas.openxmlformats.org/drawingml/2006/main">
            <a:off x="723900" y="3943350"/>
            <a:ext cx="3238500" cy="781050"/>
          </a:xfrm>
          <a:prstGeom xmlns:a="http://schemas.openxmlformats.org/drawingml/2006/main" prst="roundRect">
            <a:avLst>
              <a:gd name="adj" fmla="val 9756"/>
            </a:avLst>
          </a:prstGeom>
          <a:solidFill xmlns:a="http://schemas.openxmlformats.org/drawingml/2006/main">
            <a:srgbClr val="261A31"/>
          </a:solidFill>
          <a:ln xmlns:a="http://schemas.openxmlformats.org/drawingml/2006/main" w="0">
            <a:solidFill>
              <a:srgbClr val="261A31"/>
            </a:solidFill>
          </a:ln>
        </p:spPr>
      </p:sp>
      <p:sp>
        <p:nvSpPr>
          <p:cNvPr id="13" name="">
            <a:extLst xmlns:a="http://schemas.openxmlformats.org/drawingml/2006/main">
              <a:ext uri="{FF2B5EF4-FFF2-40B4-BE49-F238E27FC236}">
                <a16:creationId xmlns:a16="http://schemas.microsoft.com/office/drawing/2014/main" id="{781C2604-B2C8-46F4-811B-92AA51C706F7}"/>
              </a:ext>
            </a:extLst>
          </p:cNvPr>
          <p:cNvSpPr>
            <a:spLocks xmlns:a="http://schemas.openxmlformats.org/drawingml/2006/main" noGrp="1"/>
          </p:cNvSpPr>
          <p:nvPr/>
        </p:nvSpPr>
        <p:spPr>
          <a:xfrm xmlns:a="http://schemas.openxmlformats.org/drawingml/2006/main">
            <a:off x="952500" y="4210050"/>
            <a:ext cx="2781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FDFC"/>
                </a:solidFill>
                <a:latin typeface="Helvetica"/>
                <a:ea typeface="Helvetica"/>
                <a:cs typeface="Helvetica"/>
              </a:defRPr>
            </a:defPPr>
            <a:lvl1pPr algn="l">
              <a:defRPr sz="825" b="1" i="0">
                <a:solidFill>
                  <a:srgbClr val="FFFDFC"/>
                </a:solidFill>
                <a:latin typeface="Helvetica"/>
                <a:ea typeface="Helvetica"/>
                <a:cs typeface="Helvetica"/>
              </a:defRPr>
            </a:lvl1pPr>
            <a:lvl2pPr algn="l">
              <a:defRPr sz="825" b="1" i="0">
                <a:solidFill>
                  <a:srgbClr val="FFFDFC"/>
                </a:solidFill>
                <a:latin typeface="Helvetica"/>
                <a:ea typeface="Helvetica"/>
                <a:cs typeface="Helvetica"/>
              </a:defRPr>
            </a:lvl2pPr>
            <a:lvl3pPr algn="l">
              <a:defRPr sz="825" b="1" i="0">
                <a:solidFill>
                  <a:srgbClr val="FFFDFC"/>
                </a:solidFill>
                <a:latin typeface="Helvetica"/>
                <a:ea typeface="Helvetica"/>
                <a:cs typeface="Helvetica"/>
              </a:defRPr>
            </a:lvl3pPr>
            <a:lvl4pPr algn="l">
              <a:defRPr sz="825" b="1" i="0">
                <a:solidFill>
                  <a:srgbClr val="FFFDFC"/>
                </a:solidFill>
                <a:latin typeface="Helvetica"/>
                <a:ea typeface="Helvetica"/>
                <a:cs typeface="Helvetica"/>
              </a:defRPr>
            </a:lvl4pPr>
            <a:lvl5pPr algn="l">
              <a:defRPr sz="825" b="1" i="0">
                <a:solidFill>
                  <a:srgbClr val="FFFDFC"/>
                </a:solidFill>
                <a:latin typeface="Helvetica"/>
                <a:ea typeface="Helvetica"/>
                <a:cs typeface="Helvetica"/>
              </a:defRPr>
            </a:lvl5pPr>
            <a:lvl6pPr algn="l">
              <a:defRPr sz="825" b="1" i="0">
                <a:solidFill>
                  <a:srgbClr val="FFFDFC"/>
                </a:solidFill>
                <a:latin typeface="Helvetica"/>
                <a:ea typeface="Helvetica"/>
                <a:cs typeface="Helvetica"/>
              </a:defRPr>
            </a:lvl6pPr>
            <a:lvl7pPr algn="l">
              <a:defRPr sz="825" b="1" i="0">
                <a:solidFill>
                  <a:srgbClr val="FFFDFC"/>
                </a:solidFill>
                <a:latin typeface="Helvetica"/>
                <a:ea typeface="Helvetica"/>
                <a:cs typeface="Helvetica"/>
              </a:defRPr>
            </a:lvl7pPr>
            <a:lvl8pPr algn="l">
              <a:defRPr sz="825" b="1" i="0">
                <a:solidFill>
                  <a:srgbClr val="FFFDFC"/>
                </a:solidFill>
                <a:latin typeface="Helvetica"/>
                <a:ea typeface="Helvetica"/>
                <a:cs typeface="Helvetica"/>
              </a:defRPr>
            </a:lvl8pPr>
            <a:lvl9pPr algn="l">
              <a:defRPr sz="825" b="1" i="0">
                <a:solidFill>
                  <a:srgbClr val="FFFDFC"/>
                </a:solidFill>
                <a:latin typeface="Helvetica"/>
                <a:ea typeface="Helvetica"/>
                <a:cs typeface="Helvetica"/>
              </a:defRPr>
            </a:lvl9pPr>
          </a:lstStyle>
          <a:p xmlns:a="http://schemas.openxmlformats.org/drawingml/2006/main">
            <a:pPr algn="l">
              <a:defRPr sz="825" b="1" i="0">
                <a:solidFill>
                  <a:srgbClr val="FFFDFC"/>
                </a:solidFill>
                <a:latin typeface="Helvetica"/>
                <a:ea typeface="Helvetica"/>
                <a:cs typeface="Helvetica"/>
              </a:defRPr>
            </a:pPr>
            <a:r>
              <a:rPr sz="825" b="1" i="0">
                <a:solidFill>
                  <a:srgbClr val="FFFDFC"/>
                </a:solidFill>
                <a:latin typeface="Helvetica"/>
                <a:ea typeface="Helvetica"/>
                <a:cs typeface="Helvetica"/>
              </a:rPr>
              <a:t>COMMERCIAL</a:t>
            </a:r>
          </a:p>
        </p:txBody>
      </p:sp>
      <p:sp>
        <p:nvSpPr>
          <p:cNvPr id="14" name="">
            <a:extLst xmlns:a="http://schemas.openxmlformats.org/drawingml/2006/main">
              <a:ext uri="{FF2B5EF4-FFF2-40B4-BE49-F238E27FC236}">
                <a16:creationId xmlns:a16="http://schemas.microsoft.com/office/drawing/2014/main" id="{A96DB8CE-59A1-4289-BFB5-6FE385C3DB10}"/>
              </a:ext>
            </a:extLst>
          </p:cNvPr>
          <p:cNvSpPr>
            <a:spLocks xmlns:a="http://schemas.openxmlformats.org/drawingml/2006/main" noGrp="1"/>
          </p:cNvSpPr>
          <p:nvPr/>
        </p:nvSpPr>
        <p:spPr>
          <a:xfrm xmlns:a="http://schemas.openxmlformats.org/drawingml/2006/main">
            <a:off x="4476750" y="40767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1" i="0">
                <a:solidFill>
                  <a:srgbClr val="15121B"/>
                </a:solidFill>
                <a:latin typeface="Helvetica"/>
                <a:ea typeface="Helvetica"/>
                <a:cs typeface="Helvetica"/>
              </a:defRPr>
            </a:defPPr>
            <a:lvl1pPr algn="l">
              <a:defRPr sz="1500" b="1" i="0">
                <a:solidFill>
                  <a:srgbClr val="15121B"/>
                </a:solidFill>
                <a:latin typeface="Helvetica"/>
                <a:ea typeface="Helvetica"/>
                <a:cs typeface="Helvetica"/>
              </a:defRPr>
            </a:lvl1pPr>
            <a:lvl2pPr algn="l">
              <a:defRPr sz="1500" b="1" i="0">
                <a:solidFill>
                  <a:srgbClr val="15121B"/>
                </a:solidFill>
                <a:latin typeface="Helvetica"/>
                <a:ea typeface="Helvetica"/>
                <a:cs typeface="Helvetica"/>
              </a:defRPr>
            </a:lvl2pPr>
            <a:lvl3pPr algn="l">
              <a:defRPr sz="1500" b="1" i="0">
                <a:solidFill>
                  <a:srgbClr val="15121B"/>
                </a:solidFill>
                <a:latin typeface="Helvetica"/>
                <a:ea typeface="Helvetica"/>
                <a:cs typeface="Helvetica"/>
              </a:defRPr>
            </a:lvl3pPr>
            <a:lvl4pPr algn="l">
              <a:defRPr sz="1500" b="1" i="0">
                <a:solidFill>
                  <a:srgbClr val="15121B"/>
                </a:solidFill>
                <a:latin typeface="Helvetica"/>
                <a:ea typeface="Helvetica"/>
                <a:cs typeface="Helvetica"/>
              </a:defRPr>
            </a:lvl4pPr>
            <a:lvl5pPr algn="l">
              <a:defRPr sz="1500" b="1" i="0">
                <a:solidFill>
                  <a:srgbClr val="15121B"/>
                </a:solidFill>
                <a:latin typeface="Helvetica"/>
                <a:ea typeface="Helvetica"/>
                <a:cs typeface="Helvetica"/>
              </a:defRPr>
            </a:lvl5pPr>
            <a:lvl6pPr algn="l">
              <a:defRPr sz="1500" b="1" i="0">
                <a:solidFill>
                  <a:srgbClr val="15121B"/>
                </a:solidFill>
                <a:latin typeface="Helvetica"/>
                <a:ea typeface="Helvetica"/>
                <a:cs typeface="Helvetica"/>
              </a:defRPr>
            </a:lvl6pPr>
            <a:lvl7pPr algn="l">
              <a:defRPr sz="1500" b="1" i="0">
                <a:solidFill>
                  <a:srgbClr val="15121B"/>
                </a:solidFill>
                <a:latin typeface="Helvetica"/>
                <a:ea typeface="Helvetica"/>
                <a:cs typeface="Helvetica"/>
              </a:defRPr>
            </a:lvl7pPr>
            <a:lvl8pPr algn="l">
              <a:defRPr sz="1500" b="1" i="0">
                <a:solidFill>
                  <a:srgbClr val="15121B"/>
                </a:solidFill>
                <a:latin typeface="Helvetica"/>
                <a:ea typeface="Helvetica"/>
                <a:cs typeface="Helvetica"/>
              </a:defRPr>
            </a:lvl8pPr>
            <a:lvl9pPr algn="l">
              <a:defRPr sz="1500" b="1" i="0">
                <a:solidFill>
                  <a:srgbClr val="15121B"/>
                </a:solidFill>
                <a:latin typeface="Helvetica"/>
                <a:ea typeface="Helvetica"/>
                <a:cs typeface="Helvetica"/>
              </a:defRPr>
            </a:lvl9pPr>
          </a:lstStyle>
          <a:p xmlns:a="http://schemas.openxmlformats.org/drawingml/2006/main">
            <a:pPr algn="l">
              <a:defRPr sz="1500" b="1" i="0">
                <a:solidFill>
                  <a:srgbClr val="15121B"/>
                </a:solidFill>
                <a:latin typeface="Helvetica"/>
                <a:ea typeface="Helvetica"/>
                <a:cs typeface="Helvetica"/>
              </a:defRPr>
            </a:pPr>
            <a:r>
              <a:rPr sz="1500" b="1" i="0">
                <a:solidFill>
                  <a:srgbClr val="15121B"/>
                </a:solidFill>
                <a:latin typeface="Helvetica"/>
                <a:ea typeface="Helvetica"/>
                <a:cs typeface="Helvetica"/>
              </a:rPr>
              <a:t>Value and efficiency</a:t>
            </a:r>
          </a:p>
        </p:txBody>
      </p:sp>
      <p:sp>
        <p:nvSpPr>
          <p:cNvPr id="15" name="">
            <a:extLst xmlns:a="http://schemas.openxmlformats.org/drawingml/2006/main">
              <a:ext uri="{FF2B5EF4-FFF2-40B4-BE49-F238E27FC236}">
                <a16:creationId xmlns:a16="http://schemas.microsoft.com/office/drawing/2014/main" id="{C4770358-07A0-435E-9714-938086F2E84C}"/>
              </a:ext>
            </a:extLst>
          </p:cNvPr>
          <p:cNvSpPr>
            <a:spLocks xmlns:a="http://schemas.openxmlformats.org/drawingml/2006/main" noGrp="1"/>
          </p:cNvSpPr>
          <p:nvPr/>
        </p:nvSpPr>
        <p:spPr>
          <a:xfrm xmlns:a="http://schemas.openxmlformats.org/drawingml/2006/main">
            <a:off x="647700" y="5572125"/>
            <a:ext cx="2095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COMMERCIAL CONSEQUENCE</a:t>
            </a:r>
          </a:p>
        </p:txBody>
      </p:sp>
      <p:sp>
        <p:nvSpPr>
          <p:cNvPr id="16" name="">
            <a:extLst xmlns:a="http://schemas.openxmlformats.org/drawingml/2006/main">
              <a:ext uri="{FF2B5EF4-FFF2-40B4-BE49-F238E27FC236}">
                <a16:creationId xmlns:a16="http://schemas.microsoft.com/office/drawing/2014/main" id="{61E3DFCC-E49E-4DE3-9554-311ADDBC33C1}"/>
              </a:ext>
            </a:extLst>
          </p:cNvPr>
          <p:cNvSpPr>
            <a:spLocks xmlns:a="http://schemas.openxmlformats.org/drawingml/2006/main" noGrp="1"/>
          </p:cNvSpPr>
          <p:nvPr/>
        </p:nvSpPr>
        <p:spPr>
          <a:xfrm xmlns:a="http://schemas.openxmlformats.org/drawingml/2006/main">
            <a:off x="2619375" y="5505450"/>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1" i="0">
                <a:solidFill>
                  <a:srgbClr val="15121B"/>
                </a:solidFill>
                <a:latin typeface="Helvetica"/>
                <a:ea typeface="Helvetica"/>
                <a:cs typeface="Helvetica"/>
              </a:defRPr>
            </a:defPPr>
            <a:lvl1pPr algn="l">
              <a:defRPr sz="1200" b="1" i="0">
                <a:solidFill>
                  <a:srgbClr val="15121B"/>
                </a:solidFill>
                <a:latin typeface="Helvetica"/>
                <a:ea typeface="Helvetica"/>
                <a:cs typeface="Helvetica"/>
              </a:defRPr>
            </a:lvl1pPr>
            <a:lvl2pPr algn="l">
              <a:defRPr sz="1200" b="1" i="0">
                <a:solidFill>
                  <a:srgbClr val="15121B"/>
                </a:solidFill>
                <a:latin typeface="Helvetica"/>
                <a:ea typeface="Helvetica"/>
                <a:cs typeface="Helvetica"/>
              </a:defRPr>
            </a:lvl2pPr>
            <a:lvl3pPr algn="l">
              <a:defRPr sz="1200" b="1" i="0">
                <a:solidFill>
                  <a:srgbClr val="15121B"/>
                </a:solidFill>
                <a:latin typeface="Helvetica"/>
                <a:ea typeface="Helvetica"/>
                <a:cs typeface="Helvetica"/>
              </a:defRPr>
            </a:lvl3pPr>
            <a:lvl4pPr algn="l">
              <a:defRPr sz="1200" b="1" i="0">
                <a:solidFill>
                  <a:srgbClr val="15121B"/>
                </a:solidFill>
                <a:latin typeface="Helvetica"/>
                <a:ea typeface="Helvetica"/>
                <a:cs typeface="Helvetica"/>
              </a:defRPr>
            </a:lvl4pPr>
            <a:lvl5pPr algn="l">
              <a:defRPr sz="1200" b="1" i="0">
                <a:solidFill>
                  <a:srgbClr val="15121B"/>
                </a:solidFill>
                <a:latin typeface="Helvetica"/>
                <a:ea typeface="Helvetica"/>
                <a:cs typeface="Helvetica"/>
              </a:defRPr>
            </a:lvl5pPr>
            <a:lvl6pPr algn="l">
              <a:defRPr sz="1200" b="1" i="0">
                <a:solidFill>
                  <a:srgbClr val="15121B"/>
                </a:solidFill>
                <a:latin typeface="Helvetica"/>
                <a:ea typeface="Helvetica"/>
                <a:cs typeface="Helvetica"/>
              </a:defRPr>
            </a:lvl6pPr>
            <a:lvl7pPr algn="l">
              <a:defRPr sz="1200" b="1" i="0">
                <a:solidFill>
                  <a:srgbClr val="15121B"/>
                </a:solidFill>
                <a:latin typeface="Helvetica"/>
                <a:ea typeface="Helvetica"/>
                <a:cs typeface="Helvetica"/>
              </a:defRPr>
            </a:lvl7pPr>
            <a:lvl8pPr algn="l">
              <a:defRPr sz="1200" b="1" i="0">
                <a:solidFill>
                  <a:srgbClr val="15121B"/>
                </a:solidFill>
                <a:latin typeface="Helvetica"/>
                <a:ea typeface="Helvetica"/>
                <a:cs typeface="Helvetica"/>
              </a:defRPr>
            </a:lvl8pPr>
            <a:lvl9pPr algn="l">
              <a:defRPr sz="1200" b="1" i="0">
                <a:solidFill>
                  <a:srgbClr val="15121B"/>
                </a:solidFill>
                <a:latin typeface="Helvetica"/>
                <a:ea typeface="Helvetica"/>
                <a:cs typeface="Helvetica"/>
              </a:defRPr>
            </a:lvl9pPr>
          </a:lstStyle>
          <a:p xmlns:a="http://schemas.openxmlformats.org/drawingml/2006/main">
            <a:pPr algn="l">
              <a:defRPr sz="1200" b="1" i="0">
                <a:solidFill>
                  <a:srgbClr val="15121B"/>
                </a:solidFill>
                <a:latin typeface="Helvetica"/>
                <a:ea typeface="Helvetica"/>
                <a:cs typeface="Helvetica"/>
              </a:defRPr>
            </a:pPr>
            <a:r>
              <a:rPr sz="1200" b="1" i="0">
                <a:solidFill>
                  <a:srgbClr val="15121B"/>
                </a:solidFill>
                <a:latin typeface="Helvetica"/>
                <a:ea typeface="Helvetica"/>
                <a:cs typeface="Helvetica"/>
              </a:rPr>
              <a:t>Net value and payback remain unavailable until KatKin supplies actual margin, retention and implementation cost.</a:t>
            </a:r>
          </a:p>
        </p:txBody>
      </p:sp>
      <p:sp>
        <p:nvSpPr>
          <p:cNvPr id="17" name="">
            <a:extLst xmlns:a="http://schemas.openxmlformats.org/drawingml/2006/main">
              <a:ext uri="{FF2B5EF4-FFF2-40B4-BE49-F238E27FC236}">
                <a16:creationId xmlns:a16="http://schemas.microsoft.com/office/drawing/2014/main" id="{51458760-F611-4028-8551-21E69468980F}"/>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756D7A"/>
                </a:solidFill>
                <a:latin typeface="Helvetica"/>
                <a:ea typeface="Helvetica"/>
                <a:cs typeface="Helvetica"/>
              </a:defRPr>
            </a:defPPr>
            <a:lvl1pPr algn="l">
              <a:defRPr sz="825" b="1" i="0">
                <a:solidFill>
                  <a:srgbClr val="756D7A"/>
                </a:solidFill>
                <a:latin typeface="Helvetica"/>
                <a:ea typeface="Helvetica"/>
                <a:cs typeface="Helvetica"/>
              </a:defRPr>
            </a:lvl1pPr>
            <a:lvl2pPr algn="l">
              <a:defRPr sz="825" b="1" i="0">
                <a:solidFill>
                  <a:srgbClr val="756D7A"/>
                </a:solidFill>
                <a:latin typeface="Helvetica"/>
                <a:ea typeface="Helvetica"/>
                <a:cs typeface="Helvetica"/>
              </a:defRPr>
            </a:lvl2pPr>
            <a:lvl3pPr algn="l">
              <a:defRPr sz="825" b="1" i="0">
                <a:solidFill>
                  <a:srgbClr val="756D7A"/>
                </a:solidFill>
                <a:latin typeface="Helvetica"/>
                <a:ea typeface="Helvetica"/>
                <a:cs typeface="Helvetica"/>
              </a:defRPr>
            </a:lvl3pPr>
            <a:lvl4pPr algn="l">
              <a:defRPr sz="825" b="1" i="0">
                <a:solidFill>
                  <a:srgbClr val="756D7A"/>
                </a:solidFill>
                <a:latin typeface="Helvetica"/>
                <a:ea typeface="Helvetica"/>
                <a:cs typeface="Helvetica"/>
              </a:defRPr>
            </a:lvl4pPr>
            <a:lvl5pPr algn="l">
              <a:defRPr sz="825" b="1" i="0">
                <a:solidFill>
                  <a:srgbClr val="756D7A"/>
                </a:solidFill>
                <a:latin typeface="Helvetica"/>
                <a:ea typeface="Helvetica"/>
                <a:cs typeface="Helvetica"/>
              </a:defRPr>
            </a:lvl5pPr>
            <a:lvl6pPr algn="l">
              <a:defRPr sz="825" b="1" i="0">
                <a:solidFill>
                  <a:srgbClr val="756D7A"/>
                </a:solidFill>
                <a:latin typeface="Helvetica"/>
                <a:ea typeface="Helvetica"/>
                <a:cs typeface="Helvetica"/>
              </a:defRPr>
            </a:lvl6pPr>
            <a:lvl7pPr algn="l">
              <a:defRPr sz="825" b="1" i="0">
                <a:solidFill>
                  <a:srgbClr val="756D7A"/>
                </a:solidFill>
                <a:latin typeface="Helvetica"/>
                <a:ea typeface="Helvetica"/>
                <a:cs typeface="Helvetica"/>
              </a:defRPr>
            </a:lvl7pPr>
            <a:lvl8pPr algn="l">
              <a:defRPr sz="825" b="1" i="0">
                <a:solidFill>
                  <a:srgbClr val="756D7A"/>
                </a:solidFill>
                <a:latin typeface="Helvetica"/>
                <a:ea typeface="Helvetica"/>
                <a:cs typeface="Helvetica"/>
              </a:defRPr>
            </a:lvl8pPr>
            <a:lvl9pPr algn="l">
              <a:defRPr sz="825" b="1" i="0">
                <a:solidFill>
                  <a:srgbClr val="756D7A"/>
                </a:solidFill>
                <a:latin typeface="Helvetica"/>
                <a:ea typeface="Helvetica"/>
                <a:cs typeface="Helvetica"/>
              </a:defRPr>
            </a:lvl9pPr>
          </a:lstStyle>
          <a:p xmlns:a="http://schemas.openxmlformats.org/drawingml/2006/main">
            <a:pPr algn="l">
              <a:defRPr sz="825" b="1" i="0">
                <a:solidFill>
                  <a:srgbClr val="756D7A"/>
                </a:solidFill>
                <a:latin typeface="Helvetica"/>
                <a:ea typeface="Helvetica"/>
                <a:cs typeface="Helvetica"/>
              </a:defRPr>
            </a:pPr>
            <a:r>
              <a:rPr sz="825" b="1" i="0">
                <a:solidFill>
                  <a:srgbClr val="756D7A"/>
                </a:solidFill>
                <a:latin typeface="Helvetica"/>
                <a:ea typeface="Helvetica"/>
                <a:cs typeface="Helvetica"/>
              </a:rPr>
              <a:t>SOURCES: T1</a:t>
            </a:r>
          </a:p>
        </p:txBody>
      </p:sp>
      <p:sp>
        <p:nvSpPr>
          <p:cNvPr id="18" name="">
            <a:extLst xmlns:a="http://schemas.openxmlformats.org/drawingml/2006/main">
              <a:ext uri="{FF2B5EF4-FFF2-40B4-BE49-F238E27FC236}">
                <a16:creationId xmlns:a16="http://schemas.microsoft.com/office/drawing/2014/main" id="{273E6EBC-0DA0-4148-9986-5A29D8D1772D}"/>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5A2E78"/>
                </a:solidFill>
                <a:latin typeface="Helvetica"/>
                <a:ea typeface="Helvetica"/>
                <a:cs typeface="Helvetica"/>
              </a:defRPr>
            </a:defPPr>
            <a:lvl1pPr algn="r">
              <a:defRPr sz="825" b="1" i="0">
                <a:solidFill>
                  <a:srgbClr val="5A2E78"/>
                </a:solidFill>
                <a:latin typeface="Helvetica"/>
                <a:ea typeface="Helvetica"/>
                <a:cs typeface="Helvetica"/>
              </a:defRPr>
            </a:lvl1pPr>
            <a:lvl2pPr algn="r">
              <a:defRPr sz="825" b="1" i="0">
                <a:solidFill>
                  <a:srgbClr val="5A2E78"/>
                </a:solidFill>
                <a:latin typeface="Helvetica"/>
                <a:ea typeface="Helvetica"/>
                <a:cs typeface="Helvetica"/>
              </a:defRPr>
            </a:lvl2pPr>
            <a:lvl3pPr algn="r">
              <a:defRPr sz="825" b="1" i="0">
                <a:solidFill>
                  <a:srgbClr val="5A2E78"/>
                </a:solidFill>
                <a:latin typeface="Helvetica"/>
                <a:ea typeface="Helvetica"/>
                <a:cs typeface="Helvetica"/>
              </a:defRPr>
            </a:lvl3pPr>
            <a:lvl4pPr algn="r">
              <a:defRPr sz="825" b="1" i="0">
                <a:solidFill>
                  <a:srgbClr val="5A2E78"/>
                </a:solidFill>
                <a:latin typeface="Helvetica"/>
                <a:ea typeface="Helvetica"/>
                <a:cs typeface="Helvetica"/>
              </a:defRPr>
            </a:lvl4pPr>
            <a:lvl5pPr algn="r">
              <a:defRPr sz="825" b="1" i="0">
                <a:solidFill>
                  <a:srgbClr val="5A2E78"/>
                </a:solidFill>
                <a:latin typeface="Helvetica"/>
                <a:ea typeface="Helvetica"/>
                <a:cs typeface="Helvetica"/>
              </a:defRPr>
            </a:lvl5pPr>
            <a:lvl6pPr algn="r">
              <a:defRPr sz="825" b="1" i="0">
                <a:solidFill>
                  <a:srgbClr val="5A2E78"/>
                </a:solidFill>
                <a:latin typeface="Helvetica"/>
                <a:ea typeface="Helvetica"/>
                <a:cs typeface="Helvetica"/>
              </a:defRPr>
            </a:lvl6pPr>
            <a:lvl7pPr algn="r">
              <a:defRPr sz="825" b="1" i="0">
                <a:solidFill>
                  <a:srgbClr val="5A2E78"/>
                </a:solidFill>
                <a:latin typeface="Helvetica"/>
                <a:ea typeface="Helvetica"/>
                <a:cs typeface="Helvetica"/>
              </a:defRPr>
            </a:lvl7pPr>
            <a:lvl8pPr algn="r">
              <a:defRPr sz="825" b="1" i="0">
                <a:solidFill>
                  <a:srgbClr val="5A2E78"/>
                </a:solidFill>
                <a:latin typeface="Helvetica"/>
                <a:ea typeface="Helvetica"/>
                <a:cs typeface="Helvetica"/>
              </a:defRPr>
            </a:lvl8pPr>
            <a:lvl9pPr algn="r">
              <a:defRPr sz="825" b="1" i="0">
                <a:solidFill>
                  <a:srgbClr val="5A2E78"/>
                </a:solidFill>
                <a:latin typeface="Helvetica"/>
                <a:ea typeface="Helvetica"/>
                <a:cs typeface="Helvetica"/>
              </a:defRPr>
            </a:lvl9pPr>
          </a:lstStyle>
          <a:p xmlns:a="http://schemas.openxmlformats.org/drawingml/2006/main">
            <a:pPr algn="r">
              <a:defRPr sz="825" b="1" i="0">
                <a:solidFill>
                  <a:srgbClr val="5A2E78"/>
                </a:solidFill>
                <a:latin typeface="Helvetica"/>
                <a:ea typeface="Helvetica"/>
                <a:cs typeface="Helvetica"/>
              </a:defRPr>
            </a:pPr>
            <a:r>
              <a:rPr sz="825" b="1" i="0">
                <a:solidFill>
                  <a:srgbClr val="5A2E78"/>
                </a:solidFill>
                <a:latin typeface="Helvetica"/>
                <a:ea typeface="Helvetica"/>
                <a:cs typeface="Helvetica"/>
              </a:rPr>
              <a:t>PROPOSED MEASUREMENT + EVIDENCE GAP</a:t>
            </a:r>
          </a:p>
        </p:txBody>
      </p:sp>
      <p:sp>
        <p:nvSpPr>
          <p:cNvPr id="19" name="">
            <a:extLst xmlns:a="http://schemas.openxmlformats.org/drawingml/2006/main">
              <a:ext uri="{FF2B5EF4-FFF2-40B4-BE49-F238E27FC236}">
                <a16:creationId xmlns:a16="http://schemas.microsoft.com/office/drawing/2014/main" id="{72D693CF-A464-4708-9606-06DA2055F3F9}"/>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756D7A"/>
                </a:solidFill>
                <a:latin typeface="Helvetica"/>
                <a:ea typeface="Helvetica"/>
                <a:cs typeface="Helvetica"/>
              </a:defRPr>
            </a:defPPr>
            <a:lvl1pPr algn="l">
              <a:defRPr sz="675" b="1" i="0">
                <a:solidFill>
                  <a:srgbClr val="756D7A"/>
                </a:solidFill>
                <a:latin typeface="Helvetica"/>
                <a:ea typeface="Helvetica"/>
                <a:cs typeface="Helvetica"/>
              </a:defRPr>
            </a:lvl1pPr>
            <a:lvl2pPr algn="l">
              <a:defRPr sz="675" b="1" i="0">
                <a:solidFill>
                  <a:srgbClr val="756D7A"/>
                </a:solidFill>
                <a:latin typeface="Helvetica"/>
                <a:ea typeface="Helvetica"/>
                <a:cs typeface="Helvetica"/>
              </a:defRPr>
            </a:lvl2pPr>
            <a:lvl3pPr algn="l">
              <a:defRPr sz="675" b="1" i="0">
                <a:solidFill>
                  <a:srgbClr val="756D7A"/>
                </a:solidFill>
                <a:latin typeface="Helvetica"/>
                <a:ea typeface="Helvetica"/>
                <a:cs typeface="Helvetica"/>
              </a:defRPr>
            </a:lvl3pPr>
            <a:lvl4pPr algn="l">
              <a:defRPr sz="675" b="1" i="0">
                <a:solidFill>
                  <a:srgbClr val="756D7A"/>
                </a:solidFill>
                <a:latin typeface="Helvetica"/>
                <a:ea typeface="Helvetica"/>
                <a:cs typeface="Helvetica"/>
              </a:defRPr>
            </a:lvl4pPr>
            <a:lvl5pPr algn="l">
              <a:defRPr sz="675" b="1" i="0">
                <a:solidFill>
                  <a:srgbClr val="756D7A"/>
                </a:solidFill>
                <a:latin typeface="Helvetica"/>
                <a:ea typeface="Helvetica"/>
                <a:cs typeface="Helvetica"/>
              </a:defRPr>
            </a:lvl5pPr>
            <a:lvl6pPr algn="l">
              <a:defRPr sz="675" b="1" i="0">
                <a:solidFill>
                  <a:srgbClr val="756D7A"/>
                </a:solidFill>
                <a:latin typeface="Helvetica"/>
                <a:ea typeface="Helvetica"/>
                <a:cs typeface="Helvetica"/>
              </a:defRPr>
            </a:lvl6pPr>
            <a:lvl7pPr algn="l">
              <a:defRPr sz="675" b="1" i="0">
                <a:solidFill>
                  <a:srgbClr val="756D7A"/>
                </a:solidFill>
                <a:latin typeface="Helvetica"/>
                <a:ea typeface="Helvetica"/>
                <a:cs typeface="Helvetica"/>
              </a:defRPr>
            </a:lvl7pPr>
            <a:lvl8pPr algn="l">
              <a:defRPr sz="675" b="1" i="0">
                <a:solidFill>
                  <a:srgbClr val="756D7A"/>
                </a:solidFill>
                <a:latin typeface="Helvetica"/>
                <a:ea typeface="Helvetica"/>
                <a:cs typeface="Helvetica"/>
              </a:defRPr>
            </a:lvl8pPr>
            <a:lvl9pPr algn="l">
              <a:defRPr sz="675" b="1" i="0">
                <a:solidFill>
                  <a:srgbClr val="756D7A"/>
                </a:solidFill>
                <a:latin typeface="Helvetica"/>
                <a:ea typeface="Helvetica"/>
                <a:cs typeface="Helvetica"/>
              </a:defRPr>
            </a:lvl9pPr>
          </a:lstStyle>
          <a:p xmlns:a="http://schemas.openxmlformats.org/drawingml/2006/main">
            <a:pPr algn="l">
              <a:defRPr sz="675" b="1" i="0">
                <a:solidFill>
                  <a:srgbClr val="756D7A"/>
                </a:solidFill>
                <a:latin typeface="Helvetica"/>
                <a:ea typeface="Helvetica"/>
                <a:cs typeface="Helvetica"/>
              </a:defRPr>
            </a:pPr>
            <a:r>
              <a:rPr sz="675" b="1" i="0">
                <a:solidFill>
                  <a:srgbClr val="756D7A"/>
                </a:solidFill>
                <a:latin typeface="Helvetica"/>
                <a:ea typeface="Helvetica"/>
                <a:cs typeface="Helvetica"/>
              </a:rPr>
              <a:t>NARRATIIVE</a:t>
            </a:r>
          </a:p>
        </p:txBody>
      </p:sp>
      <p:sp>
        <p:nvSpPr>
          <p:cNvPr id="20" name="">
            <a:extLst xmlns:a="http://schemas.openxmlformats.org/drawingml/2006/main">
              <a:ext uri="{FF2B5EF4-FFF2-40B4-BE49-F238E27FC236}">
                <a16:creationId xmlns:a16="http://schemas.microsoft.com/office/drawing/2014/main" id="{46627C63-772E-4A61-BF68-2DFB132D35CB}"/>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756D7A"/>
                </a:solidFill>
                <a:latin typeface="Helvetica"/>
                <a:ea typeface="Helvetica"/>
                <a:cs typeface="Helvetica"/>
              </a:defRPr>
            </a:defPPr>
            <a:lvl1pPr algn="r">
              <a:defRPr sz="675" b="0" i="0">
                <a:solidFill>
                  <a:srgbClr val="756D7A"/>
                </a:solidFill>
                <a:latin typeface="Helvetica"/>
                <a:ea typeface="Helvetica"/>
                <a:cs typeface="Helvetica"/>
              </a:defRPr>
            </a:lvl1pPr>
            <a:lvl2pPr algn="r">
              <a:defRPr sz="675" b="0" i="0">
                <a:solidFill>
                  <a:srgbClr val="756D7A"/>
                </a:solidFill>
                <a:latin typeface="Helvetica"/>
                <a:ea typeface="Helvetica"/>
                <a:cs typeface="Helvetica"/>
              </a:defRPr>
            </a:lvl2pPr>
            <a:lvl3pPr algn="r">
              <a:defRPr sz="675" b="0" i="0">
                <a:solidFill>
                  <a:srgbClr val="756D7A"/>
                </a:solidFill>
                <a:latin typeface="Helvetica"/>
                <a:ea typeface="Helvetica"/>
                <a:cs typeface="Helvetica"/>
              </a:defRPr>
            </a:lvl3pPr>
            <a:lvl4pPr algn="r">
              <a:defRPr sz="675" b="0" i="0">
                <a:solidFill>
                  <a:srgbClr val="756D7A"/>
                </a:solidFill>
                <a:latin typeface="Helvetica"/>
                <a:ea typeface="Helvetica"/>
                <a:cs typeface="Helvetica"/>
              </a:defRPr>
            </a:lvl4pPr>
            <a:lvl5pPr algn="r">
              <a:defRPr sz="675" b="0" i="0">
                <a:solidFill>
                  <a:srgbClr val="756D7A"/>
                </a:solidFill>
                <a:latin typeface="Helvetica"/>
                <a:ea typeface="Helvetica"/>
                <a:cs typeface="Helvetica"/>
              </a:defRPr>
            </a:lvl5pPr>
            <a:lvl6pPr algn="r">
              <a:defRPr sz="675" b="0" i="0">
                <a:solidFill>
                  <a:srgbClr val="756D7A"/>
                </a:solidFill>
                <a:latin typeface="Helvetica"/>
                <a:ea typeface="Helvetica"/>
                <a:cs typeface="Helvetica"/>
              </a:defRPr>
            </a:lvl6pPr>
            <a:lvl7pPr algn="r">
              <a:defRPr sz="675" b="0" i="0">
                <a:solidFill>
                  <a:srgbClr val="756D7A"/>
                </a:solidFill>
                <a:latin typeface="Helvetica"/>
                <a:ea typeface="Helvetica"/>
                <a:cs typeface="Helvetica"/>
              </a:defRPr>
            </a:lvl7pPr>
            <a:lvl8pPr algn="r">
              <a:defRPr sz="675" b="0" i="0">
                <a:solidFill>
                  <a:srgbClr val="756D7A"/>
                </a:solidFill>
                <a:latin typeface="Helvetica"/>
                <a:ea typeface="Helvetica"/>
                <a:cs typeface="Helvetica"/>
              </a:defRPr>
            </a:lvl8pPr>
            <a:lvl9pPr algn="r">
              <a:defRPr sz="675" b="0" i="0">
                <a:solidFill>
                  <a:srgbClr val="756D7A"/>
                </a:solidFill>
                <a:latin typeface="Helvetica"/>
                <a:ea typeface="Helvetica"/>
                <a:cs typeface="Helvetica"/>
              </a:defRPr>
            </a:lvl9pPr>
          </a:lstStyle>
          <a:p xmlns:a="http://schemas.openxmlformats.org/drawingml/2006/main">
            <a:pPr algn="r">
              <a:defRPr sz="675" b="0" i="0">
                <a:solidFill>
                  <a:srgbClr val="756D7A"/>
                </a:solidFill>
                <a:latin typeface="Helvetica"/>
                <a:ea typeface="Helvetica"/>
                <a:cs typeface="Helvetica"/>
              </a:defRPr>
            </a:pPr>
            <a:r>
              <a:rPr sz="675" b="0" i="0">
                <a:solidFill>
                  <a:srgbClr val="756D7A"/>
                </a:solidFill>
                <a:latin typeface="Helvetica"/>
                <a:ea typeface="Helvetica"/>
                <a:cs typeface="Helvetica"/>
              </a:rPr>
              <a:t>29 / 30</a:t>
            </a:r>
          </a:p>
        </p:txBody>
      </p:sp>
    </p:spTree>
    <p:extLst>
      <p:ext uri="{BB962C8B-B14F-4D97-AF65-F5344CB8AC3E}">
        <p14:creationId xmlns:p14="http://schemas.microsoft.com/office/powerpoint/2010/main" val="821753046"/>
      </p:ext>
    </p:extLst>
  </p:cSld>
</p:sld>
</file>

<file path=ppt/slides/slide30.xml><?xml version="1.0" encoding="utf-8"?>
<p:sld xmlns:p="http://schemas.openxmlformats.org/presentationml/2006/main">
  <p:cSld>
    <p:bg>
      <p:bgPr>
        <a:solidFill xmlns:a="http://schemas.openxmlformats.org/drawingml/2006/main">
          <a:srgbClr val="261A3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8D721D-0729-4CB6-B7D4-80301D785971}"/>
              </a:ext>
            </a:extLst>
          </p:cNvPr>
          <p:cNvSpPr>
            <a:spLocks xmlns:a="http://schemas.openxmlformats.org/drawingml/2006/main" noGrp="1"/>
          </p:cNvSpPr>
          <p:nvPr/>
        </p:nvSpPr>
        <p:spPr>
          <a:xfrm xmlns:a="http://schemas.openxmlformats.org/drawingml/2006/main">
            <a:off x="647700" y="333375"/>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FF654F"/>
                </a:solidFill>
                <a:latin typeface="Helvetica"/>
                <a:ea typeface="Helvetica"/>
                <a:cs typeface="Helvetica"/>
              </a:defRPr>
            </a:defPPr>
            <a:lvl1pPr algn="l">
              <a:defRPr sz="675" b="1" i="0">
                <a:solidFill>
                  <a:srgbClr val="FF654F"/>
                </a:solidFill>
                <a:latin typeface="Helvetica"/>
                <a:ea typeface="Helvetica"/>
                <a:cs typeface="Helvetica"/>
              </a:defRPr>
            </a:lvl1pPr>
            <a:lvl2pPr algn="l">
              <a:defRPr sz="675" b="1" i="0">
                <a:solidFill>
                  <a:srgbClr val="FF654F"/>
                </a:solidFill>
                <a:latin typeface="Helvetica"/>
                <a:ea typeface="Helvetica"/>
                <a:cs typeface="Helvetica"/>
              </a:defRPr>
            </a:lvl2pPr>
            <a:lvl3pPr algn="l">
              <a:defRPr sz="675" b="1" i="0">
                <a:solidFill>
                  <a:srgbClr val="FF654F"/>
                </a:solidFill>
                <a:latin typeface="Helvetica"/>
                <a:ea typeface="Helvetica"/>
                <a:cs typeface="Helvetica"/>
              </a:defRPr>
            </a:lvl3pPr>
            <a:lvl4pPr algn="l">
              <a:defRPr sz="675" b="1" i="0">
                <a:solidFill>
                  <a:srgbClr val="FF654F"/>
                </a:solidFill>
                <a:latin typeface="Helvetica"/>
                <a:ea typeface="Helvetica"/>
                <a:cs typeface="Helvetica"/>
              </a:defRPr>
            </a:lvl4pPr>
            <a:lvl5pPr algn="l">
              <a:defRPr sz="675" b="1" i="0">
                <a:solidFill>
                  <a:srgbClr val="FF654F"/>
                </a:solidFill>
                <a:latin typeface="Helvetica"/>
                <a:ea typeface="Helvetica"/>
                <a:cs typeface="Helvetica"/>
              </a:defRPr>
            </a:lvl5pPr>
            <a:lvl6pPr algn="l">
              <a:defRPr sz="675" b="1" i="0">
                <a:solidFill>
                  <a:srgbClr val="FF654F"/>
                </a:solidFill>
                <a:latin typeface="Helvetica"/>
                <a:ea typeface="Helvetica"/>
                <a:cs typeface="Helvetica"/>
              </a:defRPr>
            </a:lvl6pPr>
            <a:lvl7pPr algn="l">
              <a:defRPr sz="675" b="1" i="0">
                <a:solidFill>
                  <a:srgbClr val="FF654F"/>
                </a:solidFill>
                <a:latin typeface="Helvetica"/>
                <a:ea typeface="Helvetica"/>
                <a:cs typeface="Helvetica"/>
              </a:defRPr>
            </a:lvl7pPr>
            <a:lvl8pPr algn="l">
              <a:defRPr sz="675" b="1" i="0">
                <a:solidFill>
                  <a:srgbClr val="FF654F"/>
                </a:solidFill>
                <a:latin typeface="Helvetica"/>
                <a:ea typeface="Helvetica"/>
                <a:cs typeface="Helvetica"/>
              </a:defRPr>
            </a:lvl8pPr>
            <a:lvl9pPr algn="l">
              <a:defRPr sz="675" b="1" i="0">
                <a:solidFill>
                  <a:srgbClr val="FF654F"/>
                </a:solidFill>
                <a:latin typeface="Helvetica"/>
                <a:ea typeface="Helvetica"/>
                <a:cs typeface="Helvetica"/>
              </a:defRPr>
            </a:lvl9pPr>
          </a:lstStyle>
          <a:p xmlns:a="http://schemas.openxmlformats.org/drawingml/2006/main">
            <a:pPr algn="l">
              <a:defRPr sz="675" b="1" i="0">
                <a:solidFill>
                  <a:srgbClr val="FF654F"/>
                </a:solidFill>
                <a:latin typeface="Helvetica"/>
                <a:ea typeface="Helvetica"/>
                <a:cs typeface="Helvetica"/>
              </a:defRPr>
            </a:pPr>
            <a:r>
              <a:rPr sz="675" b="1" i="0">
                <a:solidFill>
                  <a:srgbClr val="FF654F"/>
                </a:solidFill>
                <a:latin typeface="Helvetica"/>
                <a:ea typeface="Helvetica"/>
                <a:cs typeface="Helvetica"/>
              </a:rPr>
              <a:t>ACT 6 / IMPLEMENTATION + MEASUREMENT</a:t>
            </a:r>
          </a:p>
        </p:txBody>
      </p:sp>
      <p:sp>
        <p:nvSpPr>
          <p:cNvPr id="2" name="">
            <a:extLst xmlns:a="http://schemas.openxmlformats.org/drawingml/2006/main">
              <a:ext uri="{FF2B5EF4-FFF2-40B4-BE49-F238E27FC236}">
                <a16:creationId xmlns:a16="http://schemas.microsoft.com/office/drawing/2014/main" id="{513706FF-E8C1-40C4-824B-7162D6CBA894}"/>
              </a:ext>
            </a:extLst>
          </p:cNvPr>
          <p:cNvSpPr>
            <a:spLocks xmlns:a="http://schemas.openxmlformats.org/drawingml/2006/main" noGrp="1"/>
          </p:cNvSpPr>
          <p:nvPr/>
        </p:nvSpPr>
        <p:spPr>
          <a:xfrm xmlns:a="http://schemas.openxmlformats.org/drawingml/2006/main">
            <a:off x="647700" y="685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i="0">
                <a:solidFill>
                  <a:srgbClr val="FFFDFC"/>
                </a:solidFill>
                <a:latin typeface="Helvetica"/>
                <a:ea typeface="Helvetica"/>
                <a:cs typeface="Helvetica"/>
              </a:defRPr>
            </a:defPPr>
            <a:lvl1pPr algn="l">
              <a:defRPr sz="2325" b="1" i="0">
                <a:solidFill>
                  <a:srgbClr val="FFFDFC"/>
                </a:solidFill>
                <a:latin typeface="Helvetica"/>
                <a:ea typeface="Helvetica"/>
                <a:cs typeface="Helvetica"/>
              </a:defRPr>
            </a:lvl1pPr>
            <a:lvl2pPr algn="l">
              <a:defRPr sz="2325" b="1" i="0">
                <a:solidFill>
                  <a:srgbClr val="FFFDFC"/>
                </a:solidFill>
                <a:latin typeface="Helvetica"/>
                <a:ea typeface="Helvetica"/>
                <a:cs typeface="Helvetica"/>
              </a:defRPr>
            </a:lvl2pPr>
            <a:lvl3pPr algn="l">
              <a:defRPr sz="2325" b="1" i="0">
                <a:solidFill>
                  <a:srgbClr val="FFFDFC"/>
                </a:solidFill>
                <a:latin typeface="Helvetica"/>
                <a:ea typeface="Helvetica"/>
                <a:cs typeface="Helvetica"/>
              </a:defRPr>
            </a:lvl3pPr>
            <a:lvl4pPr algn="l">
              <a:defRPr sz="2325" b="1" i="0">
                <a:solidFill>
                  <a:srgbClr val="FFFDFC"/>
                </a:solidFill>
                <a:latin typeface="Helvetica"/>
                <a:ea typeface="Helvetica"/>
                <a:cs typeface="Helvetica"/>
              </a:defRPr>
            </a:lvl4pPr>
            <a:lvl5pPr algn="l">
              <a:defRPr sz="2325" b="1" i="0">
                <a:solidFill>
                  <a:srgbClr val="FFFDFC"/>
                </a:solidFill>
                <a:latin typeface="Helvetica"/>
                <a:ea typeface="Helvetica"/>
                <a:cs typeface="Helvetica"/>
              </a:defRPr>
            </a:lvl5pPr>
            <a:lvl6pPr algn="l">
              <a:defRPr sz="2325" b="1" i="0">
                <a:solidFill>
                  <a:srgbClr val="FFFDFC"/>
                </a:solidFill>
                <a:latin typeface="Helvetica"/>
                <a:ea typeface="Helvetica"/>
                <a:cs typeface="Helvetica"/>
              </a:defRPr>
            </a:lvl6pPr>
            <a:lvl7pPr algn="l">
              <a:defRPr sz="2325" b="1" i="0">
                <a:solidFill>
                  <a:srgbClr val="FFFDFC"/>
                </a:solidFill>
                <a:latin typeface="Helvetica"/>
                <a:ea typeface="Helvetica"/>
                <a:cs typeface="Helvetica"/>
              </a:defRPr>
            </a:lvl7pPr>
            <a:lvl8pPr algn="l">
              <a:defRPr sz="2325" b="1" i="0">
                <a:solidFill>
                  <a:srgbClr val="FFFDFC"/>
                </a:solidFill>
                <a:latin typeface="Helvetica"/>
                <a:ea typeface="Helvetica"/>
                <a:cs typeface="Helvetica"/>
              </a:defRPr>
            </a:lvl8pPr>
            <a:lvl9pPr algn="l">
              <a:defRPr sz="2325" b="1" i="0">
                <a:solidFill>
                  <a:srgbClr val="FFFDFC"/>
                </a:solidFill>
                <a:latin typeface="Helvetica"/>
                <a:ea typeface="Helvetica"/>
                <a:cs typeface="Helvetica"/>
              </a:defRPr>
            </a:lvl9pPr>
          </a:lstStyle>
          <a:p xmlns:a="http://schemas.openxmlformats.org/drawingml/2006/main">
            <a:pPr algn="l">
              <a:defRPr sz="2325" b="1" i="0">
                <a:solidFill>
                  <a:srgbClr val="FFFDFC"/>
                </a:solidFill>
                <a:latin typeface="Helvetica"/>
                <a:ea typeface="Helvetica"/>
                <a:cs typeface="Helvetica"/>
              </a:defRPr>
            </a:pPr>
            <a:r>
              <a:rPr sz="2325" b="1" i="0">
                <a:solidFill>
                  <a:srgbClr val="FFFDFC"/>
                </a:solidFill>
                <a:latin typeface="Helvetica"/>
                <a:ea typeface="Helvetica"/>
                <a:cs typeface="Helvetica"/>
              </a:rPr>
              <a:t>Strategic Principle / Closing Mandate</a:t>
            </a:r>
          </a:p>
        </p:txBody>
      </p:sp>
      <p:sp>
        <p:nvSpPr>
          <p:cNvPr id="3" name="">
            <a:extLst xmlns:a="http://schemas.openxmlformats.org/drawingml/2006/main">
              <a:ext uri="{FF2B5EF4-FFF2-40B4-BE49-F238E27FC236}">
                <a16:creationId xmlns:a16="http://schemas.microsoft.com/office/drawing/2014/main" id="{76384DFD-F557-4025-B487-B5FCC9F9D10C}"/>
              </a:ext>
            </a:extLst>
          </p:cNvPr>
          <p:cNvSpPr>
            <a:spLocks xmlns:a="http://schemas.openxmlformats.org/drawingml/2006/main" noGrp="1"/>
          </p:cNvSpPr>
          <p:nvPr/>
        </p:nvSpPr>
        <p:spPr>
          <a:xfrm xmlns:a="http://schemas.openxmlformats.org/drawingml/2006/main">
            <a:off x="647700" y="1400175"/>
            <a:ext cx="10896600" cy="19050"/>
          </a:xfrm>
          <a:prstGeom xmlns:a="http://schemas.openxmlformats.org/drawingml/2006/main" prst="rect">
            <a:avLst/>
          </a:prstGeom>
          <a:solidFill xmlns:a="http://schemas.openxmlformats.org/drawingml/2006/main">
            <a:srgbClr val="5A2E78"/>
          </a:solidFill>
          <a:ln xmlns:a="http://schemas.openxmlformats.org/drawingml/2006/main" w="0">
            <a:solidFill>
              <a:srgbClr val="5A2E78"/>
            </a:solidFill>
          </a:ln>
        </p:spPr>
      </p:sp>
      <p:sp>
        <p:nvSpPr>
          <p:cNvPr id="4" name="">
            <a:extLst xmlns:a="http://schemas.openxmlformats.org/drawingml/2006/main">
              <a:ext uri="{FF2B5EF4-FFF2-40B4-BE49-F238E27FC236}">
                <a16:creationId xmlns:a16="http://schemas.microsoft.com/office/drawing/2014/main" id="{9AAD649A-05EC-43DC-8D6A-23622EBDBE96}"/>
              </a:ext>
            </a:extLst>
          </p:cNvPr>
          <p:cNvSpPr>
            <a:spLocks xmlns:a="http://schemas.openxmlformats.org/drawingml/2006/main" noGrp="1"/>
          </p:cNvSpPr>
          <p:nvPr/>
        </p:nvSpPr>
        <p:spPr>
          <a:xfrm xmlns:a="http://schemas.openxmlformats.org/drawingml/2006/main">
            <a:off x="723900" y="18669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200" b="1" i="0">
                <a:solidFill>
                  <a:srgbClr val="FFFDFC"/>
                </a:solidFill>
                <a:latin typeface="Helvetica"/>
                <a:ea typeface="Helvetica"/>
                <a:cs typeface="Helvetica"/>
              </a:defRPr>
            </a:defPPr>
            <a:lvl1pPr algn="l">
              <a:defRPr sz="4200" b="1" i="0">
                <a:solidFill>
                  <a:srgbClr val="FFFDFC"/>
                </a:solidFill>
                <a:latin typeface="Helvetica"/>
                <a:ea typeface="Helvetica"/>
                <a:cs typeface="Helvetica"/>
              </a:defRPr>
            </a:lvl1pPr>
            <a:lvl2pPr algn="l">
              <a:defRPr sz="4200" b="1" i="0">
                <a:solidFill>
                  <a:srgbClr val="FFFDFC"/>
                </a:solidFill>
                <a:latin typeface="Helvetica"/>
                <a:ea typeface="Helvetica"/>
                <a:cs typeface="Helvetica"/>
              </a:defRPr>
            </a:lvl2pPr>
            <a:lvl3pPr algn="l">
              <a:defRPr sz="4200" b="1" i="0">
                <a:solidFill>
                  <a:srgbClr val="FFFDFC"/>
                </a:solidFill>
                <a:latin typeface="Helvetica"/>
                <a:ea typeface="Helvetica"/>
                <a:cs typeface="Helvetica"/>
              </a:defRPr>
            </a:lvl3pPr>
            <a:lvl4pPr algn="l">
              <a:defRPr sz="4200" b="1" i="0">
                <a:solidFill>
                  <a:srgbClr val="FFFDFC"/>
                </a:solidFill>
                <a:latin typeface="Helvetica"/>
                <a:ea typeface="Helvetica"/>
                <a:cs typeface="Helvetica"/>
              </a:defRPr>
            </a:lvl4pPr>
            <a:lvl5pPr algn="l">
              <a:defRPr sz="4200" b="1" i="0">
                <a:solidFill>
                  <a:srgbClr val="FFFDFC"/>
                </a:solidFill>
                <a:latin typeface="Helvetica"/>
                <a:ea typeface="Helvetica"/>
                <a:cs typeface="Helvetica"/>
              </a:defRPr>
            </a:lvl5pPr>
            <a:lvl6pPr algn="l">
              <a:defRPr sz="4200" b="1" i="0">
                <a:solidFill>
                  <a:srgbClr val="FFFDFC"/>
                </a:solidFill>
                <a:latin typeface="Helvetica"/>
                <a:ea typeface="Helvetica"/>
                <a:cs typeface="Helvetica"/>
              </a:defRPr>
            </a:lvl6pPr>
            <a:lvl7pPr algn="l">
              <a:defRPr sz="4200" b="1" i="0">
                <a:solidFill>
                  <a:srgbClr val="FFFDFC"/>
                </a:solidFill>
                <a:latin typeface="Helvetica"/>
                <a:ea typeface="Helvetica"/>
                <a:cs typeface="Helvetica"/>
              </a:defRPr>
            </a:lvl7pPr>
            <a:lvl8pPr algn="l">
              <a:defRPr sz="4200" b="1" i="0">
                <a:solidFill>
                  <a:srgbClr val="FFFDFC"/>
                </a:solidFill>
                <a:latin typeface="Helvetica"/>
                <a:ea typeface="Helvetica"/>
                <a:cs typeface="Helvetica"/>
              </a:defRPr>
            </a:lvl8pPr>
            <a:lvl9pPr algn="l">
              <a:defRPr sz="4200" b="1" i="0">
                <a:solidFill>
                  <a:srgbClr val="FFFDFC"/>
                </a:solidFill>
                <a:latin typeface="Helvetica"/>
                <a:ea typeface="Helvetica"/>
                <a:cs typeface="Helvetica"/>
              </a:defRPr>
            </a:lvl9pPr>
          </a:lstStyle>
          <a:p xmlns:a="http://schemas.openxmlformats.org/drawingml/2006/main">
            <a:pPr algn="l">
              <a:defRPr sz="4200" b="1" i="0">
                <a:solidFill>
                  <a:srgbClr val="FFFDFC"/>
                </a:solidFill>
                <a:latin typeface="Helvetica"/>
                <a:ea typeface="Helvetica"/>
                <a:cs typeface="Helvetica"/>
              </a:defRPr>
            </a:pPr>
            <a:r>
              <a:rPr sz="4200" b="1" i="0">
                <a:solidFill>
                  <a:srgbClr val="FFFDFC"/>
                </a:solidFill>
                <a:latin typeface="Helvetica"/>
                <a:ea typeface="Helvetica"/>
                <a:cs typeface="Helvetica"/>
              </a:rPr>
              <a:t>Build the decision system</a:t>
            </a:r>
          </a:p>
        </p:txBody>
      </p:sp>
      <p:sp>
        <p:nvSpPr>
          <p:cNvPr id="5" name="">
            <a:extLst xmlns:a="http://schemas.openxmlformats.org/drawingml/2006/main">
              <a:ext uri="{FF2B5EF4-FFF2-40B4-BE49-F238E27FC236}">
                <a16:creationId xmlns:a16="http://schemas.microsoft.com/office/drawing/2014/main" id="{8991EF95-25D2-4691-A338-EB36DB8C13C4}"/>
              </a:ext>
            </a:extLst>
          </p:cNvPr>
          <p:cNvSpPr>
            <a:spLocks xmlns:a="http://schemas.openxmlformats.org/drawingml/2006/main" noGrp="1"/>
          </p:cNvSpPr>
          <p:nvPr/>
        </p:nvSpPr>
        <p:spPr>
          <a:xfrm xmlns:a="http://schemas.openxmlformats.org/drawingml/2006/main">
            <a:off x="723900" y="272415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750" b="1" i="0">
                <a:solidFill>
                  <a:srgbClr val="FF654F"/>
                </a:solidFill>
                <a:latin typeface="Helvetica"/>
                <a:ea typeface="Helvetica"/>
                <a:cs typeface="Helvetica"/>
              </a:defRPr>
            </a:defPPr>
            <a:lvl1pPr algn="l">
              <a:defRPr sz="3750" b="1" i="0">
                <a:solidFill>
                  <a:srgbClr val="FF654F"/>
                </a:solidFill>
                <a:latin typeface="Helvetica"/>
                <a:ea typeface="Helvetica"/>
                <a:cs typeface="Helvetica"/>
              </a:defRPr>
            </a:lvl1pPr>
            <a:lvl2pPr algn="l">
              <a:defRPr sz="3750" b="1" i="0">
                <a:solidFill>
                  <a:srgbClr val="FF654F"/>
                </a:solidFill>
                <a:latin typeface="Helvetica"/>
                <a:ea typeface="Helvetica"/>
                <a:cs typeface="Helvetica"/>
              </a:defRPr>
            </a:lvl2pPr>
            <a:lvl3pPr algn="l">
              <a:defRPr sz="3750" b="1" i="0">
                <a:solidFill>
                  <a:srgbClr val="FF654F"/>
                </a:solidFill>
                <a:latin typeface="Helvetica"/>
                <a:ea typeface="Helvetica"/>
                <a:cs typeface="Helvetica"/>
              </a:defRPr>
            </a:lvl3pPr>
            <a:lvl4pPr algn="l">
              <a:defRPr sz="3750" b="1" i="0">
                <a:solidFill>
                  <a:srgbClr val="FF654F"/>
                </a:solidFill>
                <a:latin typeface="Helvetica"/>
                <a:ea typeface="Helvetica"/>
                <a:cs typeface="Helvetica"/>
              </a:defRPr>
            </a:lvl4pPr>
            <a:lvl5pPr algn="l">
              <a:defRPr sz="3750" b="1" i="0">
                <a:solidFill>
                  <a:srgbClr val="FF654F"/>
                </a:solidFill>
                <a:latin typeface="Helvetica"/>
                <a:ea typeface="Helvetica"/>
                <a:cs typeface="Helvetica"/>
              </a:defRPr>
            </a:lvl5pPr>
            <a:lvl6pPr algn="l">
              <a:defRPr sz="3750" b="1" i="0">
                <a:solidFill>
                  <a:srgbClr val="FF654F"/>
                </a:solidFill>
                <a:latin typeface="Helvetica"/>
                <a:ea typeface="Helvetica"/>
                <a:cs typeface="Helvetica"/>
              </a:defRPr>
            </a:lvl6pPr>
            <a:lvl7pPr algn="l">
              <a:defRPr sz="3750" b="1" i="0">
                <a:solidFill>
                  <a:srgbClr val="FF654F"/>
                </a:solidFill>
                <a:latin typeface="Helvetica"/>
                <a:ea typeface="Helvetica"/>
                <a:cs typeface="Helvetica"/>
              </a:defRPr>
            </a:lvl7pPr>
            <a:lvl8pPr algn="l">
              <a:defRPr sz="3750" b="1" i="0">
                <a:solidFill>
                  <a:srgbClr val="FF654F"/>
                </a:solidFill>
                <a:latin typeface="Helvetica"/>
                <a:ea typeface="Helvetica"/>
                <a:cs typeface="Helvetica"/>
              </a:defRPr>
            </a:lvl8pPr>
            <a:lvl9pPr algn="l">
              <a:defRPr sz="3750" b="1" i="0">
                <a:solidFill>
                  <a:srgbClr val="FF654F"/>
                </a:solidFill>
                <a:latin typeface="Helvetica"/>
                <a:ea typeface="Helvetica"/>
                <a:cs typeface="Helvetica"/>
              </a:defRPr>
            </a:lvl9pPr>
          </a:lstStyle>
          <a:p xmlns:a="http://schemas.openxmlformats.org/drawingml/2006/main">
            <a:pPr algn="l">
              <a:defRPr sz="3750" b="1" i="0">
                <a:solidFill>
                  <a:srgbClr val="FF654F"/>
                </a:solidFill>
                <a:latin typeface="Helvetica"/>
                <a:ea typeface="Helvetica"/>
                <a:cs typeface="Helvetica"/>
              </a:defRPr>
            </a:pPr>
            <a:r>
              <a:rPr sz="3750" b="1" i="0">
                <a:solidFill>
                  <a:srgbClr val="FF654F"/>
                </a:solidFill>
                <a:latin typeface="Helvetica"/>
                <a:ea typeface="Helvetica"/>
                <a:cs typeface="Helvetica"/>
              </a:rPr>
              <a:t>before scaling acquisition</a:t>
            </a:r>
          </a:p>
        </p:txBody>
      </p:sp>
      <p:sp>
        <p:nvSpPr>
          <p:cNvPr id="6" name="">
            <a:extLst xmlns:a="http://schemas.openxmlformats.org/drawingml/2006/main">
              <a:ext uri="{FF2B5EF4-FFF2-40B4-BE49-F238E27FC236}">
                <a16:creationId xmlns:a16="http://schemas.microsoft.com/office/drawing/2014/main" id="{D1DC106F-B739-497D-BA90-5C756DADACF5}"/>
              </a:ext>
            </a:extLst>
          </p:cNvPr>
          <p:cNvSpPr>
            <a:spLocks xmlns:a="http://schemas.openxmlformats.org/drawingml/2006/main" noGrp="1"/>
          </p:cNvSpPr>
          <p:nvPr/>
        </p:nvSpPr>
        <p:spPr>
          <a:xfrm xmlns:a="http://schemas.openxmlformats.org/drawingml/2006/main">
            <a:off x="723900" y="363855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C8B7E8"/>
                </a:solidFill>
                <a:latin typeface="Helvetica"/>
                <a:ea typeface="Helvetica"/>
                <a:cs typeface="Helvetica"/>
              </a:defRPr>
            </a:defPPr>
            <a:lvl1pPr algn="l">
              <a:defRPr sz="2250" b="1" i="0">
                <a:solidFill>
                  <a:srgbClr val="C8B7E8"/>
                </a:solidFill>
                <a:latin typeface="Helvetica"/>
                <a:ea typeface="Helvetica"/>
                <a:cs typeface="Helvetica"/>
              </a:defRPr>
            </a:lvl1pPr>
            <a:lvl2pPr algn="l">
              <a:defRPr sz="2250" b="1" i="0">
                <a:solidFill>
                  <a:srgbClr val="C8B7E8"/>
                </a:solidFill>
                <a:latin typeface="Helvetica"/>
                <a:ea typeface="Helvetica"/>
                <a:cs typeface="Helvetica"/>
              </a:defRPr>
            </a:lvl2pPr>
            <a:lvl3pPr algn="l">
              <a:defRPr sz="2250" b="1" i="0">
                <a:solidFill>
                  <a:srgbClr val="C8B7E8"/>
                </a:solidFill>
                <a:latin typeface="Helvetica"/>
                <a:ea typeface="Helvetica"/>
                <a:cs typeface="Helvetica"/>
              </a:defRPr>
            </a:lvl3pPr>
            <a:lvl4pPr algn="l">
              <a:defRPr sz="2250" b="1" i="0">
                <a:solidFill>
                  <a:srgbClr val="C8B7E8"/>
                </a:solidFill>
                <a:latin typeface="Helvetica"/>
                <a:ea typeface="Helvetica"/>
                <a:cs typeface="Helvetica"/>
              </a:defRPr>
            </a:lvl4pPr>
            <a:lvl5pPr algn="l">
              <a:defRPr sz="2250" b="1" i="0">
                <a:solidFill>
                  <a:srgbClr val="C8B7E8"/>
                </a:solidFill>
                <a:latin typeface="Helvetica"/>
                <a:ea typeface="Helvetica"/>
                <a:cs typeface="Helvetica"/>
              </a:defRPr>
            </a:lvl5pPr>
            <a:lvl6pPr algn="l">
              <a:defRPr sz="2250" b="1" i="0">
                <a:solidFill>
                  <a:srgbClr val="C8B7E8"/>
                </a:solidFill>
                <a:latin typeface="Helvetica"/>
                <a:ea typeface="Helvetica"/>
                <a:cs typeface="Helvetica"/>
              </a:defRPr>
            </a:lvl6pPr>
            <a:lvl7pPr algn="l">
              <a:defRPr sz="2250" b="1" i="0">
                <a:solidFill>
                  <a:srgbClr val="C8B7E8"/>
                </a:solidFill>
                <a:latin typeface="Helvetica"/>
                <a:ea typeface="Helvetica"/>
                <a:cs typeface="Helvetica"/>
              </a:defRPr>
            </a:lvl7pPr>
            <a:lvl8pPr algn="l">
              <a:defRPr sz="2250" b="1" i="0">
                <a:solidFill>
                  <a:srgbClr val="C8B7E8"/>
                </a:solidFill>
                <a:latin typeface="Helvetica"/>
                <a:ea typeface="Helvetica"/>
                <a:cs typeface="Helvetica"/>
              </a:defRPr>
            </a:lvl8pPr>
            <a:lvl9pPr algn="l">
              <a:defRPr sz="2250" b="1" i="0">
                <a:solidFill>
                  <a:srgbClr val="C8B7E8"/>
                </a:solidFill>
                <a:latin typeface="Helvetica"/>
                <a:ea typeface="Helvetica"/>
                <a:cs typeface="Helvetica"/>
              </a:defRPr>
            </a:lvl9pPr>
          </a:lstStyle>
          <a:p xmlns:a="http://schemas.openxmlformats.org/drawingml/2006/main">
            <a:pPr algn="l">
              <a:defRPr sz="2250" b="1" i="0">
                <a:solidFill>
                  <a:srgbClr val="C8B7E8"/>
                </a:solidFill>
                <a:latin typeface="Helvetica"/>
                <a:ea typeface="Helvetica"/>
                <a:cs typeface="Helvetica"/>
              </a:defRPr>
            </a:pPr>
            <a:r>
              <a:rPr sz="2250" b="1" i="0">
                <a:solidFill>
                  <a:srgbClr val="C8B7E8"/>
                </a:solidFill>
                <a:latin typeface="Helvetica"/>
                <a:ea typeface="Helvetica"/>
                <a:cs typeface="Helvetica"/>
              </a:rPr>
              <a:t>Measure the transition first.</a:t>
            </a:r>
          </a:p>
        </p:txBody>
      </p:sp>
      <p:sp>
        <p:nvSpPr>
          <p:cNvPr id="7" name="">
            <a:extLst xmlns:a="http://schemas.openxmlformats.org/drawingml/2006/main">
              <a:ext uri="{FF2B5EF4-FFF2-40B4-BE49-F238E27FC236}">
                <a16:creationId xmlns:a16="http://schemas.microsoft.com/office/drawing/2014/main" id="{F369DA4B-D7ED-4B47-A140-5078EA463A95}"/>
              </a:ext>
            </a:extLst>
          </p:cNvPr>
          <p:cNvSpPr>
            <a:spLocks xmlns:a="http://schemas.openxmlformats.org/drawingml/2006/main" noGrp="1"/>
          </p:cNvSpPr>
          <p:nvPr/>
        </p:nvSpPr>
        <p:spPr>
          <a:xfrm xmlns:a="http://schemas.openxmlformats.org/drawingml/2006/main">
            <a:off x="723900" y="481012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750" b="1" i="0">
                <a:solidFill>
                  <a:srgbClr val="FF654F"/>
                </a:solidFill>
                <a:latin typeface="Helvetica"/>
                <a:ea typeface="Helvetica"/>
                <a:cs typeface="Helvetica"/>
              </a:defRPr>
            </a:defPPr>
            <a:lvl1pPr algn="l">
              <a:defRPr sz="750" b="1" i="0">
                <a:solidFill>
                  <a:srgbClr val="FF654F"/>
                </a:solidFill>
                <a:latin typeface="Helvetica"/>
                <a:ea typeface="Helvetica"/>
                <a:cs typeface="Helvetica"/>
              </a:defRPr>
            </a:lvl1pPr>
            <a:lvl2pPr algn="l">
              <a:defRPr sz="750" b="1" i="0">
                <a:solidFill>
                  <a:srgbClr val="FF654F"/>
                </a:solidFill>
                <a:latin typeface="Helvetica"/>
                <a:ea typeface="Helvetica"/>
                <a:cs typeface="Helvetica"/>
              </a:defRPr>
            </a:lvl2pPr>
            <a:lvl3pPr algn="l">
              <a:defRPr sz="750" b="1" i="0">
                <a:solidFill>
                  <a:srgbClr val="FF654F"/>
                </a:solidFill>
                <a:latin typeface="Helvetica"/>
                <a:ea typeface="Helvetica"/>
                <a:cs typeface="Helvetica"/>
              </a:defRPr>
            </a:lvl3pPr>
            <a:lvl4pPr algn="l">
              <a:defRPr sz="750" b="1" i="0">
                <a:solidFill>
                  <a:srgbClr val="FF654F"/>
                </a:solidFill>
                <a:latin typeface="Helvetica"/>
                <a:ea typeface="Helvetica"/>
                <a:cs typeface="Helvetica"/>
              </a:defRPr>
            </a:lvl4pPr>
            <a:lvl5pPr algn="l">
              <a:defRPr sz="750" b="1" i="0">
                <a:solidFill>
                  <a:srgbClr val="FF654F"/>
                </a:solidFill>
                <a:latin typeface="Helvetica"/>
                <a:ea typeface="Helvetica"/>
                <a:cs typeface="Helvetica"/>
              </a:defRPr>
            </a:lvl5pPr>
            <a:lvl6pPr algn="l">
              <a:defRPr sz="750" b="1" i="0">
                <a:solidFill>
                  <a:srgbClr val="FF654F"/>
                </a:solidFill>
                <a:latin typeface="Helvetica"/>
                <a:ea typeface="Helvetica"/>
                <a:cs typeface="Helvetica"/>
              </a:defRPr>
            </a:lvl6pPr>
            <a:lvl7pPr algn="l">
              <a:defRPr sz="750" b="1" i="0">
                <a:solidFill>
                  <a:srgbClr val="FF654F"/>
                </a:solidFill>
                <a:latin typeface="Helvetica"/>
                <a:ea typeface="Helvetica"/>
                <a:cs typeface="Helvetica"/>
              </a:defRPr>
            </a:lvl7pPr>
            <a:lvl8pPr algn="l">
              <a:defRPr sz="750" b="1" i="0">
                <a:solidFill>
                  <a:srgbClr val="FF654F"/>
                </a:solidFill>
                <a:latin typeface="Helvetica"/>
                <a:ea typeface="Helvetica"/>
                <a:cs typeface="Helvetica"/>
              </a:defRPr>
            </a:lvl8pPr>
            <a:lvl9pPr algn="l">
              <a:defRPr sz="750" b="1" i="0">
                <a:solidFill>
                  <a:srgbClr val="FF654F"/>
                </a:solidFill>
                <a:latin typeface="Helvetica"/>
                <a:ea typeface="Helvetica"/>
                <a:cs typeface="Helvetica"/>
              </a:defRPr>
            </a:lvl9pPr>
          </a:lstStyle>
          <a:p xmlns:a="http://schemas.openxmlformats.org/drawingml/2006/main">
            <a:pPr algn="l">
              <a:defRPr sz="750" b="1" i="0">
                <a:solidFill>
                  <a:srgbClr val="FF654F"/>
                </a:solidFill>
                <a:latin typeface="Helvetica"/>
                <a:ea typeface="Helvetica"/>
                <a:cs typeface="Helvetica"/>
              </a:defRPr>
            </a:pPr>
            <a:r>
              <a:rPr sz="750" b="1" i="0">
                <a:solidFill>
                  <a:srgbClr val="FF654F"/>
                </a:solidFill>
                <a:latin typeface="Helvetica"/>
                <a:ea typeface="Helvetica"/>
                <a:cs typeface="Helvetica"/>
              </a:rPr>
              <a:t>IMMEDIATE NEXT STEP</a:t>
            </a:r>
          </a:p>
        </p:txBody>
      </p:sp>
      <p:sp>
        <p:nvSpPr>
          <p:cNvPr id="8" name="">
            <a:extLst xmlns:a="http://schemas.openxmlformats.org/drawingml/2006/main">
              <a:ext uri="{FF2B5EF4-FFF2-40B4-BE49-F238E27FC236}">
                <a16:creationId xmlns:a16="http://schemas.microsoft.com/office/drawing/2014/main" id="{12DB865B-5001-4059-A92D-EC5EE2FD3248}"/>
              </a:ext>
            </a:extLst>
          </p:cNvPr>
          <p:cNvSpPr>
            <a:spLocks xmlns:a="http://schemas.openxmlformats.org/drawingml/2006/main" noGrp="1"/>
          </p:cNvSpPr>
          <p:nvPr/>
        </p:nvSpPr>
        <p:spPr>
          <a:xfrm xmlns:a="http://schemas.openxmlformats.org/drawingml/2006/main">
            <a:off x="723900" y="51435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1" i="0">
                <a:solidFill>
                  <a:srgbClr val="FFFDFC"/>
                </a:solidFill>
                <a:latin typeface="Helvetica"/>
                <a:ea typeface="Helvetica"/>
                <a:cs typeface="Helvetica"/>
              </a:defRPr>
            </a:defPPr>
            <a:lvl1pPr algn="l">
              <a:defRPr sz="1425" b="1" i="0">
                <a:solidFill>
                  <a:srgbClr val="FFFDFC"/>
                </a:solidFill>
                <a:latin typeface="Helvetica"/>
                <a:ea typeface="Helvetica"/>
                <a:cs typeface="Helvetica"/>
              </a:defRPr>
            </a:lvl1pPr>
            <a:lvl2pPr algn="l">
              <a:defRPr sz="1425" b="1" i="0">
                <a:solidFill>
                  <a:srgbClr val="FFFDFC"/>
                </a:solidFill>
                <a:latin typeface="Helvetica"/>
                <a:ea typeface="Helvetica"/>
                <a:cs typeface="Helvetica"/>
              </a:defRPr>
            </a:lvl2pPr>
            <a:lvl3pPr algn="l">
              <a:defRPr sz="1425" b="1" i="0">
                <a:solidFill>
                  <a:srgbClr val="FFFDFC"/>
                </a:solidFill>
                <a:latin typeface="Helvetica"/>
                <a:ea typeface="Helvetica"/>
                <a:cs typeface="Helvetica"/>
              </a:defRPr>
            </a:lvl3pPr>
            <a:lvl4pPr algn="l">
              <a:defRPr sz="1425" b="1" i="0">
                <a:solidFill>
                  <a:srgbClr val="FFFDFC"/>
                </a:solidFill>
                <a:latin typeface="Helvetica"/>
                <a:ea typeface="Helvetica"/>
                <a:cs typeface="Helvetica"/>
              </a:defRPr>
            </a:lvl4pPr>
            <a:lvl5pPr algn="l">
              <a:defRPr sz="1425" b="1" i="0">
                <a:solidFill>
                  <a:srgbClr val="FFFDFC"/>
                </a:solidFill>
                <a:latin typeface="Helvetica"/>
                <a:ea typeface="Helvetica"/>
                <a:cs typeface="Helvetica"/>
              </a:defRPr>
            </a:lvl5pPr>
            <a:lvl6pPr algn="l">
              <a:defRPr sz="1425" b="1" i="0">
                <a:solidFill>
                  <a:srgbClr val="FFFDFC"/>
                </a:solidFill>
                <a:latin typeface="Helvetica"/>
                <a:ea typeface="Helvetica"/>
                <a:cs typeface="Helvetica"/>
              </a:defRPr>
            </a:lvl6pPr>
            <a:lvl7pPr algn="l">
              <a:defRPr sz="1425" b="1" i="0">
                <a:solidFill>
                  <a:srgbClr val="FFFDFC"/>
                </a:solidFill>
                <a:latin typeface="Helvetica"/>
                <a:ea typeface="Helvetica"/>
                <a:cs typeface="Helvetica"/>
              </a:defRPr>
            </a:lvl7pPr>
            <a:lvl8pPr algn="l">
              <a:defRPr sz="1425" b="1" i="0">
                <a:solidFill>
                  <a:srgbClr val="FFFDFC"/>
                </a:solidFill>
                <a:latin typeface="Helvetica"/>
                <a:ea typeface="Helvetica"/>
                <a:cs typeface="Helvetica"/>
              </a:defRPr>
            </a:lvl8pPr>
            <a:lvl9pPr algn="l">
              <a:defRPr sz="1425" b="1" i="0">
                <a:solidFill>
                  <a:srgbClr val="FFFDFC"/>
                </a:solidFill>
                <a:latin typeface="Helvetica"/>
                <a:ea typeface="Helvetica"/>
                <a:cs typeface="Helvetica"/>
              </a:defRPr>
            </a:lvl9pPr>
          </a:lstStyle>
          <a:p xmlns:a="http://schemas.openxmlformats.org/drawingml/2006/main">
            <a:pPr algn="l">
              <a:defRPr sz="1425" b="1" i="0">
                <a:solidFill>
                  <a:srgbClr val="FFFDFC"/>
                </a:solidFill>
                <a:latin typeface="Helvetica"/>
                <a:ea typeface="Helvetica"/>
                <a:cs typeface="Helvetica"/>
              </a:defRPr>
            </a:pPr>
            <a:r>
              <a:rPr sz="1425" b="1" i="0">
                <a:solidFill>
                  <a:srgbClr val="FFFDFC"/>
                </a:solidFill>
                <a:latin typeface="Helvetica"/>
                <a:ea typeface="Helvetica"/>
                <a:cs typeface="Helvetica"/>
              </a:rPr>
              <a:t>Instrument trial-to-subscription conversion and independently verify the study before broader-reach investment.</a:t>
            </a:r>
          </a:p>
        </p:txBody>
      </p:sp>
      <p:sp>
        <p:nvSpPr>
          <p:cNvPr id="9" name="">
            <a:extLst xmlns:a="http://schemas.openxmlformats.org/drawingml/2006/main">
              <a:ext uri="{FF2B5EF4-FFF2-40B4-BE49-F238E27FC236}">
                <a16:creationId xmlns:a16="http://schemas.microsoft.com/office/drawing/2014/main" id="{D5291D3E-39DF-43B9-BA63-8EB5A426BE97}"/>
              </a:ext>
            </a:extLst>
          </p:cNvPr>
          <p:cNvSpPr>
            <a:spLocks xmlns:a="http://schemas.openxmlformats.org/drawingml/2006/main" noGrp="1"/>
          </p:cNvSpPr>
          <p:nvPr/>
        </p:nvSpPr>
        <p:spPr>
          <a:xfrm xmlns:a="http://schemas.openxmlformats.org/drawingml/2006/main">
            <a:off x="723900" y="575310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C8B7E8"/>
                </a:solidFill>
                <a:latin typeface="Helvetica"/>
                <a:ea typeface="Helvetica"/>
                <a:cs typeface="Helvetica"/>
              </a:defRPr>
            </a:defPPr>
            <a:lvl1pPr algn="l">
              <a:defRPr sz="675" b="1" i="0">
                <a:solidFill>
                  <a:srgbClr val="C8B7E8"/>
                </a:solidFill>
                <a:latin typeface="Helvetica"/>
                <a:ea typeface="Helvetica"/>
                <a:cs typeface="Helvetica"/>
              </a:defRPr>
            </a:lvl1pPr>
            <a:lvl2pPr algn="l">
              <a:defRPr sz="675" b="1" i="0">
                <a:solidFill>
                  <a:srgbClr val="C8B7E8"/>
                </a:solidFill>
                <a:latin typeface="Helvetica"/>
                <a:ea typeface="Helvetica"/>
                <a:cs typeface="Helvetica"/>
              </a:defRPr>
            </a:lvl2pPr>
            <a:lvl3pPr algn="l">
              <a:defRPr sz="675" b="1" i="0">
                <a:solidFill>
                  <a:srgbClr val="C8B7E8"/>
                </a:solidFill>
                <a:latin typeface="Helvetica"/>
                <a:ea typeface="Helvetica"/>
                <a:cs typeface="Helvetica"/>
              </a:defRPr>
            </a:lvl3pPr>
            <a:lvl4pPr algn="l">
              <a:defRPr sz="675" b="1" i="0">
                <a:solidFill>
                  <a:srgbClr val="C8B7E8"/>
                </a:solidFill>
                <a:latin typeface="Helvetica"/>
                <a:ea typeface="Helvetica"/>
                <a:cs typeface="Helvetica"/>
              </a:defRPr>
            </a:lvl4pPr>
            <a:lvl5pPr algn="l">
              <a:defRPr sz="675" b="1" i="0">
                <a:solidFill>
                  <a:srgbClr val="C8B7E8"/>
                </a:solidFill>
                <a:latin typeface="Helvetica"/>
                <a:ea typeface="Helvetica"/>
                <a:cs typeface="Helvetica"/>
              </a:defRPr>
            </a:lvl5pPr>
            <a:lvl6pPr algn="l">
              <a:defRPr sz="675" b="1" i="0">
                <a:solidFill>
                  <a:srgbClr val="C8B7E8"/>
                </a:solidFill>
                <a:latin typeface="Helvetica"/>
                <a:ea typeface="Helvetica"/>
                <a:cs typeface="Helvetica"/>
              </a:defRPr>
            </a:lvl6pPr>
            <a:lvl7pPr algn="l">
              <a:defRPr sz="675" b="1" i="0">
                <a:solidFill>
                  <a:srgbClr val="C8B7E8"/>
                </a:solidFill>
                <a:latin typeface="Helvetica"/>
                <a:ea typeface="Helvetica"/>
                <a:cs typeface="Helvetica"/>
              </a:defRPr>
            </a:lvl7pPr>
            <a:lvl8pPr algn="l">
              <a:defRPr sz="675" b="1" i="0">
                <a:solidFill>
                  <a:srgbClr val="C8B7E8"/>
                </a:solidFill>
                <a:latin typeface="Helvetica"/>
                <a:ea typeface="Helvetica"/>
                <a:cs typeface="Helvetica"/>
              </a:defRPr>
            </a:lvl8pPr>
            <a:lvl9pPr algn="l">
              <a:defRPr sz="675" b="1" i="0">
                <a:solidFill>
                  <a:srgbClr val="C8B7E8"/>
                </a:solidFill>
                <a:latin typeface="Helvetica"/>
                <a:ea typeface="Helvetica"/>
                <a:cs typeface="Helvetica"/>
              </a:defRPr>
            </a:lvl9pPr>
          </a:lstStyle>
          <a:p xmlns:a="http://schemas.openxmlformats.org/drawingml/2006/main">
            <a:pPr algn="l">
              <a:defRPr sz="675" b="1" i="0">
                <a:solidFill>
                  <a:srgbClr val="C8B7E8"/>
                </a:solidFill>
                <a:latin typeface="Helvetica"/>
                <a:ea typeface="Helvetica"/>
                <a:cs typeface="Helvetica"/>
              </a:defRPr>
            </a:pPr>
            <a:r>
              <a:rPr sz="675" b="1" i="0">
                <a:solidFill>
                  <a:srgbClr val="C8B7E8"/>
                </a:solidFill>
                <a:latin typeface="Helvetica"/>
                <a:ea typeface="Helvetica"/>
                <a:cs typeface="Helvetica"/>
              </a:rPr>
              <a:t>SOURCE REGISTER / governed companion deliverable included</a:t>
            </a:r>
          </a:p>
        </p:txBody>
      </p:sp>
      <p:sp>
        <p:nvSpPr>
          <p:cNvPr id="10" name="">
            <a:extLst xmlns:a="http://schemas.openxmlformats.org/drawingml/2006/main">
              <a:ext uri="{FF2B5EF4-FFF2-40B4-BE49-F238E27FC236}">
                <a16:creationId xmlns:a16="http://schemas.microsoft.com/office/drawing/2014/main" id="{9D45F9FB-9CEF-4F85-815F-511D87AC04E4}"/>
              </a:ext>
            </a:extLst>
          </p:cNvPr>
          <p:cNvSpPr>
            <a:spLocks xmlns:a="http://schemas.openxmlformats.org/drawingml/2006/main" noGrp="1"/>
          </p:cNvSpPr>
          <p:nvPr/>
        </p:nvSpPr>
        <p:spPr>
          <a:xfrm xmlns:a="http://schemas.openxmlformats.org/drawingml/2006/main">
            <a:off x="647700" y="61341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C8B7E8"/>
                </a:solidFill>
                <a:latin typeface="Helvetica"/>
                <a:ea typeface="Helvetica"/>
                <a:cs typeface="Helvetica"/>
              </a:defRPr>
            </a:defPPr>
            <a:lvl1pPr algn="l">
              <a:defRPr sz="825" b="1" i="0">
                <a:solidFill>
                  <a:srgbClr val="C8B7E8"/>
                </a:solidFill>
                <a:latin typeface="Helvetica"/>
                <a:ea typeface="Helvetica"/>
                <a:cs typeface="Helvetica"/>
              </a:defRPr>
            </a:lvl1pPr>
            <a:lvl2pPr algn="l">
              <a:defRPr sz="825" b="1" i="0">
                <a:solidFill>
                  <a:srgbClr val="C8B7E8"/>
                </a:solidFill>
                <a:latin typeface="Helvetica"/>
                <a:ea typeface="Helvetica"/>
                <a:cs typeface="Helvetica"/>
              </a:defRPr>
            </a:lvl2pPr>
            <a:lvl3pPr algn="l">
              <a:defRPr sz="825" b="1" i="0">
                <a:solidFill>
                  <a:srgbClr val="C8B7E8"/>
                </a:solidFill>
                <a:latin typeface="Helvetica"/>
                <a:ea typeface="Helvetica"/>
                <a:cs typeface="Helvetica"/>
              </a:defRPr>
            </a:lvl3pPr>
            <a:lvl4pPr algn="l">
              <a:defRPr sz="825" b="1" i="0">
                <a:solidFill>
                  <a:srgbClr val="C8B7E8"/>
                </a:solidFill>
                <a:latin typeface="Helvetica"/>
                <a:ea typeface="Helvetica"/>
                <a:cs typeface="Helvetica"/>
              </a:defRPr>
            </a:lvl4pPr>
            <a:lvl5pPr algn="l">
              <a:defRPr sz="825" b="1" i="0">
                <a:solidFill>
                  <a:srgbClr val="C8B7E8"/>
                </a:solidFill>
                <a:latin typeface="Helvetica"/>
                <a:ea typeface="Helvetica"/>
                <a:cs typeface="Helvetica"/>
              </a:defRPr>
            </a:lvl5pPr>
            <a:lvl6pPr algn="l">
              <a:defRPr sz="825" b="1" i="0">
                <a:solidFill>
                  <a:srgbClr val="C8B7E8"/>
                </a:solidFill>
                <a:latin typeface="Helvetica"/>
                <a:ea typeface="Helvetica"/>
                <a:cs typeface="Helvetica"/>
              </a:defRPr>
            </a:lvl6pPr>
            <a:lvl7pPr algn="l">
              <a:defRPr sz="825" b="1" i="0">
                <a:solidFill>
                  <a:srgbClr val="C8B7E8"/>
                </a:solidFill>
                <a:latin typeface="Helvetica"/>
                <a:ea typeface="Helvetica"/>
                <a:cs typeface="Helvetica"/>
              </a:defRPr>
            </a:lvl7pPr>
            <a:lvl8pPr algn="l">
              <a:defRPr sz="825" b="1" i="0">
                <a:solidFill>
                  <a:srgbClr val="C8B7E8"/>
                </a:solidFill>
                <a:latin typeface="Helvetica"/>
                <a:ea typeface="Helvetica"/>
                <a:cs typeface="Helvetica"/>
              </a:defRPr>
            </a:lvl8pPr>
            <a:lvl9pPr algn="l">
              <a:defRPr sz="825" b="1" i="0">
                <a:solidFill>
                  <a:srgbClr val="C8B7E8"/>
                </a:solidFill>
                <a:latin typeface="Helvetica"/>
                <a:ea typeface="Helvetica"/>
                <a:cs typeface="Helvetica"/>
              </a:defRPr>
            </a:lvl9pPr>
          </a:lstStyle>
          <a:p xmlns:a="http://schemas.openxmlformats.org/drawingml/2006/main">
            <a:pPr algn="l">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SOURCES: K1, K3, K9</a:t>
            </a:r>
          </a:p>
        </p:txBody>
      </p:sp>
      <p:sp>
        <p:nvSpPr>
          <p:cNvPr id="11" name="">
            <a:extLst xmlns:a="http://schemas.openxmlformats.org/drawingml/2006/main">
              <a:ext uri="{FF2B5EF4-FFF2-40B4-BE49-F238E27FC236}">
                <a16:creationId xmlns:a16="http://schemas.microsoft.com/office/drawing/2014/main" id="{D05735FC-4442-4D34-841E-0F317C99C976}"/>
              </a:ext>
            </a:extLst>
          </p:cNvPr>
          <p:cNvSpPr>
            <a:spLocks xmlns:a="http://schemas.openxmlformats.org/drawingml/2006/main" noGrp="1"/>
          </p:cNvSpPr>
          <p:nvPr/>
        </p:nvSpPr>
        <p:spPr>
          <a:xfrm xmlns:a="http://schemas.openxmlformats.org/drawingml/2006/main">
            <a:off x="5715000" y="6134100"/>
            <a:ext cx="487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825" b="1" i="0">
                <a:solidFill>
                  <a:srgbClr val="C8B7E8"/>
                </a:solidFill>
                <a:latin typeface="Helvetica"/>
                <a:ea typeface="Helvetica"/>
                <a:cs typeface="Helvetica"/>
              </a:defRPr>
            </a:defPPr>
            <a:lvl1pPr algn="r">
              <a:defRPr sz="825" b="1" i="0">
                <a:solidFill>
                  <a:srgbClr val="C8B7E8"/>
                </a:solidFill>
                <a:latin typeface="Helvetica"/>
                <a:ea typeface="Helvetica"/>
                <a:cs typeface="Helvetica"/>
              </a:defRPr>
            </a:lvl1pPr>
            <a:lvl2pPr algn="r">
              <a:defRPr sz="825" b="1" i="0">
                <a:solidFill>
                  <a:srgbClr val="C8B7E8"/>
                </a:solidFill>
                <a:latin typeface="Helvetica"/>
                <a:ea typeface="Helvetica"/>
                <a:cs typeface="Helvetica"/>
              </a:defRPr>
            </a:lvl2pPr>
            <a:lvl3pPr algn="r">
              <a:defRPr sz="825" b="1" i="0">
                <a:solidFill>
                  <a:srgbClr val="C8B7E8"/>
                </a:solidFill>
                <a:latin typeface="Helvetica"/>
                <a:ea typeface="Helvetica"/>
                <a:cs typeface="Helvetica"/>
              </a:defRPr>
            </a:lvl3pPr>
            <a:lvl4pPr algn="r">
              <a:defRPr sz="825" b="1" i="0">
                <a:solidFill>
                  <a:srgbClr val="C8B7E8"/>
                </a:solidFill>
                <a:latin typeface="Helvetica"/>
                <a:ea typeface="Helvetica"/>
                <a:cs typeface="Helvetica"/>
              </a:defRPr>
            </a:lvl4pPr>
            <a:lvl5pPr algn="r">
              <a:defRPr sz="825" b="1" i="0">
                <a:solidFill>
                  <a:srgbClr val="C8B7E8"/>
                </a:solidFill>
                <a:latin typeface="Helvetica"/>
                <a:ea typeface="Helvetica"/>
                <a:cs typeface="Helvetica"/>
              </a:defRPr>
            </a:lvl5pPr>
            <a:lvl6pPr algn="r">
              <a:defRPr sz="825" b="1" i="0">
                <a:solidFill>
                  <a:srgbClr val="C8B7E8"/>
                </a:solidFill>
                <a:latin typeface="Helvetica"/>
                <a:ea typeface="Helvetica"/>
                <a:cs typeface="Helvetica"/>
              </a:defRPr>
            </a:lvl6pPr>
            <a:lvl7pPr algn="r">
              <a:defRPr sz="825" b="1" i="0">
                <a:solidFill>
                  <a:srgbClr val="C8B7E8"/>
                </a:solidFill>
                <a:latin typeface="Helvetica"/>
                <a:ea typeface="Helvetica"/>
                <a:cs typeface="Helvetica"/>
              </a:defRPr>
            </a:lvl7pPr>
            <a:lvl8pPr algn="r">
              <a:defRPr sz="825" b="1" i="0">
                <a:solidFill>
                  <a:srgbClr val="C8B7E8"/>
                </a:solidFill>
                <a:latin typeface="Helvetica"/>
                <a:ea typeface="Helvetica"/>
                <a:cs typeface="Helvetica"/>
              </a:defRPr>
            </a:lvl8pPr>
            <a:lvl9pPr algn="r">
              <a:defRPr sz="825" b="1" i="0">
                <a:solidFill>
                  <a:srgbClr val="C8B7E8"/>
                </a:solidFill>
                <a:latin typeface="Helvetica"/>
                <a:ea typeface="Helvetica"/>
                <a:cs typeface="Helvetica"/>
              </a:defRPr>
            </a:lvl9pPr>
          </a:lstStyle>
          <a:p xmlns:a="http://schemas.openxmlformats.org/drawingml/2006/main">
            <a:pPr algn="r">
              <a:defRPr sz="825" b="1" i="0">
                <a:solidFill>
                  <a:srgbClr val="C8B7E8"/>
                </a:solidFill>
                <a:latin typeface="Helvetica"/>
                <a:ea typeface="Helvetica"/>
                <a:cs typeface="Helvetica"/>
              </a:defRPr>
            </a:pPr>
            <a:r>
              <a:rPr sz="825" b="1" i="0">
                <a:solidFill>
                  <a:srgbClr val="C8B7E8"/>
                </a:solidFill>
                <a:latin typeface="Helvetica"/>
                <a:ea typeface="Helvetica"/>
                <a:cs typeface="Helvetica"/>
              </a:rPr>
              <a:t>ASSUMPTION + VERIFIED EXTERNAL</a:t>
            </a:r>
          </a:p>
        </p:txBody>
      </p:sp>
      <p:sp>
        <p:nvSpPr>
          <p:cNvPr id="12" name="">
            <a:extLst xmlns:a="http://schemas.openxmlformats.org/drawingml/2006/main">
              <a:ext uri="{FF2B5EF4-FFF2-40B4-BE49-F238E27FC236}">
                <a16:creationId xmlns:a16="http://schemas.microsoft.com/office/drawing/2014/main" id="{43BDA827-DA00-4C4D-A7EA-5732B2147622}"/>
              </a:ext>
            </a:extLst>
          </p:cNvPr>
          <p:cNvSpPr>
            <a:spLocks xmlns:a="http://schemas.openxmlformats.org/drawingml/2006/main" noGrp="1"/>
          </p:cNvSpPr>
          <p:nvPr/>
        </p:nvSpPr>
        <p:spPr>
          <a:xfrm xmlns:a="http://schemas.openxmlformats.org/drawingml/2006/main">
            <a:off x="647700" y="6515100"/>
            <a:ext cx="1714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C8B7E8"/>
                </a:solidFill>
                <a:latin typeface="Helvetica"/>
                <a:ea typeface="Helvetica"/>
                <a:cs typeface="Helvetica"/>
              </a:defRPr>
            </a:defPPr>
            <a:lvl1pPr algn="l">
              <a:defRPr sz="675" b="1" i="0">
                <a:solidFill>
                  <a:srgbClr val="C8B7E8"/>
                </a:solidFill>
                <a:latin typeface="Helvetica"/>
                <a:ea typeface="Helvetica"/>
                <a:cs typeface="Helvetica"/>
              </a:defRPr>
            </a:lvl1pPr>
            <a:lvl2pPr algn="l">
              <a:defRPr sz="675" b="1" i="0">
                <a:solidFill>
                  <a:srgbClr val="C8B7E8"/>
                </a:solidFill>
                <a:latin typeface="Helvetica"/>
                <a:ea typeface="Helvetica"/>
                <a:cs typeface="Helvetica"/>
              </a:defRPr>
            </a:lvl2pPr>
            <a:lvl3pPr algn="l">
              <a:defRPr sz="675" b="1" i="0">
                <a:solidFill>
                  <a:srgbClr val="C8B7E8"/>
                </a:solidFill>
                <a:latin typeface="Helvetica"/>
                <a:ea typeface="Helvetica"/>
                <a:cs typeface="Helvetica"/>
              </a:defRPr>
            </a:lvl3pPr>
            <a:lvl4pPr algn="l">
              <a:defRPr sz="675" b="1" i="0">
                <a:solidFill>
                  <a:srgbClr val="C8B7E8"/>
                </a:solidFill>
                <a:latin typeface="Helvetica"/>
                <a:ea typeface="Helvetica"/>
                <a:cs typeface="Helvetica"/>
              </a:defRPr>
            </a:lvl4pPr>
            <a:lvl5pPr algn="l">
              <a:defRPr sz="675" b="1" i="0">
                <a:solidFill>
                  <a:srgbClr val="C8B7E8"/>
                </a:solidFill>
                <a:latin typeface="Helvetica"/>
                <a:ea typeface="Helvetica"/>
                <a:cs typeface="Helvetica"/>
              </a:defRPr>
            </a:lvl5pPr>
            <a:lvl6pPr algn="l">
              <a:defRPr sz="675" b="1" i="0">
                <a:solidFill>
                  <a:srgbClr val="C8B7E8"/>
                </a:solidFill>
                <a:latin typeface="Helvetica"/>
                <a:ea typeface="Helvetica"/>
                <a:cs typeface="Helvetica"/>
              </a:defRPr>
            </a:lvl6pPr>
            <a:lvl7pPr algn="l">
              <a:defRPr sz="675" b="1" i="0">
                <a:solidFill>
                  <a:srgbClr val="C8B7E8"/>
                </a:solidFill>
                <a:latin typeface="Helvetica"/>
                <a:ea typeface="Helvetica"/>
                <a:cs typeface="Helvetica"/>
              </a:defRPr>
            </a:lvl7pPr>
            <a:lvl8pPr algn="l">
              <a:defRPr sz="675" b="1" i="0">
                <a:solidFill>
                  <a:srgbClr val="C8B7E8"/>
                </a:solidFill>
                <a:latin typeface="Helvetica"/>
                <a:ea typeface="Helvetica"/>
                <a:cs typeface="Helvetica"/>
              </a:defRPr>
            </a:lvl8pPr>
            <a:lvl9pPr algn="l">
              <a:defRPr sz="675" b="1" i="0">
                <a:solidFill>
                  <a:srgbClr val="C8B7E8"/>
                </a:solidFill>
                <a:latin typeface="Helvetica"/>
                <a:ea typeface="Helvetica"/>
                <a:cs typeface="Helvetica"/>
              </a:defRPr>
            </a:lvl9pPr>
          </a:lstStyle>
          <a:p xmlns:a="http://schemas.openxmlformats.org/drawingml/2006/main">
            <a:pPr algn="l">
              <a:defRPr sz="675" b="1" i="0">
                <a:solidFill>
                  <a:srgbClr val="C8B7E8"/>
                </a:solidFill>
                <a:latin typeface="Helvetica"/>
                <a:ea typeface="Helvetica"/>
                <a:cs typeface="Helvetica"/>
              </a:defRPr>
            </a:pPr>
            <a:r>
              <a:rPr sz="675" b="1" i="0">
                <a:solidFill>
                  <a:srgbClr val="C8B7E8"/>
                </a:solidFill>
                <a:latin typeface="Helvetica"/>
                <a:ea typeface="Helvetica"/>
                <a:cs typeface="Helvetica"/>
              </a:rPr>
              <a:t>NARRATIIVE</a:t>
            </a:r>
          </a:p>
        </p:txBody>
      </p:sp>
      <p:sp>
        <p:nvSpPr>
          <p:cNvPr id="13" name="">
            <a:extLst xmlns:a="http://schemas.openxmlformats.org/drawingml/2006/main">
              <a:ext uri="{FF2B5EF4-FFF2-40B4-BE49-F238E27FC236}">
                <a16:creationId xmlns:a16="http://schemas.microsoft.com/office/drawing/2014/main" id="{FB42392C-0968-47FF-88E4-D69A5232AE6B}"/>
              </a:ext>
            </a:extLst>
          </p:cNvPr>
          <p:cNvSpPr>
            <a:spLocks xmlns:a="http://schemas.openxmlformats.org/drawingml/2006/main" noGrp="1"/>
          </p:cNvSpPr>
          <p:nvPr/>
        </p:nvSpPr>
        <p:spPr>
          <a:xfrm xmlns:a="http://schemas.openxmlformats.org/drawingml/2006/main">
            <a:off x="10668000" y="6515100"/>
            <a:ext cx="876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0" i="0">
                <a:solidFill>
                  <a:srgbClr val="C8B7E8"/>
                </a:solidFill>
                <a:latin typeface="Helvetica"/>
                <a:ea typeface="Helvetica"/>
                <a:cs typeface="Helvetica"/>
              </a:defRPr>
            </a:defPPr>
            <a:lvl1pPr algn="r">
              <a:defRPr sz="675" b="0" i="0">
                <a:solidFill>
                  <a:srgbClr val="C8B7E8"/>
                </a:solidFill>
                <a:latin typeface="Helvetica"/>
                <a:ea typeface="Helvetica"/>
                <a:cs typeface="Helvetica"/>
              </a:defRPr>
            </a:lvl1pPr>
            <a:lvl2pPr algn="r">
              <a:defRPr sz="675" b="0" i="0">
                <a:solidFill>
                  <a:srgbClr val="C8B7E8"/>
                </a:solidFill>
                <a:latin typeface="Helvetica"/>
                <a:ea typeface="Helvetica"/>
                <a:cs typeface="Helvetica"/>
              </a:defRPr>
            </a:lvl2pPr>
            <a:lvl3pPr algn="r">
              <a:defRPr sz="675" b="0" i="0">
                <a:solidFill>
                  <a:srgbClr val="C8B7E8"/>
                </a:solidFill>
                <a:latin typeface="Helvetica"/>
                <a:ea typeface="Helvetica"/>
                <a:cs typeface="Helvetica"/>
              </a:defRPr>
            </a:lvl3pPr>
            <a:lvl4pPr algn="r">
              <a:defRPr sz="675" b="0" i="0">
                <a:solidFill>
                  <a:srgbClr val="C8B7E8"/>
                </a:solidFill>
                <a:latin typeface="Helvetica"/>
                <a:ea typeface="Helvetica"/>
                <a:cs typeface="Helvetica"/>
              </a:defRPr>
            </a:lvl4pPr>
            <a:lvl5pPr algn="r">
              <a:defRPr sz="675" b="0" i="0">
                <a:solidFill>
                  <a:srgbClr val="C8B7E8"/>
                </a:solidFill>
                <a:latin typeface="Helvetica"/>
                <a:ea typeface="Helvetica"/>
                <a:cs typeface="Helvetica"/>
              </a:defRPr>
            </a:lvl5pPr>
            <a:lvl6pPr algn="r">
              <a:defRPr sz="675" b="0" i="0">
                <a:solidFill>
                  <a:srgbClr val="C8B7E8"/>
                </a:solidFill>
                <a:latin typeface="Helvetica"/>
                <a:ea typeface="Helvetica"/>
                <a:cs typeface="Helvetica"/>
              </a:defRPr>
            </a:lvl6pPr>
            <a:lvl7pPr algn="r">
              <a:defRPr sz="675" b="0" i="0">
                <a:solidFill>
                  <a:srgbClr val="C8B7E8"/>
                </a:solidFill>
                <a:latin typeface="Helvetica"/>
                <a:ea typeface="Helvetica"/>
                <a:cs typeface="Helvetica"/>
              </a:defRPr>
            </a:lvl7pPr>
            <a:lvl8pPr algn="r">
              <a:defRPr sz="675" b="0" i="0">
                <a:solidFill>
                  <a:srgbClr val="C8B7E8"/>
                </a:solidFill>
                <a:latin typeface="Helvetica"/>
                <a:ea typeface="Helvetica"/>
                <a:cs typeface="Helvetica"/>
              </a:defRPr>
            </a:lvl8pPr>
            <a:lvl9pPr algn="r">
              <a:defRPr sz="675" b="0" i="0">
                <a:solidFill>
                  <a:srgbClr val="C8B7E8"/>
                </a:solidFill>
                <a:latin typeface="Helvetica"/>
                <a:ea typeface="Helvetica"/>
                <a:cs typeface="Helvetica"/>
              </a:defRPr>
            </a:lvl9pPr>
          </a:lstStyle>
          <a:p xmlns:a="http://schemas.openxmlformats.org/drawingml/2006/main">
            <a:pPr algn="r">
              <a:defRPr sz="675" b="0" i="0">
                <a:solidFill>
                  <a:srgbClr val="C8B7E8"/>
                </a:solidFill>
                <a:latin typeface="Helvetica"/>
                <a:ea typeface="Helvetica"/>
                <a:cs typeface="Helvetica"/>
              </a:defRPr>
            </a:pPr>
            <a:r>
              <a:rPr sz="675" b="0" i="0">
                <a:solidFill>
                  <a:srgbClr val="C8B7E8"/>
                </a:solidFill>
                <a:latin typeface="Helvetica"/>
                <a:ea typeface="Helvetica"/>
                <a:cs typeface="Helvetica"/>
              </a:rPr>
              <a:t>30 / 30</a:t>
            </a:r>
          </a:p>
        </p:txBody>
      </p:sp>
    </p:spTree>
    <p:extLst>
      <p:ext uri="{BB962C8B-B14F-4D97-AF65-F5344CB8AC3E}">
        <p14:creationId xmlns:p14="http://schemas.microsoft.com/office/powerpoint/2010/main" val="1636119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2026-10-21T11:29:13.5990000Z</dcterms:created>
  <dcterms:modified xsi:type="dcterms:W3CDTF">2026-10-21T11:29:13.5990000Z</dcterms:modified>
</coreProperties>
</file>
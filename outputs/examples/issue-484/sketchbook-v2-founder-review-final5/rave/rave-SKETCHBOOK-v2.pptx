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5c5652f4fd42df" /><Relationship Type="http://schemas.openxmlformats.org/officeDocument/2006/relationships/extended-properties" Target="/docProps/app.xml" Id="Rf0c9934470a3446e" /><Relationship Type="http://schemas.openxmlformats.org/officeDocument/2006/relationships/officeDocument" Target="/ppt/presentation.xml" Id="Reec5c454804e42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2a573e4c4e4a38"/>
  </p:sldMasterIdLst>
  <p:notesMasterIdLst>
    <p:notesMasterId xmlns:r="http://schemas.openxmlformats.org/officeDocument/2006/relationships" r:id="Rae9e3fa4b2a04a6d"/>
  </p:notesMasterIdLst>
  <p:sldIdLst>
    <p:sldId xmlns:r="http://schemas.openxmlformats.org/officeDocument/2006/relationships" id="256" r:id="Rbb0820cfec884d64"/>
    <p:sldId xmlns:r="http://schemas.openxmlformats.org/officeDocument/2006/relationships" id="257" r:id="Rd012cb874bc04fee"/>
    <p:sldId xmlns:r="http://schemas.openxmlformats.org/officeDocument/2006/relationships" id="258" r:id="R371b1ad02e374fae"/>
    <p:sldId xmlns:r="http://schemas.openxmlformats.org/officeDocument/2006/relationships" id="259" r:id="R3a12754739734fb3"/>
    <p:sldId xmlns:r="http://schemas.openxmlformats.org/officeDocument/2006/relationships" id="260" r:id="R7282da64058d4d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fc6569fba340a2" /><Relationship Type="http://schemas.openxmlformats.org/officeDocument/2006/relationships/slideMaster" Target="/ppt/slideMasters/slideMaster1.xml" Id="R7f2a573e4c4e4a38" /><Relationship Type="http://schemas.openxmlformats.org/officeDocument/2006/relationships/notesMaster" Target="/ppt/notesMasters/notesMaster1.xml" Id="Rae9e3fa4b2a04a6d" /><Relationship Type="http://schemas.openxmlformats.org/officeDocument/2006/relationships/presProps" Target="/ppt/presProps.xml" Id="Rd826c646f7474a90" /><Relationship Type="http://schemas.openxmlformats.org/officeDocument/2006/relationships/tableStyles" Target="/ppt/tableStyles.xml" Id="R829d689300ab4372" /><Relationship Type="http://schemas.openxmlformats.org/officeDocument/2006/relationships/slide" Target="/ppt/slides/slide1.xml" Id="Rbb0820cfec884d64" /><Relationship Type="http://schemas.openxmlformats.org/officeDocument/2006/relationships/slide" Target="/ppt/slides/slide2.xml" Id="Rd012cb874bc04fee" /><Relationship Type="http://schemas.openxmlformats.org/officeDocument/2006/relationships/slide" Target="/ppt/slides/slide3.xml" Id="R371b1ad02e374fae" /><Relationship Type="http://schemas.openxmlformats.org/officeDocument/2006/relationships/slide" Target="/ppt/slides/slide4.xml" Id="R3a12754739734fb3" /><Relationship Type="http://schemas.openxmlformats.org/officeDocument/2006/relationships/slide" Target="/ppt/slides/slide5.xml" Id="R7282da64058d4d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6c6399043d42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b66c24771f46bc" /><Relationship Type="http://schemas.openxmlformats.org/officeDocument/2006/relationships/notesMaster" Target="/ppt/notesMasters/notesMaster1.xml" Id="Raed227c1352944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d0b3a5bdf442ff" /><Relationship Type="http://schemas.openxmlformats.org/officeDocument/2006/relationships/notesMaster" Target="/ppt/notesMasters/notesMaster1.xml" Id="R51c92bd8269149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e559928e3f4226" /><Relationship Type="http://schemas.openxmlformats.org/officeDocument/2006/relationships/notesMaster" Target="/ppt/notesMasters/notesMaster1.xml" Id="R99371548e36a43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a69a2d3f414af4" /><Relationship Type="http://schemas.openxmlformats.org/officeDocument/2006/relationships/notesMaster" Target="/ppt/notesMasters/notesMaster1.xml" Id="R9c090dc78c5146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0c2c2d0199499b" /><Relationship Type="http://schemas.openxmlformats.org/officeDocument/2006/relationships/notesMaster" Target="/ppt/notesMasters/notesMaster1.xml" Id="Rdb00034673c345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FIELDWORK: rave-fieldwork-benchmark @ benchmark-preserved</a:t>
            </a:r>
          </a:p>
          <a:p xmlns:a="http://schemas.openxmlformats.org/drawingml/2006/main">
            <a:r>
              <a:t>Evidence status: creative concept</a:t>
            </a:r>
          </a:p>
          <a:p xmlns:a="http://schemas.openxmlformats.org/drawingml/2006/main">
            <a:r>
              <a:t>Rights: AI-generated internal creative illustration</a:t>
            </a:r>
          </a:p>
          <a:p xmlns:a="http://schemas.openxmlformats.org/drawingml/2006/main">
            <a:r>
              <a:t>INTERNAL /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FIELDWORK: rave-fieldwork-benchmark @ benchmark-preserved</a:t>
            </a:r>
          </a:p>
          <a:p xmlns:a="http://schemas.openxmlformats.org/drawingml/2006/main">
            <a:r>
              <a:t>Evidence status: SOURCE HYPOTHESIS / VALIDATION REQUIRED</a:t>
            </a:r>
          </a:p>
          <a:p xmlns:a="http://schemas.openxmlformats.org/drawingml/2006/main">
            <a:r>
              <a:t>Rights: AI-generated internal creative illustration</a:t>
            </a:r>
          </a:p>
          <a:p xmlns:a="http://schemas.openxmlformats.org/drawingml/2006/main">
            <a:r>
              <a:t>INTERNAL /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FIELDWORK: rave-fieldwork-benchmark @ benchmark-preserved</a:t>
            </a:r>
          </a:p>
          <a:p xmlns:a="http://schemas.openxmlformats.org/drawingml/2006/main">
            <a:r>
              <a:t>Evidence status: creative concept</a:t>
            </a:r>
          </a:p>
          <a:p xmlns:a="http://schemas.openxmlformats.org/drawingml/2006/main">
            <a:r>
              <a:t>Rights: AI-generated internal creative illustration</a:t>
            </a:r>
          </a:p>
          <a:p xmlns:a="http://schemas.openxmlformats.org/drawingml/2006/main">
            <a:r>
              <a:t>INTERNAL /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FIELDWORK: rave-fieldwork-benchmark @ benchmark-preserved</a:t>
            </a:r>
          </a:p>
          <a:p xmlns:a="http://schemas.openxmlformats.org/drawingml/2006/main">
            <a:r>
              <a:t>Evidence status: SOURCE CREATIVE / INTERNAL</a:t>
            </a:r>
          </a:p>
          <a:p xmlns:a="http://schemas.openxmlformats.org/drawingml/2006/main">
            <a:r>
              <a:t>Rights: AI-generated internal creative illustration</a:t>
            </a:r>
          </a:p>
          <a:p xmlns:a="http://schemas.openxmlformats.org/drawingml/2006/main">
            <a:r>
              <a:t>INTERNAL /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FIELDWORK: rave-fieldwork-benchmark @ benchmark-preserved</a:t>
            </a:r>
          </a:p>
          <a:p xmlns:a="http://schemas.openxmlformats.org/drawingml/2006/main">
            <a:r>
              <a:t>Evidence status: CREATIVE ILLUSTRATION / NO LIVE MEDIA</a:t>
            </a:r>
          </a:p>
          <a:p xmlns:a="http://schemas.openxmlformats.org/drawingml/2006/main">
            <a:r>
              <a:t>Rights: AI-generated internal creative illustration</a:t>
            </a:r>
          </a:p>
          <a:p xmlns:a="http://schemas.openxmlformats.org/drawingml/2006/main">
            <a:r>
              <a:t>INTERNAL /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e6edbe0bf48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68a5cea0040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7b676dcae4e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181c24073243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fed7d0f3446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17e97d9d541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B87163-5947-43F8-A775-6A4027252E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687B44-9C01-4472-BE50-B4524F55B8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C3B9EEC-8093-49D1-87B6-DA69EF29E4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0E8364-2EF7-421F-BDF7-08DBC30C31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1191FB-04E8-4494-BE6D-CF2810303A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BFCBCE-5A37-43A9-AE4B-C4D8F88B5D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D6421E-853A-4956-9D51-31A82BF3B1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A7FFAB-D1C2-4A0D-A923-74726BBABD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342124-7030-47EA-B82B-6E55DEBFDE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78D54B-FEB9-4990-AD7D-B0A06A8645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f8de1c0a7348fa" /><Relationship Type="http://schemas.openxmlformats.org/officeDocument/2006/relationships/slideLayout" Target="/ppt/slideLayouts/slideLayout1.xml" Id="R3ad38bf62a314a36" /><Relationship Type="http://schemas.openxmlformats.org/officeDocument/2006/relationships/slideLayout" Target="/ppt/slideLayouts/slideLayout2.xml" Id="Rfd743332d382430e" /><Relationship Type="http://schemas.openxmlformats.org/officeDocument/2006/relationships/slideLayout" Target="/ppt/slideLayouts/slideLayout3.xml" Id="R1c7bfd984f504db8" /><Relationship Type="http://schemas.openxmlformats.org/officeDocument/2006/relationships/slideLayout" Target="/ppt/slideLayouts/slideLayout4.xml" Id="R78b98c90c6354777" /><Relationship Type="http://schemas.openxmlformats.org/officeDocument/2006/relationships/slideLayout" Target="/ppt/slideLayouts/slideLayout5.xml" Id="R758d9a7d126a47c1" /><Relationship Type="http://schemas.openxmlformats.org/officeDocument/2006/relationships/slideLayout" Target="/ppt/slideLayouts/slideLayout6.xml" Id="R455603cda12f48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d38bf62a314a36"/>
    <p:sldLayoutId xmlns:r="http://schemas.openxmlformats.org/officeDocument/2006/relationships" id="2147483650" r:id="Rfd743332d382430e"/>
    <p:sldLayoutId xmlns:r="http://schemas.openxmlformats.org/officeDocument/2006/relationships" id="2147483651" r:id="R1c7bfd984f504db8"/>
    <p:sldLayoutId xmlns:r="http://schemas.openxmlformats.org/officeDocument/2006/relationships" id="2147483652" r:id="R78b98c90c6354777"/>
    <p:sldLayoutId xmlns:r="http://schemas.openxmlformats.org/officeDocument/2006/relationships" id="2147483653" r:id="R758d9a7d126a47c1"/>
    <p:sldLayoutId xmlns:r="http://schemas.openxmlformats.org/officeDocument/2006/relationships" id="2147483654" r:id="R455603cda12f48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bd61089ea846dd" /><Relationship Type="http://schemas.openxmlformats.org/officeDocument/2006/relationships/image" Target="/ppt/media/image.png" Id="R39687858ef71435a" /><Relationship Type="http://schemas.openxmlformats.org/officeDocument/2006/relationships/notesSlide" Target="/ppt/notesSlides/notesSlide1.xml" Id="R93ba6f518a7f4f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703f3944504128" /><Relationship Type="http://schemas.openxmlformats.org/officeDocument/2006/relationships/image" Target="/ppt/media/image2.png" Id="Rf487f808be1c499f" /><Relationship Type="http://schemas.openxmlformats.org/officeDocument/2006/relationships/notesSlide" Target="/ppt/notesSlides/notesSlide2.xml" Id="Rb5905182b37f4b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3ac106eb26450e" /><Relationship Type="http://schemas.openxmlformats.org/officeDocument/2006/relationships/image" Target="/ppt/media/image3.png" Id="Re8786c2d1def4cb7" /><Relationship Type="http://schemas.openxmlformats.org/officeDocument/2006/relationships/notesSlide" Target="/ppt/notesSlides/notesSlide3.xml" Id="Rcac2d6b4df1041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ad5c3ed77b4db1" /><Relationship Type="http://schemas.openxmlformats.org/officeDocument/2006/relationships/notesSlide" Target="/ppt/notesSlides/notesSlide4.xml" Id="R8c714f0e66eb43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0c5f3268f6418b" /><Relationship Type="http://schemas.openxmlformats.org/officeDocument/2006/relationships/notesSlide" Target="/ppt/notesSlides/notesSlide5.xml" Id="R3828a6f82b774e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16BEB-AE18-4A95-A266-72EFF76780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87858ef71435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C8CF8-4364-4BD7-879A-44DC0225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>
              <a:alpha val="93333"/>
            </a:srgbClr>
          </a:solidFill>
          <a:ln xmlns:a="http://schemas.openxmlformats.org/drawingml/2006/main" w="0">
            <a:solidFill>
              <a:srgbClr val="17130F">
                <a:alpha val="93333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038F0-C472-4CA8-B5ED-18AE7392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C700"/>
                </a:solidFill>
                <a:latin typeface="Arial"/>
                <a:ea typeface="Arial"/>
                <a:cs typeface="Arial"/>
              </a:rPr>
              <a:t>SKETCHBOOK / RAVE COFFEE 01 / CREATIVE PROPOSITION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96AF7-1C55-4BB0-8FEF-625889CD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5810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SERIOUS COFFEE.</a:t>
            </a:r>
          </a:p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ZERO SNOBBERY.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21C70-8232-4CFF-BD36-7A2BD0B3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700"/>
          </a:solidFill>
          <a:ln xmlns:a="http://schemas.openxmlformats.org/drawingml/2006/main" w="0">
            <a:solidFill>
              <a:srgbClr val="FFC70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621E8-9133-4138-9496-4215C07B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581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Excellent coffee, explained like a knowledgeable friend - so a better morning never feels like joining a club.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11414-FACA-49DD-BC01-9963F779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INTERNAL / NOT CLIENT APPROVED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BDAD2-6399-45D1-9895-A5E5E3AD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15100"/>
            <a:ext cx="495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APPROVED STRATEGY / ILLUSTRATIVE CREATIVE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A5335-3EB2-4340-814E-95B1D74A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1380551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A9451-7147-4502-807F-516991B10F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7f808be1c499f"/>
          <a:srcRect xmlns:a="http://schemas.openxmlformats.org/drawingml/2006/main" l="538" t="0" r="5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12C96-C9A9-44D1-97FA-A434A265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0">
              <a:alpha val="95686"/>
            </a:srgbClr>
          </a:solidFill>
          <a:ln xmlns:a="http://schemas.openxmlformats.org/drawingml/2006/main" w="0">
            <a:solidFill>
              <a:srgbClr val="FAF5F0">
                <a:alpha val="95686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7BC75-A441-4127-9528-F039D56B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SKETCHBOOK / RAVE COFFEE 02 / AUDIENCE PORTRAIT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51CA5-CBF0-4F75-9AAC-35D7E2B8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THE UPGRADER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62A18-2476-414B-947B-C9088B8B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A better morning, not a coffee credential.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6F5A2-7236-4EEA-8DB1-52AD08D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WANTS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85FAA-178F-411E-91EA-725F1D98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5625"/>
            <a:ext cx="443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Café-quality coffee at home without turning it into a hobby.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27970-9C60-46CD-ADD8-84C88825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HESITATES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0240F-0705-4C36-81A9-556DB1F7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10025"/>
            <a:ext cx="443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Choice, jargon, price doubt and fear of buying the wrong thing.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86D2A-0DA0-4BA5-9BDF-15D502C3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MOVES WHEN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A55D5-1BC8-43C5-9B80-65ADCAD7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24425"/>
            <a:ext cx="443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A human voice makes the first choice obvious and low-risk.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A6574-FD57-4735-A4B7-FF5A92D8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292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700"/>
          </a:solidFill>
          <a:ln xmlns:a="http://schemas.openxmlformats.org/drawingml/2006/main" w="0">
            <a:solidFill>
              <a:srgbClr val="FFC70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351DB-DB75-408C-A57C-88CCEFCF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197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SOURCE HYPOTHESIS / VALIDATION 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53D8E-C6AC-440B-A31A-41AC6B73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INTERNAL / NOT CLIENT APPROVED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1BCE8-F2DD-474C-A05D-E676C789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15100"/>
            <a:ext cx="495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AUDIENCE HYPOTHESIS / VALIDATION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9574E-456D-48AB-A25C-CFC35733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02 / 05</a:t>
            </a:r>
          </a:p>
        </p:txBody>
      </p:sp>
    </p:spTree>
    <p:extLst>
      <p:ext uri="{BB962C8B-B14F-4D97-AF65-F5344CB8AC3E}">
        <p14:creationId xmlns:p14="http://schemas.microsoft.com/office/powerpoint/2010/main" val="11217145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E8971-C48B-4AB4-ABFE-9E64D1712C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86c2d1def4cb7"/>
          <a:srcRect xmlns:a="http://schemas.openxmlformats.org/drawingml/2006/main" l="0" t="18073" r="0" b="180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4381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2C0BA-BD6F-4010-A7E9-0A3F20C4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>
              <a:alpha val="85098"/>
            </a:srgbClr>
          </a:solidFill>
          <a:ln xmlns:a="http://schemas.openxmlformats.org/drawingml/2006/main" w="0">
            <a:solidFill>
              <a:srgbClr val="17130F">
                <a:alpha val="85098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D3EC0-4C69-4095-B20C-C9058156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C700"/>
                </a:solidFill>
                <a:latin typeface="Arial"/>
                <a:ea typeface="Arial"/>
                <a:cs typeface="Arial"/>
              </a:rPr>
              <a:t>SKETCHBOOK / RAVE COFFEE 03 / VISUAL WORLD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8D653-509B-4FFD-97A8-CCF683F7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MORNING, NOT THEATRE.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15C48-47B1-4276-80E5-930747AB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/>
          </a:solidFill>
          <a:ln xmlns:a="http://schemas.openxmlformats.org/drawingml/2006/main" w="0">
            <a:solidFill>
              <a:srgbClr val="17130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A7991-D16B-46D5-87E8-744F4D06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C700"/>
                </a:solidFill>
                <a:latin typeface="Arial"/>
                <a:ea typeface="Arial"/>
                <a:cs typeface="Arial"/>
              </a:rPr>
              <a:t>SETTING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9A978-B679-4543-B26C-601339F3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Domestic kitchens. Natural light. A real morning in progress.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8E573-E878-48C8-80C4-2917120C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19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C700"/>
                </a:solidFill>
                <a:latin typeface="Arial"/>
                <a:ea typeface="Arial"/>
                <a:cs typeface="Arial"/>
              </a:rPr>
              <a:t>LEGIBILITY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AAB54-F65F-484B-8A26-7B26BA00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6255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hero element. Product clear. Yellow present in every asset.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8EE6D-5F24-4B5F-B01F-506120C3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C700"/>
                </a:solidFill>
                <a:latin typeface="Arial"/>
                <a:ea typeface="Arial"/>
                <a:cs typeface="Arial"/>
              </a:rPr>
              <a:t>NEVER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38D23-16D4-4B13-AC75-81003623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hessian. coffee cherries. barista theatre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E9344-C853-44F7-BC83-057C65EB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INTERNAL / NOT CLIENT APPROVED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B4B35-5C74-466C-B254-0071517A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15100"/>
            <a:ext cx="495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CLIENT MANIFEST / CREATIVE ILLUSTRATION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4AC63-FBE5-4D75-9D32-1D790D66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03 / 05</a:t>
            </a:r>
          </a:p>
        </p:txBody>
      </p:sp>
    </p:spTree>
    <p:extLst>
      <p:ext uri="{BB962C8B-B14F-4D97-AF65-F5344CB8AC3E}">
        <p14:creationId xmlns:p14="http://schemas.microsoft.com/office/powerpoint/2010/main" val="1107786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C7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D3B43-4509-4EAB-8554-DFF0837A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SKETCHBOOK / RAVE COFFEE 04 / CAMPAIGN TERRITORY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39C53-24DA-498C-8E47-5B3D8B31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04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THE ANTI-SNOB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FC791-7515-4AAA-B77D-CB4D0C8E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1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Make category theatre visible, then make directness feel like relief.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9816A-06AE-40D7-932A-E62BC738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70675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/>
          </a:soli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87355-A8B3-47D7-A292-4C04973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628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TASTING NOTES: THEATRE.</a:t>
            </a:r>
          </a:p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ROAST DATE: EVERYTHING.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4C73C-8CEB-443D-813E-C808E7D1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THE REPEATABLE CONSTRUCTION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6CFC4-3B01-41A4-A3C3-BA789CF9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3105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1. Name the convention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2. Cut through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3. Replace it with one useful truth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929BF-99FA-4758-B028-09A036A1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Lower first-choice friction; outcome unproven.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46C0E-38D3-4CA8-BEB1-4F3D2925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INTERNAL / NOT CLIENT APPROVED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2AC53-0C8E-4B47-B593-D6A0FC8C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15100"/>
            <a:ext cx="495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SOURCE CREATIVE / INTERNAL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0F3A5-3703-4711-9273-FB5B6AD3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04 / 05</a:t>
            </a:r>
          </a:p>
        </p:txBody>
      </p:sp>
    </p:spTree>
    <p:extLst>
      <p:ext uri="{BB962C8B-B14F-4D97-AF65-F5344CB8AC3E}">
        <p14:creationId xmlns:p14="http://schemas.microsoft.com/office/powerpoint/2010/main" val="438919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74EE9-D1A4-4B9D-A7B3-EA01E528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SKETCHBOOK / RAVE COFFEE 05 / EXECUTIONS + APPLICATIONS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82058-DAAC-437F-8AA4-A4D3BAB0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ONE WORLD. THREE WAYS 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B4C13-1DF7-44B4-9888-29F92A43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Type creates recognition. Delivery makes freshness tangible. Guidance removes the first-choice barrier.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0B96A-407C-4721-B42D-49BFAA3E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ORGANIC SOCIAL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9CD9F-D98F-4CCF-B8DF-779DFD7C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9E0D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0C761-BA36-4A4A-BB17-1CABAA5D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171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700"/>
          </a:solidFill>
          <a:ln xmlns:a="http://schemas.openxmlformats.org/drawingml/2006/main" w="0">
            <a:solidFill>
              <a:srgbClr val="FFC70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148AB-F387-429E-9D4D-FE084E4A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362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NO TASTING NOTES. JUST GREAT COFFEE.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8817A-C906-4B24-83A9-955352C5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A recognisable directness cue.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A3E9D-E2B3-4BEE-9F9B-98AD7DE8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ILLUSTRATIVE / NOT 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3F004-69F4-43F7-B73B-5C576747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PAID SOCIAL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F3C5B-7B5F-460E-AE4D-A83C1BBA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/>
          </a:solidFill>
          <a:ln xmlns:a="http://schemas.openxmlformats.org/drawingml/2006/main" w="28575">
            <a:solidFill>
              <a:srgbClr val="E9E0D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FBB05-507F-406D-A117-F2D30B4F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52750"/>
            <a:ext cx="2362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ROASTED TUESDAY. AT YOUR DOOR THURSDAY.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5B2BB-FBF1-435D-82A4-A9E901D7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210050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Illustrative timestamp; verify operations.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89D7B-EE7E-4DF5-8508-F084256F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054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FFC700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C700"/>
                </a:solidFill>
                <a:latin typeface="Arial"/>
                <a:ea typeface="Arial"/>
                <a:cs typeface="Arial"/>
              </a:rPr>
              <a:t>ILLUSTRATIVE / NOT LIVE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3771C-DA0E-41B5-BF70-A2ED41AF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43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QUIZ 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FC418-90A6-4DEA-B572-577ED38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289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9E0D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117A0-F98D-4A73-8F62-9B2221D7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52750"/>
            <a:ext cx="4267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NOT SURE WHERE TO START?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85126-DAC7-446E-9D16-25E6C84C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4267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6B351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B351F"/>
                </a:solidFill>
                <a:latin typeface="Arial"/>
                <a:ea typeface="Arial"/>
                <a:cs typeface="Arial"/>
              </a:rPr>
              <a:t>Prototype interaction; verify current journey.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64DD6-EC1D-409C-883E-E0233A5F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05400"/>
            <a:ext cx="426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ILLUSTRATIVE / NOT BUILT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09694-FB73-4757-9CE1-B471EA34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INTERNAL / NOT CLIENT APPROVED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B74B9D-7001-41D0-9F09-5E1F59BB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15100"/>
            <a:ext cx="495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CREATIVE ILLUSTRATION / NO LIVE MEDIA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A6330-B55A-4595-B349-F24CDFA9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26A6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726A61"/>
                </a:solidFill>
                <a:latin typeface="Arial"/>
                <a:ea typeface="Arial"/>
                <a:cs typeface="Arial"/>
              </a:rPr>
              <a:t>05 / 05</a:t>
            </a:r>
          </a:p>
        </p:txBody>
      </p:sp>
    </p:spTree>
    <p:extLst>
      <p:ext uri="{BB962C8B-B14F-4D97-AF65-F5344CB8AC3E}">
        <p14:creationId xmlns:p14="http://schemas.microsoft.com/office/powerpoint/2010/main" val="1988606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2026-10-21T14:21:23.7800000Z</dcterms:created>
  <dcterms:modified xsi:type="dcterms:W3CDTF">2026-10-21T14:21:23.7800000Z</dcterms:modified>
</coreProperties>
</file>